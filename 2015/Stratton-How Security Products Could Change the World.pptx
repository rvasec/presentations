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4" r:id="rId2"/>
    <p:sldMasterId id="2147483686" r:id="rId3"/>
    <p:sldMasterId id="2147483698" r:id="rId4"/>
  </p:sldMasterIdLst>
  <p:notesMasterIdLst>
    <p:notesMasterId r:id="rId24"/>
  </p:notesMasterIdLst>
  <p:handoutMasterIdLst>
    <p:handoutMasterId r:id="rId25"/>
  </p:handoutMasterIdLst>
  <p:sldIdLst>
    <p:sldId id="256" r:id="rId5"/>
    <p:sldId id="317" r:id="rId6"/>
    <p:sldId id="328" r:id="rId7"/>
    <p:sldId id="318" r:id="rId8"/>
    <p:sldId id="319" r:id="rId9"/>
    <p:sldId id="329" r:id="rId10"/>
    <p:sldId id="330" r:id="rId11"/>
    <p:sldId id="331" r:id="rId12"/>
    <p:sldId id="332" r:id="rId13"/>
    <p:sldId id="333" r:id="rId14"/>
    <p:sldId id="322" r:id="rId15"/>
    <p:sldId id="323" r:id="rId16"/>
    <p:sldId id="334" r:id="rId17"/>
    <p:sldId id="335" r:id="rId18"/>
    <p:sldId id="336" r:id="rId19"/>
    <p:sldId id="337" r:id="rId20"/>
    <p:sldId id="324" r:id="rId21"/>
    <p:sldId id="338" r:id="rId22"/>
    <p:sldId id="327" r:id="rId23"/>
  </p:sldIdLst>
  <p:sldSz cx="9144000" cy="6858000" type="letter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pitchFamily="-106" charset="0"/>
        <a:ea typeface="Arial" pitchFamily="-106" charset="0"/>
        <a:cs typeface="Arial" pitchFamily="-106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D988"/>
    <a:srgbClr val="0FCED3"/>
    <a:srgbClr val="0FD6DB"/>
    <a:srgbClr val="FECF3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22" autoAdjust="0"/>
    <p:restoredTop sz="86431" autoAdjust="0"/>
  </p:normalViewPr>
  <p:slideViewPr>
    <p:cSldViewPr>
      <p:cViewPr>
        <p:scale>
          <a:sx n="110" d="100"/>
          <a:sy n="110" d="100"/>
        </p:scale>
        <p:origin x="-2184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105" d="100"/>
          <a:sy n="105" d="100"/>
        </p:scale>
        <p:origin x="-43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E57A68-FD9A-4D4F-9A39-B3E4A55E61F1}" type="datetime1">
              <a:rPr lang="en-JM"/>
              <a:pPr>
                <a:defRPr/>
              </a:pPr>
              <a:t>2015-6-4</a:t>
            </a:fld>
            <a:endParaRPr lang="en-J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J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F3129B-3F0E-9F40-A141-D9D3FCEF6F9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695583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D37ED96-95F6-0445-99EF-3E84A7AC868A}" type="datetime1">
              <a:rPr lang="en-JM"/>
              <a:pPr>
                <a:defRPr/>
              </a:pPr>
              <a:t>2015-6-4</a:t>
            </a:fld>
            <a:endParaRPr lang="en-J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JM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JM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J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07A227-0696-7F4E-B9E0-FA0685BC39E3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535337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r>
              <a:rPr lang="en-US" dirty="0" smtClean="0"/>
              <a:t>Introduce</a:t>
            </a:r>
            <a:r>
              <a:rPr lang="en-US" baseline="0" dirty="0" smtClean="0"/>
              <a:t> yourself </a:t>
            </a:r>
          </a:p>
          <a:p>
            <a:pPr eaLnBrk="1" hangingPunct="1"/>
            <a:r>
              <a:rPr lang="en-US" baseline="0" dirty="0" smtClean="0"/>
              <a:t>Thank them for the opportunity to speak with them</a:t>
            </a:r>
          </a:p>
          <a:p>
            <a:pPr eaLnBrk="1" hangingPunct="1"/>
            <a:r>
              <a:rPr lang="en-US" baseline="0" dirty="0" smtClean="0"/>
              <a:t>What I hope to convey to them over the next 15 minutes is:</a:t>
            </a:r>
          </a:p>
          <a:p>
            <a:pPr marL="228600" indent="-228600" eaLnBrk="1" hangingPunct="1">
              <a:buAutoNum type="arabicPeriod"/>
            </a:pPr>
            <a:r>
              <a:rPr lang="en-US" baseline="0" dirty="0" smtClean="0"/>
              <a:t>An understanding of how security product companies are different from service companies</a:t>
            </a:r>
          </a:p>
          <a:p>
            <a:pPr marL="228600" indent="-228600" eaLnBrk="1" hangingPunct="1">
              <a:buAutoNum type="arabicPeriod"/>
            </a:pPr>
            <a:r>
              <a:rPr lang="en-US" baseline="0" dirty="0" smtClean="0"/>
              <a:t>What you stand to gain from starting a product company</a:t>
            </a:r>
          </a:p>
          <a:p>
            <a:pPr marL="228600" indent="-228600" eaLnBrk="1" hangingPunct="1">
              <a:buAutoNum type="arabicPeriod"/>
            </a:pPr>
            <a:r>
              <a:rPr lang="en-US" baseline="0" dirty="0" smtClean="0"/>
              <a:t>What it takes to be “investable.”</a:t>
            </a:r>
          </a:p>
          <a:p>
            <a:pPr marL="228600" indent="-228600" eaLnBrk="1" hangingPunct="1">
              <a:buAutoNum type="arabicPeriod"/>
            </a:pPr>
            <a:r>
              <a:rPr lang="en-US" baseline="0" dirty="0" smtClean="0"/>
              <a:t>A little bit about our program</a:t>
            </a:r>
            <a:endParaRPr lang="en-US" dirty="0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C15E3C0-0ACE-4242-8923-B870B26FD0CD}" type="slidenum">
              <a:rPr lang="en-JM"/>
              <a:pPr/>
              <a:t>1</a:t>
            </a:fld>
            <a:endParaRPr lang="en-JM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5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2413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VA</a:t>
            </a:r>
            <a:r>
              <a:rPr lang="en-US" baseline="0" dirty="0" smtClean="0"/>
              <a:t> tools ask the MDM? Really? </a:t>
            </a:r>
          </a:p>
          <a:p>
            <a:r>
              <a:rPr lang="en-US" baseline="0" dirty="0" smtClean="0"/>
              <a:t>A robot might take your job</a:t>
            </a:r>
          </a:p>
          <a:p>
            <a:r>
              <a:rPr lang="en-US" baseline="0" dirty="0" smtClean="0"/>
              <a:t>You’re making work or causing a fiefdom split</a:t>
            </a:r>
          </a:p>
          <a:p>
            <a:r>
              <a:rPr lang="en-US" baseline="0" dirty="0" smtClean="0"/>
              <a:t>If I can use it anyone 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6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81828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12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6211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13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62112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14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4368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15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62112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07A227-0696-7F4E-B9E0-FA0685BC39E3}" type="slidenum">
              <a:rPr lang="en-JM" smtClean="0"/>
              <a:pPr>
                <a:defRPr/>
              </a:pPr>
              <a:t>16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6211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JM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28A02-6580-294D-A9F2-2F7F5958EDA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J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 dirty="0"/>
              <a:t>MACH37 </a:t>
            </a:r>
            <a:r>
              <a:rPr lang="en-JM" dirty="0" smtClean="0"/>
              <a:t>		</a:t>
            </a:r>
            <a:r>
              <a:rPr lang="en-US" dirty="0" smtClean="0">
                <a:solidFill>
                  <a:srgbClr val="A6A6A6"/>
                </a:solidFill>
              </a:rPr>
              <a:t>2214 </a:t>
            </a:r>
            <a:r>
              <a:rPr lang="en-US" dirty="0">
                <a:solidFill>
                  <a:srgbClr val="A6A6A6"/>
                </a:solidFill>
              </a:rPr>
              <a:t>Rock Hill Road, Suite  370     </a:t>
            </a:r>
            <a:endParaRPr lang="en-US" dirty="0" smtClean="0">
              <a:solidFill>
                <a:srgbClr val="A6A6A6"/>
              </a:solidFill>
            </a:endParaRPr>
          </a:p>
          <a:p>
            <a:r>
              <a:rPr lang="en-US" dirty="0" smtClean="0">
                <a:solidFill>
                  <a:srgbClr val="A6A6A6"/>
                </a:solidFill>
              </a:rPr>
              <a:t>	 	Herndon</a:t>
            </a:r>
            <a:r>
              <a:rPr lang="en-US" dirty="0">
                <a:solidFill>
                  <a:srgbClr val="A6A6A6"/>
                </a:solidFill>
              </a:rPr>
              <a:t>,  VA  20170</a:t>
            </a:r>
            <a:endParaRPr lang="en-JM" dirty="0">
              <a:solidFill>
                <a:srgbClr val="A6A6A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44E3E-BD5C-B54B-8241-DCE55BCE5E9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5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4FA3D-C333-B446-8AEB-EC3816DD9E94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52596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JM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52596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JM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5A872-1BE0-A241-AE2A-3D28167AA9D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8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11362"/>
            <a:ext cx="4040188" cy="39512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JM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71600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11362"/>
            <a:ext cx="4041775" cy="39512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JM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CE39C-9C41-734D-962F-9AFD07CB8333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4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9BBDC-B746-5142-9F28-B9CADF2A26D7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3048000" y="1524000"/>
            <a:ext cx="0" cy="396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6096000" y="1524000"/>
            <a:ext cx="0" cy="396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2" name="Picture 1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276600" y="2057400"/>
            <a:ext cx="2590800" cy="3048000"/>
          </a:xfrm>
        </p:spPr>
        <p:txBody>
          <a:bodyPr>
            <a:normAutofit/>
          </a:bodyPr>
          <a:lstStyle>
            <a:lvl1pPr>
              <a:buClr>
                <a:schemeClr val="accent6">
                  <a:lumMod val="75000"/>
                </a:schemeClr>
              </a:buClr>
              <a:buFont typeface="Courier New" pitchFamily="49" charset="0"/>
              <a:buChar char="o"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248400" y="2057400"/>
            <a:ext cx="2590800" cy="3048000"/>
          </a:xfrm>
        </p:spPr>
        <p:txBody>
          <a:bodyPr>
            <a:normAutofit/>
          </a:bodyPr>
          <a:lstStyle>
            <a:lvl1pPr>
              <a:buClr>
                <a:schemeClr val="accent6">
                  <a:lumMod val="75000"/>
                </a:schemeClr>
              </a:buClr>
              <a:buFont typeface="Courier New" pitchFamily="49" charset="0"/>
              <a:buChar char="o"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304800" y="2057400"/>
            <a:ext cx="2590800" cy="3048000"/>
          </a:xfrm>
        </p:spPr>
        <p:txBody>
          <a:bodyPr>
            <a:normAutofit/>
          </a:bodyPr>
          <a:lstStyle>
            <a:lvl1pPr>
              <a:buClr>
                <a:schemeClr val="accent6">
                  <a:lumMod val="75000"/>
                </a:schemeClr>
              </a:buClr>
              <a:buFont typeface="Courier New" pitchFamily="49" charset="0"/>
              <a:buChar char="o"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21" name="Content Placeholder 38"/>
          <p:cNvSpPr>
            <a:spLocks noGrp="1"/>
          </p:cNvSpPr>
          <p:nvPr>
            <p:ph sz="quarter" idx="40"/>
          </p:nvPr>
        </p:nvSpPr>
        <p:spPr>
          <a:xfrm>
            <a:off x="381000" y="1524000"/>
            <a:ext cx="2362200" cy="38100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ctr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2" name="Content Placeholder 38"/>
          <p:cNvSpPr>
            <a:spLocks noGrp="1"/>
          </p:cNvSpPr>
          <p:nvPr>
            <p:ph sz="quarter" idx="41"/>
          </p:nvPr>
        </p:nvSpPr>
        <p:spPr>
          <a:xfrm>
            <a:off x="3429000" y="1524000"/>
            <a:ext cx="2362200" cy="38100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ctr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3" name="Content Placeholder 38"/>
          <p:cNvSpPr>
            <a:spLocks noGrp="1"/>
          </p:cNvSpPr>
          <p:nvPr>
            <p:ph sz="quarter" idx="42"/>
          </p:nvPr>
        </p:nvSpPr>
        <p:spPr>
          <a:xfrm>
            <a:off x="6400800" y="1524000"/>
            <a:ext cx="2362200" cy="38100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ctr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AC1DE-206B-4849-8380-146C25F2469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3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B8E54-EF39-3640-8366-23A7EB26B80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 userDrawn="1"/>
        </p:nvSpPr>
        <p:spPr>
          <a:xfrm>
            <a:off x="533400" y="2998788"/>
            <a:ext cx="201613" cy="20161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33400" y="2890838"/>
            <a:ext cx="1905000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7" name="Oval 16"/>
          <p:cNvSpPr/>
          <p:nvPr userDrawn="1"/>
        </p:nvSpPr>
        <p:spPr>
          <a:xfrm>
            <a:off x="2590800" y="3005138"/>
            <a:ext cx="201613" cy="2000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2590800" y="2895600"/>
            <a:ext cx="1905000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20" name="Oval 19"/>
          <p:cNvSpPr/>
          <p:nvPr userDrawn="1"/>
        </p:nvSpPr>
        <p:spPr>
          <a:xfrm>
            <a:off x="4648200" y="3005138"/>
            <a:ext cx="201613" cy="2000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4648200" y="2895600"/>
            <a:ext cx="1905000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6705600" y="3005138"/>
            <a:ext cx="201613" cy="2000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6705600" y="2895600"/>
            <a:ext cx="1905000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26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28" name="Picture 2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533400" y="1493520"/>
            <a:ext cx="1905000" cy="140208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2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590800" y="1493520"/>
            <a:ext cx="1874520" cy="140208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4" name="Picture Placeholder 29"/>
          <p:cNvSpPr>
            <a:spLocks noGrp="1"/>
          </p:cNvSpPr>
          <p:nvPr>
            <p:ph type="pic" sz="quarter" idx="15"/>
          </p:nvPr>
        </p:nvSpPr>
        <p:spPr>
          <a:xfrm>
            <a:off x="4648200" y="1493520"/>
            <a:ext cx="1905000" cy="140208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6" name="Picture Placeholder 29"/>
          <p:cNvSpPr>
            <a:spLocks noGrp="1"/>
          </p:cNvSpPr>
          <p:nvPr>
            <p:ph type="pic" sz="quarter" idx="16"/>
          </p:nvPr>
        </p:nvSpPr>
        <p:spPr>
          <a:xfrm>
            <a:off x="6705600" y="1493520"/>
            <a:ext cx="1905000" cy="140208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7"/>
          </p:nvPr>
        </p:nvSpPr>
        <p:spPr>
          <a:xfrm>
            <a:off x="457200" y="3581400"/>
            <a:ext cx="1981200" cy="2209800"/>
          </a:xfrm>
        </p:spPr>
        <p:txBody>
          <a:bodyPr>
            <a:noAutofit/>
          </a:bodyPr>
          <a:lstStyle>
            <a:lvl1pPr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8"/>
          </p:nvPr>
        </p:nvSpPr>
        <p:spPr>
          <a:xfrm>
            <a:off x="2514600" y="3581400"/>
            <a:ext cx="1981200" cy="2209800"/>
          </a:xfrm>
        </p:spPr>
        <p:txBody>
          <a:bodyPr>
            <a:noAutofit/>
          </a:bodyPr>
          <a:lstStyle>
            <a:lvl1pPr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9"/>
          </p:nvPr>
        </p:nvSpPr>
        <p:spPr>
          <a:xfrm>
            <a:off x="4572000" y="3581400"/>
            <a:ext cx="1981200" cy="2209800"/>
          </a:xfrm>
        </p:spPr>
        <p:txBody>
          <a:bodyPr>
            <a:noAutofit/>
          </a:bodyPr>
          <a:lstStyle>
            <a:lvl1pPr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41" name="Content Placeholder 37"/>
          <p:cNvSpPr>
            <a:spLocks noGrp="1"/>
          </p:cNvSpPr>
          <p:nvPr>
            <p:ph sz="quarter" idx="20"/>
          </p:nvPr>
        </p:nvSpPr>
        <p:spPr>
          <a:xfrm>
            <a:off x="6629400" y="3581400"/>
            <a:ext cx="1981200" cy="2209800"/>
          </a:xfrm>
        </p:spPr>
        <p:txBody>
          <a:bodyPr>
            <a:noAutofit/>
          </a:bodyPr>
          <a:lstStyle>
            <a:lvl1pPr>
              <a:buNone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18" name="Text Placeholder 42"/>
          <p:cNvSpPr>
            <a:spLocks noGrp="1"/>
          </p:cNvSpPr>
          <p:nvPr>
            <p:ph type="body" sz="quarter" idx="25"/>
          </p:nvPr>
        </p:nvSpPr>
        <p:spPr>
          <a:xfrm>
            <a:off x="762000" y="2971800"/>
            <a:ext cx="1676400" cy="304800"/>
          </a:xfrm>
        </p:spPr>
        <p:txBody>
          <a:bodyPr anchor="ctr"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1" name="Text Placeholder 42"/>
          <p:cNvSpPr>
            <a:spLocks noGrp="1"/>
          </p:cNvSpPr>
          <p:nvPr>
            <p:ph type="body" sz="quarter" idx="26"/>
          </p:nvPr>
        </p:nvSpPr>
        <p:spPr>
          <a:xfrm>
            <a:off x="2819400" y="2977134"/>
            <a:ext cx="1676400" cy="304800"/>
          </a:xfrm>
        </p:spPr>
        <p:txBody>
          <a:bodyPr anchor="ctr"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4" name="Text Placeholder 42"/>
          <p:cNvSpPr>
            <a:spLocks noGrp="1"/>
          </p:cNvSpPr>
          <p:nvPr>
            <p:ph type="body" sz="quarter" idx="27"/>
          </p:nvPr>
        </p:nvSpPr>
        <p:spPr>
          <a:xfrm>
            <a:off x="4876800" y="2977134"/>
            <a:ext cx="1676400" cy="304800"/>
          </a:xfrm>
        </p:spPr>
        <p:txBody>
          <a:bodyPr anchor="ctr"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7" name="Text Placeholder 42"/>
          <p:cNvSpPr>
            <a:spLocks noGrp="1"/>
          </p:cNvSpPr>
          <p:nvPr>
            <p:ph type="body" sz="quarter" idx="28"/>
          </p:nvPr>
        </p:nvSpPr>
        <p:spPr>
          <a:xfrm>
            <a:off x="6934200" y="2977134"/>
            <a:ext cx="1676400" cy="304800"/>
          </a:xfrm>
        </p:spPr>
        <p:txBody>
          <a:bodyPr anchor="ctr"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9" name="Footer Placeholder 3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AE9DC-CFC3-F048-B4BB-2A249A4FA8C1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 userDrawn="1"/>
        </p:nvCxnSpPr>
        <p:spPr>
          <a:xfrm>
            <a:off x="5715000" y="2686050"/>
            <a:ext cx="0" cy="2343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8" name="Picture 1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/>
          </p:nvPr>
        </p:nvSpPr>
        <p:spPr>
          <a:xfrm>
            <a:off x="457200" y="1219200"/>
            <a:ext cx="8229600" cy="6858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26" name="Chart Placeholder 25"/>
          <p:cNvSpPr>
            <a:spLocks noGrp="1"/>
          </p:cNvSpPr>
          <p:nvPr>
            <p:ph type="chart" sz="quarter" idx="14"/>
          </p:nvPr>
        </p:nvSpPr>
        <p:spPr>
          <a:xfrm>
            <a:off x="304800" y="2209800"/>
            <a:ext cx="4572000" cy="34290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 dirty="0"/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5867400" y="2609850"/>
            <a:ext cx="28194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5867400" y="3219450"/>
            <a:ext cx="28194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5867400" y="3829050"/>
            <a:ext cx="28194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5867400" y="4438650"/>
            <a:ext cx="28194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2" name="Content Placeholder 38"/>
          <p:cNvSpPr>
            <a:spLocks noGrp="1"/>
          </p:cNvSpPr>
          <p:nvPr>
            <p:ph sz="quarter" idx="37"/>
          </p:nvPr>
        </p:nvSpPr>
        <p:spPr>
          <a:xfrm>
            <a:off x="5105400" y="2735848"/>
            <a:ext cx="609600" cy="338554"/>
          </a:xfrm>
          <a:solidFill>
            <a:srgbClr val="FFD988"/>
          </a:solidFill>
          <a:ln>
            <a:noFill/>
          </a:ln>
        </p:spPr>
        <p:txBody>
          <a:bodyPr wrap="none" tIns="0" anchor="ctr">
            <a:normAutofit/>
          </a:bodyPr>
          <a:lstStyle>
            <a:lvl1pPr algn="l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3" name="Content Placeholder 38"/>
          <p:cNvSpPr>
            <a:spLocks noGrp="1"/>
          </p:cNvSpPr>
          <p:nvPr>
            <p:ph sz="quarter" idx="38"/>
          </p:nvPr>
        </p:nvSpPr>
        <p:spPr>
          <a:xfrm>
            <a:off x="5105400" y="3364498"/>
            <a:ext cx="609600" cy="338554"/>
          </a:xfrm>
          <a:solidFill>
            <a:srgbClr val="FFD988"/>
          </a:solidFill>
          <a:ln>
            <a:noFill/>
          </a:ln>
          <a:extLst/>
        </p:spPr>
        <p:txBody>
          <a:bodyPr wrap="none" tIns="0" anchor="ctr">
            <a:normAutofit/>
          </a:bodyPr>
          <a:lstStyle>
            <a:lvl1pPr>
              <a:defRPr lang="en-JM" b="0" dirty="0">
                <a:solidFill>
                  <a:schemeClr val="bg1">
                    <a:lumMod val="50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4" name="Content Placeholder 38"/>
          <p:cNvSpPr>
            <a:spLocks noGrp="1"/>
          </p:cNvSpPr>
          <p:nvPr>
            <p:ph sz="quarter" idx="39"/>
          </p:nvPr>
        </p:nvSpPr>
        <p:spPr>
          <a:xfrm>
            <a:off x="5105400" y="3974098"/>
            <a:ext cx="609600" cy="338554"/>
          </a:xfrm>
          <a:solidFill>
            <a:srgbClr val="FFD988"/>
          </a:solidFill>
          <a:ln>
            <a:noFill/>
          </a:ln>
          <a:extLst/>
        </p:spPr>
        <p:txBody>
          <a:bodyPr wrap="none" tIns="0" anchor="ctr">
            <a:normAutofit/>
          </a:bodyPr>
          <a:lstStyle>
            <a:lvl1pPr>
              <a:defRPr lang="en-JM" b="0" dirty="0">
                <a:solidFill>
                  <a:schemeClr val="bg1">
                    <a:lumMod val="50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5" name="Content Placeholder 38"/>
          <p:cNvSpPr>
            <a:spLocks noGrp="1"/>
          </p:cNvSpPr>
          <p:nvPr>
            <p:ph sz="quarter" idx="40"/>
          </p:nvPr>
        </p:nvSpPr>
        <p:spPr>
          <a:xfrm>
            <a:off x="5105400" y="4583698"/>
            <a:ext cx="609600" cy="338554"/>
          </a:xfrm>
          <a:solidFill>
            <a:srgbClr val="FFD988"/>
          </a:solidFill>
          <a:ln>
            <a:noFill/>
          </a:ln>
          <a:extLst/>
        </p:spPr>
        <p:txBody>
          <a:bodyPr wrap="none" tIns="0" anchor="ctr">
            <a:normAutofit/>
          </a:bodyPr>
          <a:lstStyle>
            <a:lvl1pPr>
              <a:defRPr lang="en-JM" b="0" dirty="0">
                <a:solidFill>
                  <a:schemeClr val="bg1">
                    <a:lumMod val="50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EE2B4-E992-BB42-A450-8DE887253BB5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 Grap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8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/>
          </p:nvPr>
        </p:nvSpPr>
        <p:spPr>
          <a:xfrm>
            <a:off x="457200" y="1219200"/>
            <a:ext cx="8229600" cy="6858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26" name="Chart Placeholder 25"/>
          <p:cNvSpPr>
            <a:spLocks noGrp="1"/>
          </p:cNvSpPr>
          <p:nvPr>
            <p:ph type="chart" sz="quarter" idx="14"/>
          </p:nvPr>
        </p:nvSpPr>
        <p:spPr>
          <a:xfrm>
            <a:off x="304800" y="2209800"/>
            <a:ext cx="4572000" cy="34290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5410200" y="3124200"/>
            <a:ext cx="3200400" cy="19812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20" name="Content Placeholder 38"/>
          <p:cNvSpPr>
            <a:spLocks noGrp="1"/>
          </p:cNvSpPr>
          <p:nvPr>
            <p:ph sz="quarter" idx="37"/>
          </p:nvPr>
        </p:nvSpPr>
        <p:spPr>
          <a:xfrm>
            <a:off x="5486400" y="2590800"/>
            <a:ext cx="2590800" cy="381000"/>
          </a:xfrm>
          <a:solidFill>
            <a:srgbClr val="F26521"/>
          </a:solidFill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B550F-9B2D-9C4C-9B05-B38901502001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Grap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9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JM"/>
          </a:p>
        </p:txBody>
      </p:sp>
      <p:sp>
        <p:nvSpPr>
          <p:cNvPr id="26" name="Chart Placeholder 25"/>
          <p:cNvSpPr>
            <a:spLocks noGrp="1"/>
          </p:cNvSpPr>
          <p:nvPr>
            <p:ph type="chart" sz="quarter" idx="14"/>
          </p:nvPr>
        </p:nvSpPr>
        <p:spPr>
          <a:xfrm>
            <a:off x="3733800" y="1676400"/>
            <a:ext cx="4572000" cy="34290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5"/>
          </p:nvPr>
        </p:nvSpPr>
        <p:spPr>
          <a:xfrm>
            <a:off x="457200" y="1600200"/>
            <a:ext cx="2895600" cy="8382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30" name="Text Placeholder 28"/>
          <p:cNvSpPr>
            <a:spLocks noGrp="1"/>
          </p:cNvSpPr>
          <p:nvPr>
            <p:ph type="body" sz="quarter" idx="16"/>
          </p:nvPr>
        </p:nvSpPr>
        <p:spPr>
          <a:xfrm>
            <a:off x="457200" y="2514600"/>
            <a:ext cx="2895600" cy="8382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31" name="Text Placeholder 28"/>
          <p:cNvSpPr>
            <a:spLocks noGrp="1"/>
          </p:cNvSpPr>
          <p:nvPr>
            <p:ph type="body" sz="quarter" idx="17"/>
          </p:nvPr>
        </p:nvSpPr>
        <p:spPr>
          <a:xfrm>
            <a:off x="457200" y="3429000"/>
            <a:ext cx="2895600" cy="8382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32" name="Text Placeholder 28"/>
          <p:cNvSpPr>
            <a:spLocks noGrp="1"/>
          </p:cNvSpPr>
          <p:nvPr>
            <p:ph type="body" sz="quarter" idx="18"/>
          </p:nvPr>
        </p:nvSpPr>
        <p:spPr>
          <a:xfrm>
            <a:off x="457200" y="4343400"/>
            <a:ext cx="2895600" cy="8382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36FAC-14E6-EE4C-8017-99D9071615D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5715000" y="2686050"/>
            <a:ext cx="0" cy="2343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9" name="Picture 1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/>
          </p:nvPr>
        </p:nvSpPr>
        <p:spPr>
          <a:xfrm>
            <a:off x="457200" y="1219200"/>
            <a:ext cx="8229600" cy="685800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9" name="SmartArt Placeholder 8"/>
          <p:cNvSpPr>
            <a:spLocks noGrp="1"/>
          </p:cNvSpPr>
          <p:nvPr>
            <p:ph type="dgm" sz="quarter" idx="15"/>
          </p:nvPr>
        </p:nvSpPr>
        <p:spPr>
          <a:xfrm>
            <a:off x="381000" y="2133600"/>
            <a:ext cx="4191000" cy="35052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5867400" y="2609850"/>
            <a:ext cx="26670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5867400" y="3219450"/>
            <a:ext cx="26670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5867400" y="3829050"/>
            <a:ext cx="26670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2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5867400" y="4438650"/>
            <a:ext cx="2667000" cy="533400"/>
          </a:xfrm>
        </p:spPr>
        <p:txBody>
          <a:bodyPr>
            <a:normAutofit/>
          </a:bodyPr>
          <a:lstStyle>
            <a:lvl1pPr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3" name="Content Placeholder 38"/>
          <p:cNvSpPr>
            <a:spLocks noGrp="1"/>
          </p:cNvSpPr>
          <p:nvPr>
            <p:ph sz="quarter" idx="37"/>
          </p:nvPr>
        </p:nvSpPr>
        <p:spPr>
          <a:xfrm>
            <a:off x="5105400" y="2735848"/>
            <a:ext cx="609600" cy="338554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anchor="ctr">
            <a:normAutofit/>
          </a:bodyPr>
          <a:lstStyle>
            <a:lvl1pPr algn="l">
              <a:buNone/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4" name="Content Placeholder 38"/>
          <p:cNvSpPr>
            <a:spLocks noGrp="1"/>
          </p:cNvSpPr>
          <p:nvPr>
            <p:ph sz="quarter" idx="38"/>
          </p:nvPr>
        </p:nvSpPr>
        <p:spPr>
          <a:xfrm>
            <a:off x="5105400" y="3364498"/>
            <a:ext cx="609600" cy="338554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anchor="ctr">
            <a:normAutofit/>
          </a:bodyPr>
          <a:lstStyle>
            <a:lvl1pPr algn="l">
              <a:buNone/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5" name="Content Placeholder 38"/>
          <p:cNvSpPr>
            <a:spLocks noGrp="1"/>
          </p:cNvSpPr>
          <p:nvPr>
            <p:ph sz="quarter" idx="39"/>
          </p:nvPr>
        </p:nvSpPr>
        <p:spPr>
          <a:xfrm>
            <a:off x="5105400" y="3974098"/>
            <a:ext cx="609600" cy="338554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anchor="ctr">
            <a:normAutofit/>
          </a:bodyPr>
          <a:lstStyle>
            <a:lvl1pPr algn="l">
              <a:buNone/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6" name="Content Placeholder 38"/>
          <p:cNvSpPr>
            <a:spLocks noGrp="1"/>
          </p:cNvSpPr>
          <p:nvPr>
            <p:ph sz="quarter" idx="40"/>
          </p:nvPr>
        </p:nvSpPr>
        <p:spPr>
          <a:xfrm>
            <a:off x="5105400" y="4583698"/>
            <a:ext cx="609600" cy="338554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anchor="ctr">
            <a:normAutofit/>
          </a:bodyPr>
          <a:lstStyle>
            <a:lvl1pPr algn="l">
              <a:buNone/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08C3-9D94-A14D-A83D-699B1A11A59C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thing 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533400" y="1219200"/>
            <a:ext cx="8077200" cy="3581400"/>
          </a:xfrm>
          <a:ln w="38100">
            <a:solidFill>
              <a:schemeClr val="bg1">
                <a:lumMod val="9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800600" y="5029200"/>
            <a:ext cx="3810000" cy="914400"/>
          </a:xfrm>
        </p:spPr>
        <p:txBody>
          <a:bodyPr>
            <a:noAutofit/>
          </a:bodyPr>
          <a:lstStyle>
            <a:lvl1pPr algn="r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buNone/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8" name="Content Placeholder 38"/>
          <p:cNvSpPr>
            <a:spLocks noGrp="1"/>
          </p:cNvSpPr>
          <p:nvPr>
            <p:ph sz="quarter" idx="36"/>
          </p:nvPr>
        </p:nvSpPr>
        <p:spPr>
          <a:xfrm>
            <a:off x="533400" y="5105400"/>
            <a:ext cx="2819400" cy="381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9" name="Content Placeholder 38"/>
          <p:cNvSpPr>
            <a:spLocks noGrp="1"/>
          </p:cNvSpPr>
          <p:nvPr>
            <p:ph sz="quarter" idx="37"/>
          </p:nvPr>
        </p:nvSpPr>
        <p:spPr>
          <a:xfrm>
            <a:off x="533400" y="5486400"/>
            <a:ext cx="2286000" cy="381000"/>
          </a:xfrm>
          <a:solidFill>
            <a:srgbClr val="F26521"/>
          </a:solidFill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38"/>
          </p:nvPr>
        </p:nvSpPr>
        <p:spPr>
          <a:xfrm>
            <a:off x="6781800" y="3810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JM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 PUT THE NAME OF YOUR COMPANY HERE</a:t>
            </a:r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D7F94-6115-BC48-AF77-9B5FCFDF2102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533400" y="28956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636588" y="30241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3352800" y="28956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8" name="Oval 17"/>
          <p:cNvSpPr/>
          <p:nvPr userDrawn="1"/>
        </p:nvSpPr>
        <p:spPr>
          <a:xfrm>
            <a:off x="3455988" y="30241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8400" y="28956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6351588" y="30241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533400" y="53340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636588" y="54625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3352800" y="53340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30" name="Oval 29"/>
          <p:cNvSpPr/>
          <p:nvPr userDrawn="1"/>
        </p:nvSpPr>
        <p:spPr>
          <a:xfrm>
            <a:off x="3455988" y="54625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6248400" y="5334000"/>
            <a:ext cx="2514600" cy="555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6351588" y="5462588"/>
            <a:ext cx="201612" cy="201612"/>
          </a:xfrm>
          <a:prstGeom prst="ellipse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 sz="1400" b="1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+</a:t>
            </a:r>
          </a:p>
        </p:txBody>
      </p:sp>
      <p:sp>
        <p:nvSpPr>
          <p:cNvPr id="3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38" name="Picture 2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533400" y="13716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JM"/>
          </a:p>
        </p:txBody>
      </p:sp>
      <p:sp>
        <p:nvSpPr>
          <p:cNvPr id="23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3352800" y="13716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25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248400" y="13716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29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533400" y="38100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2" name="Picture Placeholder 19"/>
          <p:cNvSpPr>
            <a:spLocks noGrp="1"/>
          </p:cNvSpPr>
          <p:nvPr>
            <p:ph type="pic" sz="quarter" idx="21"/>
          </p:nvPr>
        </p:nvSpPr>
        <p:spPr>
          <a:xfrm>
            <a:off x="3352800" y="38100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33" name="Picture Placeholder 19"/>
          <p:cNvSpPr>
            <a:spLocks noGrp="1"/>
          </p:cNvSpPr>
          <p:nvPr>
            <p:ph type="pic" sz="quarter" idx="22"/>
          </p:nvPr>
        </p:nvSpPr>
        <p:spPr>
          <a:xfrm>
            <a:off x="6248400" y="3810000"/>
            <a:ext cx="2514600" cy="1524000"/>
          </a:xfrm>
          <a:ln w="28575">
            <a:noFill/>
            <a:miter lim="800000"/>
          </a:ln>
          <a:effectLst/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 dirty="0"/>
          </a:p>
        </p:txBody>
      </p:sp>
      <p:sp>
        <p:nvSpPr>
          <p:cNvPr id="22" name="Text Placeholder 28"/>
          <p:cNvSpPr>
            <a:spLocks noGrp="1"/>
          </p:cNvSpPr>
          <p:nvPr>
            <p:ph type="body" sz="quarter" idx="31"/>
          </p:nvPr>
        </p:nvSpPr>
        <p:spPr>
          <a:xfrm>
            <a:off x="838200" y="29718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7" name="Text Placeholder 28"/>
          <p:cNvSpPr>
            <a:spLocks noGrp="1"/>
          </p:cNvSpPr>
          <p:nvPr>
            <p:ph type="body" sz="quarter" idx="32"/>
          </p:nvPr>
        </p:nvSpPr>
        <p:spPr>
          <a:xfrm>
            <a:off x="3657600" y="29718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31" name="Text Placeholder 28"/>
          <p:cNvSpPr>
            <a:spLocks noGrp="1"/>
          </p:cNvSpPr>
          <p:nvPr>
            <p:ph type="body" sz="quarter" idx="33"/>
          </p:nvPr>
        </p:nvSpPr>
        <p:spPr>
          <a:xfrm>
            <a:off x="6553200" y="29718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36" name="Text Placeholder 28"/>
          <p:cNvSpPr>
            <a:spLocks noGrp="1"/>
          </p:cNvSpPr>
          <p:nvPr>
            <p:ph type="body" sz="quarter" idx="34"/>
          </p:nvPr>
        </p:nvSpPr>
        <p:spPr>
          <a:xfrm>
            <a:off x="838200" y="54102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39" name="Text Placeholder 28"/>
          <p:cNvSpPr>
            <a:spLocks noGrp="1"/>
          </p:cNvSpPr>
          <p:nvPr>
            <p:ph type="body" sz="quarter" idx="35"/>
          </p:nvPr>
        </p:nvSpPr>
        <p:spPr>
          <a:xfrm>
            <a:off x="3657600" y="54102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42" name="Text Placeholder 28"/>
          <p:cNvSpPr>
            <a:spLocks noGrp="1"/>
          </p:cNvSpPr>
          <p:nvPr>
            <p:ph type="body" sz="quarter" idx="36"/>
          </p:nvPr>
        </p:nvSpPr>
        <p:spPr>
          <a:xfrm>
            <a:off x="6553200" y="5410200"/>
            <a:ext cx="2057400" cy="304800"/>
          </a:xfrm>
        </p:spPr>
        <p:txBody>
          <a:bodyPr>
            <a:noAutofit/>
          </a:bodyPr>
          <a:lstStyle>
            <a:lvl1pPr>
              <a:buFontTx/>
              <a:buNone/>
              <a:defRPr sz="15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40" name="Footer Placeholder 3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41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55FBF-D8A6-4F49-9F21-CC9C60E91D00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push dir="r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4" grpId="0" animBg="1"/>
      <p:bldP spid="26" grpId="0" animBg="1"/>
      <p:bldP spid="28" grpId="0" animBg="1"/>
      <p:bldP spid="30" grpId="0" animBg="1"/>
      <p:bldP spid="34" grpId="0" animBg="1"/>
      <p:bldP spid="35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3400" y="1372811"/>
            <a:ext cx="8077200" cy="6097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>
              <a:solidFill>
                <a:srgbClr val="FFFFFF"/>
              </a:solidFill>
              <a:ea typeface="Arial" pitchFamily="-106" charset="0"/>
              <a:cs typeface="Arial" pitchFamily="-106" charset="0"/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2590800" y="1371600"/>
            <a:ext cx="0" cy="609600"/>
          </a:xfrm>
          <a:prstGeom prst="lin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6324600" y="1371600"/>
            <a:ext cx="0" cy="609600"/>
          </a:xfrm>
          <a:prstGeom prst="lin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5105400" y="1373188"/>
            <a:ext cx="0" cy="609600"/>
          </a:xfrm>
          <a:prstGeom prst="lin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24" name="Picture 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533400" y="2590800"/>
            <a:ext cx="990600" cy="914400"/>
          </a:xfrm>
          <a:prstGeom prst="round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endParaRPr lang="en-JM" noProof="0" dirty="0"/>
          </a:p>
        </p:txBody>
      </p:sp>
      <p:sp>
        <p:nvSpPr>
          <p:cNvPr id="29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533400" y="4419600"/>
            <a:ext cx="990600" cy="914400"/>
          </a:xfrm>
          <a:prstGeom prst="round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endParaRPr lang="en-JM" noProof="0" dirty="0"/>
          </a:p>
        </p:txBody>
      </p:sp>
      <p:sp>
        <p:nvSpPr>
          <p:cNvPr id="30" name="Picture Placeholder 27"/>
          <p:cNvSpPr>
            <a:spLocks noGrp="1"/>
          </p:cNvSpPr>
          <p:nvPr>
            <p:ph type="pic" sz="quarter" idx="15"/>
          </p:nvPr>
        </p:nvSpPr>
        <p:spPr>
          <a:xfrm>
            <a:off x="4724400" y="4419600"/>
            <a:ext cx="990600" cy="914400"/>
          </a:xfrm>
          <a:prstGeom prst="round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endParaRPr lang="en-JM" noProof="0" dirty="0"/>
          </a:p>
        </p:txBody>
      </p:sp>
      <p:sp>
        <p:nvSpPr>
          <p:cNvPr id="31" name="Picture Placeholder 27"/>
          <p:cNvSpPr>
            <a:spLocks noGrp="1"/>
          </p:cNvSpPr>
          <p:nvPr>
            <p:ph type="pic" sz="quarter" idx="16"/>
          </p:nvPr>
        </p:nvSpPr>
        <p:spPr>
          <a:xfrm>
            <a:off x="4724400" y="2590800"/>
            <a:ext cx="990600" cy="914400"/>
          </a:xfrm>
          <a:prstGeom prst="round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endParaRPr lang="en-JM" noProof="0" dirty="0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1676400" y="2438400"/>
            <a:ext cx="2209800" cy="304800"/>
          </a:xfrm>
        </p:spPr>
        <p:txBody>
          <a:bodyPr>
            <a:noAutofit/>
          </a:bodyPr>
          <a:lstStyle>
            <a:lvl1pPr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35" name="Content Placeholder 34"/>
          <p:cNvSpPr>
            <a:spLocks noGrp="1"/>
          </p:cNvSpPr>
          <p:nvPr>
            <p:ph sz="quarter" idx="18"/>
          </p:nvPr>
        </p:nvSpPr>
        <p:spPr>
          <a:xfrm>
            <a:off x="1676400" y="2819400"/>
            <a:ext cx="2971800" cy="1066800"/>
          </a:xfrm>
        </p:spPr>
        <p:txBody>
          <a:bodyPr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36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867400" y="2438400"/>
            <a:ext cx="2209800" cy="304800"/>
          </a:xfrm>
        </p:spPr>
        <p:txBody>
          <a:bodyPr>
            <a:noAutofit/>
          </a:bodyPr>
          <a:lstStyle>
            <a:lvl1pPr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37" name="Content Placeholder 34"/>
          <p:cNvSpPr>
            <a:spLocks noGrp="1"/>
          </p:cNvSpPr>
          <p:nvPr>
            <p:ph sz="quarter" idx="20"/>
          </p:nvPr>
        </p:nvSpPr>
        <p:spPr>
          <a:xfrm>
            <a:off x="5867400" y="2819400"/>
            <a:ext cx="2971800" cy="10668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38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1676400" y="4267200"/>
            <a:ext cx="2209800" cy="304800"/>
          </a:xfrm>
        </p:spPr>
        <p:txBody>
          <a:bodyPr>
            <a:noAutofit/>
          </a:bodyPr>
          <a:lstStyle>
            <a:lvl1pPr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39" name="Content Placeholder 34"/>
          <p:cNvSpPr>
            <a:spLocks noGrp="1"/>
          </p:cNvSpPr>
          <p:nvPr>
            <p:ph sz="quarter" idx="22"/>
          </p:nvPr>
        </p:nvSpPr>
        <p:spPr>
          <a:xfrm>
            <a:off x="1676400" y="4648200"/>
            <a:ext cx="2971800" cy="10668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40" name="Text Placeholder 32"/>
          <p:cNvSpPr>
            <a:spLocks noGrp="1"/>
          </p:cNvSpPr>
          <p:nvPr>
            <p:ph type="body" sz="quarter" idx="23"/>
          </p:nvPr>
        </p:nvSpPr>
        <p:spPr>
          <a:xfrm>
            <a:off x="5867400" y="4267200"/>
            <a:ext cx="2209800" cy="304800"/>
          </a:xfrm>
        </p:spPr>
        <p:txBody>
          <a:bodyPr>
            <a:noAutofit/>
          </a:bodyPr>
          <a:lstStyle>
            <a:lvl1pPr>
              <a:buNone/>
              <a:defRPr sz="1800" b="0">
                <a:solidFill>
                  <a:srgbClr val="F2652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41" name="Content Placeholder 34"/>
          <p:cNvSpPr>
            <a:spLocks noGrp="1"/>
          </p:cNvSpPr>
          <p:nvPr>
            <p:ph sz="quarter" idx="24"/>
          </p:nvPr>
        </p:nvSpPr>
        <p:spPr>
          <a:xfrm>
            <a:off x="5867400" y="4648200"/>
            <a:ext cx="2971800" cy="10668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5"/>
          </p:nvPr>
        </p:nvSpPr>
        <p:spPr>
          <a:xfrm>
            <a:off x="609600" y="1524000"/>
            <a:ext cx="1905000" cy="304800"/>
          </a:xfrm>
        </p:spPr>
        <p:txBody>
          <a:bodyPr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34" name="Text Placeholder 31"/>
          <p:cNvSpPr>
            <a:spLocks noGrp="1"/>
          </p:cNvSpPr>
          <p:nvPr>
            <p:ph type="body" sz="quarter" idx="26"/>
          </p:nvPr>
        </p:nvSpPr>
        <p:spPr>
          <a:xfrm>
            <a:off x="2819400" y="1524000"/>
            <a:ext cx="1905000" cy="304800"/>
          </a:xfrm>
        </p:spPr>
        <p:txBody>
          <a:bodyPr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42" name="Text Placeholder 31"/>
          <p:cNvSpPr>
            <a:spLocks noGrp="1"/>
          </p:cNvSpPr>
          <p:nvPr>
            <p:ph type="body" sz="quarter" idx="27"/>
          </p:nvPr>
        </p:nvSpPr>
        <p:spPr>
          <a:xfrm>
            <a:off x="6477000" y="1524000"/>
            <a:ext cx="1905000" cy="304800"/>
          </a:xfrm>
        </p:spPr>
        <p:txBody>
          <a:bodyPr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43" name="Text Placeholder 31"/>
          <p:cNvSpPr>
            <a:spLocks noGrp="1"/>
          </p:cNvSpPr>
          <p:nvPr>
            <p:ph type="body" sz="quarter" idx="28"/>
          </p:nvPr>
        </p:nvSpPr>
        <p:spPr>
          <a:xfrm>
            <a:off x="5181600" y="1524000"/>
            <a:ext cx="1066800" cy="304800"/>
          </a:xfrm>
        </p:spPr>
        <p:txBody>
          <a:bodyPr>
            <a:noAutofit/>
          </a:bodyPr>
          <a:lstStyle>
            <a:lvl1pPr>
              <a:buNone/>
              <a:defRPr sz="18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5" name="Footer Placeholder 3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26" name="Slide Number Placeholder 4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2F7E8-8DD0-D64F-A564-8BBBAA149D0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352800" y="2057400"/>
            <a:ext cx="2514600" cy="3581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172200" y="2057400"/>
            <a:ext cx="2514600" cy="3581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533400" y="2057400"/>
            <a:ext cx="2514600" cy="3581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8" name="Content Placeholder 38"/>
          <p:cNvSpPr>
            <a:spLocks noGrp="1"/>
          </p:cNvSpPr>
          <p:nvPr>
            <p:ph sz="quarter" idx="40"/>
          </p:nvPr>
        </p:nvSpPr>
        <p:spPr>
          <a:xfrm>
            <a:off x="533400" y="1524000"/>
            <a:ext cx="2362200" cy="381000"/>
          </a:xfrm>
          <a:solidFill>
            <a:srgbClr val="FFD988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9" name="Content Placeholder 38"/>
          <p:cNvSpPr>
            <a:spLocks noGrp="1"/>
          </p:cNvSpPr>
          <p:nvPr>
            <p:ph sz="quarter" idx="41"/>
          </p:nvPr>
        </p:nvSpPr>
        <p:spPr>
          <a:xfrm>
            <a:off x="3429000" y="1524000"/>
            <a:ext cx="2362200" cy="381000"/>
          </a:xfrm>
          <a:solidFill>
            <a:srgbClr val="FFD988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20" name="Content Placeholder 38"/>
          <p:cNvSpPr>
            <a:spLocks noGrp="1"/>
          </p:cNvSpPr>
          <p:nvPr>
            <p:ph sz="quarter" idx="42"/>
          </p:nvPr>
        </p:nvSpPr>
        <p:spPr>
          <a:xfrm>
            <a:off x="6172200" y="1524000"/>
            <a:ext cx="2362200" cy="381000"/>
          </a:xfrm>
          <a:solidFill>
            <a:srgbClr val="FFD988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088E0-FCAC-8747-95AF-08BE929654C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pull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8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343400" y="2057400"/>
            <a:ext cx="3352800" cy="3581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533400" y="2057400"/>
            <a:ext cx="3352800" cy="3581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18" name="Content Placeholder 38"/>
          <p:cNvSpPr>
            <a:spLocks noGrp="1"/>
          </p:cNvSpPr>
          <p:nvPr>
            <p:ph sz="quarter" idx="40"/>
          </p:nvPr>
        </p:nvSpPr>
        <p:spPr>
          <a:xfrm>
            <a:off x="533400" y="1524000"/>
            <a:ext cx="3048000" cy="381000"/>
          </a:xfrm>
          <a:solidFill>
            <a:srgbClr val="FFD988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9" name="Content Placeholder 38"/>
          <p:cNvSpPr>
            <a:spLocks noGrp="1"/>
          </p:cNvSpPr>
          <p:nvPr>
            <p:ph sz="quarter" idx="41"/>
          </p:nvPr>
        </p:nvSpPr>
        <p:spPr>
          <a:xfrm>
            <a:off x="4343400" y="1524000"/>
            <a:ext cx="3048000" cy="381000"/>
          </a:xfrm>
          <a:solidFill>
            <a:srgbClr val="FFD988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tx1">
                    <a:lumMod val="85000"/>
                    <a:lumOff val="15000"/>
                  </a:schemeClr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C5BFB-2DFA-7840-846F-F9D55376285A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257800" y="2209800"/>
            <a:ext cx="3429000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257800" y="3048000"/>
            <a:ext cx="3429000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257800" y="4876800"/>
            <a:ext cx="3429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4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1219200"/>
            <a:ext cx="8229600" cy="6858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533400" y="2209800"/>
            <a:ext cx="4419600" cy="3276600"/>
          </a:xfrm>
          <a:ln w="38100">
            <a:solidFill>
              <a:schemeClr val="bg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257800" y="2209800"/>
            <a:ext cx="3352800" cy="6858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5257800" y="3048000"/>
            <a:ext cx="3352800" cy="16764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257800" y="4876800"/>
            <a:ext cx="3352800" cy="6096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831CA-D0B5-3A4F-AD5A-644B9C0E9DE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wipe dir="r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0" y="1219200"/>
            <a:ext cx="9144000" cy="32766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304800" y="4648200"/>
            <a:ext cx="8534400" cy="14478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600"/>
            </a:lvl1pPr>
          </a:lstStyle>
          <a:p>
            <a:pPr lvl="0"/>
            <a:endParaRPr lang="en-JM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89DBA-61CF-E849-99DE-FCC55B56151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410200" y="2514600"/>
            <a:ext cx="3429000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410200" y="3352800"/>
            <a:ext cx="3429000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5410200" y="5181600"/>
            <a:ext cx="3429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JM" sz="1600" b="1">
              <a:solidFill>
                <a:srgbClr val="404040"/>
              </a:solidFill>
              <a:ea typeface="Arial" pitchFamily="-106" charset="0"/>
              <a:cs typeface="Arial" pitchFamily="-106" charset="0"/>
            </a:endParaRPr>
          </a:p>
        </p:txBody>
      </p: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1219200"/>
            <a:ext cx="5181600" cy="4648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0" name="Content Placeholder 38"/>
          <p:cNvSpPr>
            <a:spLocks noGrp="1"/>
          </p:cNvSpPr>
          <p:nvPr>
            <p:ph sz="quarter" idx="36"/>
          </p:nvPr>
        </p:nvSpPr>
        <p:spPr>
          <a:xfrm>
            <a:off x="5410200" y="1371600"/>
            <a:ext cx="2819400" cy="381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Content Placeholder 38"/>
          <p:cNvSpPr>
            <a:spLocks noGrp="1"/>
          </p:cNvSpPr>
          <p:nvPr>
            <p:ph sz="quarter" idx="37"/>
          </p:nvPr>
        </p:nvSpPr>
        <p:spPr>
          <a:xfrm>
            <a:off x="5410200" y="1828800"/>
            <a:ext cx="2286000" cy="381000"/>
          </a:xfrm>
          <a:solidFill>
            <a:srgbClr val="F26521"/>
          </a:solidFill>
        </p:spPr>
        <p:txBody>
          <a:bodyPr anchor="ctr">
            <a:noAutofit/>
          </a:bodyPr>
          <a:lstStyle>
            <a:lvl1pPr algn="l"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5486400" y="2514600"/>
            <a:ext cx="3429000" cy="6858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5486400" y="5181600"/>
            <a:ext cx="3429000" cy="6096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38"/>
          </p:nvPr>
        </p:nvSpPr>
        <p:spPr>
          <a:xfrm>
            <a:off x="5486400" y="3352800"/>
            <a:ext cx="3429000" cy="1676400"/>
          </a:xfrm>
        </p:spPr>
        <p:txBody>
          <a:bodyPr>
            <a:normAutofit/>
          </a:bodyPr>
          <a:lstStyle>
            <a:lvl1pPr>
              <a:buNone/>
              <a:defRPr sz="1500"/>
            </a:lvl1pPr>
          </a:lstStyle>
          <a:p>
            <a:pPr lvl="0"/>
            <a:endParaRPr lang="en-JM" dirty="0"/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1F421-7EA8-4747-940B-74D5D569D8D5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09600" y="1981200"/>
            <a:ext cx="7848600" cy="3048000"/>
          </a:xfrm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57200" y="1447800"/>
            <a:ext cx="8229600" cy="381000"/>
          </a:xfrm>
        </p:spPr>
        <p:txBody>
          <a:bodyPr>
            <a:noAutofit/>
          </a:bodyPr>
          <a:lstStyle>
            <a:lvl1pPr algn="l">
              <a:buNone/>
              <a:defRPr sz="1800" b="0">
                <a:latin typeface="Bebas Neue" pitchFamily="34" charset="0"/>
              </a:defRPr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endParaRPr lang="en-JM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609600" y="5181600"/>
            <a:ext cx="7924800" cy="6096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4A288-F01E-3C4E-ABAC-CD72B5657849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split orient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Are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JM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533400" y="2057400"/>
            <a:ext cx="3048000" cy="1219200"/>
          </a:xfrm>
        </p:spPr>
        <p:txBody>
          <a:bodyPr>
            <a:noAutofit/>
          </a:bodyPr>
          <a:lstStyle>
            <a:lvl1pPr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4343400" y="2057400"/>
            <a:ext cx="3048000" cy="1219200"/>
          </a:xfrm>
        </p:spPr>
        <p:txBody>
          <a:bodyPr>
            <a:noAutofit/>
          </a:bodyPr>
          <a:lstStyle>
            <a:lvl1pPr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33400" y="4495800"/>
            <a:ext cx="3048000" cy="1219200"/>
          </a:xfrm>
        </p:spPr>
        <p:txBody>
          <a:bodyPr>
            <a:noAutofit/>
          </a:bodyPr>
          <a:lstStyle>
            <a:lvl1pPr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4343400" y="4495800"/>
            <a:ext cx="3048000" cy="1219200"/>
          </a:xfrm>
        </p:spPr>
        <p:txBody>
          <a:bodyPr>
            <a:noAutofit/>
          </a:bodyPr>
          <a:lstStyle>
            <a:lvl1pPr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7"/>
          </p:nvPr>
        </p:nvSpPr>
        <p:spPr>
          <a:xfrm>
            <a:off x="533400" y="1524000"/>
            <a:ext cx="2667000" cy="381000"/>
          </a:xfrm>
          <a:solidFill>
            <a:srgbClr val="F26521"/>
          </a:solidFill>
        </p:spPr>
        <p:txBody>
          <a:bodyPr>
            <a:noAutofit/>
          </a:bodyPr>
          <a:lstStyle>
            <a:lvl1pPr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27" name="Text Placeholder 25"/>
          <p:cNvSpPr>
            <a:spLocks noGrp="1"/>
          </p:cNvSpPr>
          <p:nvPr>
            <p:ph type="body" sz="quarter" idx="18"/>
          </p:nvPr>
        </p:nvSpPr>
        <p:spPr>
          <a:xfrm>
            <a:off x="4343400" y="1524000"/>
            <a:ext cx="2667000" cy="381000"/>
          </a:xfrm>
          <a:solidFill>
            <a:srgbClr val="F26521"/>
          </a:solidFill>
        </p:spPr>
        <p:txBody>
          <a:bodyPr>
            <a:noAutofit/>
          </a:bodyPr>
          <a:lstStyle>
            <a:lvl1pPr>
              <a:buNone/>
              <a:defRPr lang="en-JM" sz="1800" b="0" kern="1200" dirty="0">
                <a:solidFill>
                  <a:schemeClr val="bg1"/>
                </a:solidFill>
                <a:latin typeface="Bebas Neue" pitchFamily="34" charset="0"/>
                <a:ea typeface="+mn-ea"/>
                <a:cs typeface="+mn-cs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19"/>
          </p:nvPr>
        </p:nvSpPr>
        <p:spPr>
          <a:xfrm>
            <a:off x="4343400" y="3962400"/>
            <a:ext cx="2667000" cy="381000"/>
          </a:xfrm>
          <a:solidFill>
            <a:srgbClr val="F26521"/>
          </a:solidFill>
        </p:spPr>
        <p:txBody>
          <a:bodyPr>
            <a:noAutofit/>
          </a:bodyPr>
          <a:lstStyle>
            <a:lvl1pPr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29" name="Text Placeholder 25"/>
          <p:cNvSpPr>
            <a:spLocks noGrp="1"/>
          </p:cNvSpPr>
          <p:nvPr>
            <p:ph type="body" sz="quarter" idx="20"/>
          </p:nvPr>
        </p:nvSpPr>
        <p:spPr>
          <a:xfrm>
            <a:off x="533400" y="3962400"/>
            <a:ext cx="2667000" cy="381000"/>
          </a:xfrm>
          <a:solidFill>
            <a:srgbClr val="F26521"/>
          </a:solidFill>
        </p:spPr>
        <p:txBody>
          <a:bodyPr>
            <a:noAutofit/>
          </a:bodyPr>
          <a:lstStyle>
            <a:lvl1pPr>
              <a:buNone/>
              <a:defRPr sz="1800" b="0">
                <a:solidFill>
                  <a:schemeClr val="bg1"/>
                </a:solidFill>
                <a:latin typeface="Bebas Neue" pitchFamily="34" charset="0"/>
              </a:defRPr>
            </a:lvl1pPr>
            <a:lvl2pPr>
              <a:defRPr sz="1600" b="1">
                <a:solidFill>
                  <a:srgbClr val="CC3399"/>
                </a:solidFill>
              </a:defRPr>
            </a:lvl2pPr>
            <a:lvl3pPr>
              <a:defRPr sz="1600" b="1">
                <a:solidFill>
                  <a:srgbClr val="CC3399"/>
                </a:solidFill>
              </a:defRPr>
            </a:lvl3pPr>
            <a:lvl4pPr>
              <a:defRPr sz="1600" b="1">
                <a:solidFill>
                  <a:srgbClr val="CC3399"/>
                </a:solidFill>
              </a:defRPr>
            </a:lvl4pPr>
            <a:lvl5pPr>
              <a:defRPr sz="1600" b="1">
                <a:solidFill>
                  <a:srgbClr val="CC3399"/>
                </a:solidFill>
              </a:defRPr>
            </a:lvl5pPr>
          </a:lstStyle>
          <a:p>
            <a:pPr lvl="0"/>
            <a:endParaRPr lang="en-JM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C8E90-CA79-934D-9DA0-DF934F65AD68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  <p:transition xmlns:p14="http://schemas.microsoft.com/office/powerpoint/2010/main" spd="med">
    <p:split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JM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33400" y="2209800"/>
            <a:ext cx="4343400" cy="2895600"/>
          </a:xfrm>
          <a:ln w="38100">
            <a:solidFill>
              <a:schemeClr val="bg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defRPr sz="1400"/>
            </a:lvl1pPr>
          </a:lstStyle>
          <a:p>
            <a:pPr lvl="0"/>
            <a:endParaRPr lang="en-JM" noProof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200" y="1143000"/>
            <a:ext cx="8077200" cy="457200"/>
          </a:xfrm>
        </p:spPr>
        <p:txBody>
          <a:bodyPr>
            <a:no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105400" y="2514600"/>
            <a:ext cx="3276600" cy="2286000"/>
          </a:xfrm>
        </p:spPr>
        <p:txBody>
          <a:bodyPr>
            <a:normAutofit/>
          </a:bodyPr>
          <a:lstStyle>
            <a:lvl1pPr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C1ED9-8A27-9742-A928-312A743E24CE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JM" sz="1600">
                <a:solidFill>
                  <a:srgbClr val="7F7F7F"/>
                </a:solidFill>
                <a:latin typeface="Bebas Neue" pitchFamily="34" charset="0"/>
              </a:rPr>
              <a:t>                 mach37 </a:t>
            </a:r>
            <a:r>
              <a:rPr lang="en-US" sz="1600">
                <a:solidFill>
                  <a:srgbClr val="A6A6A6"/>
                </a:solidFill>
                <a:latin typeface="Bebas Neue" pitchFamily="34" charset="0"/>
              </a:rPr>
              <a:t>2214 Rock Hill Road, Suite  370,  Herndon,  VA  20170</a:t>
            </a:r>
            <a:endParaRPr lang="en-JM" sz="1600">
              <a:solidFill>
                <a:srgbClr val="7F7F7F"/>
              </a:solidFill>
              <a:latin typeface="Bebas Neue" pitchFamily="34" charset="0"/>
            </a:endParaRPr>
          </a:p>
        </p:txBody>
      </p:sp>
      <p:pic>
        <p:nvPicPr>
          <p:cNvPr id="7" name="Picture 1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5334000" y="6324600"/>
            <a:ext cx="3352800" cy="533400"/>
          </a:xfrm>
          <a:prstGeom prst="rect">
            <a:avLst/>
          </a:prstGeom>
          <a:solidFill>
            <a:srgbClr val="F26521"/>
          </a:solidFill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Bebas Neue" pitchFamily="34" charset="0"/>
              </a:rPr>
              <a:t>www.mach37.com</a:t>
            </a:r>
            <a:endParaRPr lang="en-JM" sz="1600">
              <a:solidFill>
                <a:schemeClr val="bg1"/>
              </a:solidFill>
              <a:latin typeface="Bebas Neue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JM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33400" y="1752600"/>
            <a:ext cx="8153400" cy="2971800"/>
          </a:xfrm>
        </p:spPr>
        <p:txBody>
          <a:bodyPr>
            <a:normAutofit/>
          </a:bodyPr>
          <a:lstStyle>
            <a:lvl1pPr algn="l">
              <a:buNone/>
              <a:defRPr sz="5400">
                <a:latin typeface="Bebas Neue" pitchFamily="34" charset="0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533400" y="4800600"/>
            <a:ext cx="6781800" cy="762000"/>
          </a:xfrm>
        </p:spPr>
        <p:txBody>
          <a:bodyPr>
            <a:noAutofit/>
          </a:bodyPr>
          <a:lstStyle>
            <a:lvl1pPr algn="l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JM"/>
              <a:t>PUT THE NAME OF YOUR COMPANY HERE</a:t>
            </a:r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1D93B-1B29-8B4F-9C0C-815F306B3FC3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379251-BEB0-ED40-AD6A-B7435ADF0078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B108D-49BD-D345-8D50-692CF7F3B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7BC6F-E0B5-FD48-AA07-9A27EFD3EFC3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95DCC-BB54-AF42-ADBF-44EA467879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6FC5D-A5E5-4744-B6A2-B02DABCD7103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D5454-968E-D043-BCB5-0FC41F1C83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14AD7-9B21-1D44-A70F-FE8FB3748BBC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65B7D-603D-D743-B1C0-E89283681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372A8-30B3-CC4B-A630-B3B5A884AE41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9D152-9E15-354A-BEE0-9AD214273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45A2A-CC69-E042-B237-6C3A7B5BA4E2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5A15D-F233-DC46-BD0B-745BBDCB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13780-12DE-C54A-9391-83896040FAC7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B515D-5DBE-1948-9653-6665772F22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1E5C4-2FF0-014E-990B-975DA807AAB5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1FBA2-3EF0-8042-9F30-A1F3BD4853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8F6CE-5B64-CA4C-9E2A-EA155904978B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24B18-1C10-FE4A-89D2-8F51DA907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31C1A-6FA4-724A-9F8A-7B74CA7CC29E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A0A67-887B-E64F-8EC1-0DF34BFE16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B36D7-2A7D-9E45-9999-3DE50A988D21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4A726-CC4E-5D45-8D83-AF197DF74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68D8D-0A0F-3042-B46D-EBDB9BC9426B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AEBF8-D1AB-0E47-BA55-F311AC2E9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2D943-952F-9440-BE3A-418A1BD1AF97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9CD38-F059-FB4A-B280-85E6D4F1EF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68D74-3FCE-D84D-9220-DDE5E1593E25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DD8D-3849-6040-B76D-7FCDB8AAE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3CA0E-22A2-1F49-882B-5011583F958E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8F794-5D3F-C14B-A545-00FD13671D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4530B-7743-864F-B69B-EBD0DA1528CF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73CF-7ACA-354A-B4AD-8D1120A1F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4EEB-5C06-7D4F-BC44-7CB73998DC9C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17912-C41C-004E-888E-4FE6DA55FB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EA089-7218-DF43-88E1-DDB70ED0046C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05F9C-19AA-2240-A03B-C8411A6B4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B30AD-1854-024B-BD85-4E3F45FAF2BA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02521-FB6D-3F49-AFC5-60B679B06A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3EDA1-AD28-B740-A978-43975BB65BE6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77819-228F-8B44-9E9C-AC5C21679A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52ABA-A55B-9846-A0E9-C9E5BE5900D6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5380E-DF3B-9549-870B-3A943FEF35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8C422-9017-E44C-879D-A93086D4C6F6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55D12-1672-3C45-A60E-4DCEB12C25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20A20-D97E-7349-A8AE-704B745C8E8D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072C9-CFCF-E248-A1D2-2DD004987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9E7CB-D464-ED48-9A86-5770C952BF7E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E620F-E3E2-3449-A46A-469898C78B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D69FF-6692-9E46-A417-45E32200918A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47918-395E-7044-A912-E097013919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FF69B-B382-2748-AC18-B7190A2E7A09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8E1C1-416D-ED4D-8964-39ADE5DCB9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7ADD9-B587-0842-809D-EDF102D20480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AA9B9-9BC1-F840-B685-3CFF3C1965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5714C-D09B-784A-8F87-46515C3BC96B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97567-7CC2-304B-AB77-28A1B403A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C9FDB-CA9B-944F-BDDD-2F595F155DBB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5252-0E40-3F4E-A0D2-CCF21CDE8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81BAD-D002-9241-AD9F-AADBA0C32857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E60AA-A707-754F-B8C2-C31E87CD5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F7F8E-68A2-8748-9977-AF65D6CECD00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EC9FD-26EE-9745-9F18-D504DE0963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269B5-BA08-1242-A18B-B546AA0ED02C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CE669-2A4F-5E44-B0BF-DAA1744C9B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CF177-AEB2-9F42-8687-A60DC25F4B4B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C258A-A2E3-4A4B-93E6-13F91BFFD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jpeg"/><Relationship Id="rId28" Type="http://schemas.openxmlformats.org/officeDocument/2006/relationships/image" Target="../media/image2.jpeg"/><Relationship Id="rId29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7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8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/>
          <p:cNvPicPr>
            <a:picLocks noChangeAspect="1"/>
          </p:cNvPicPr>
          <p:nvPr userDrawn="1"/>
        </p:nvPicPr>
        <p:blipFill>
          <a:blip r:embed="rId27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2"/>
          <p:cNvPicPr>
            <a:picLocks noChangeAspect="1"/>
          </p:cNvPicPr>
          <p:nvPr userDrawn="1"/>
        </p:nvPicPr>
        <p:blipFill>
          <a:blip r:embed="rId28"/>
          <a:srcRect/>
          <a:stretch>
            <a:fillRect/>
          </a:stretch>
        </p:blipFill>
        <p:spPr bwMode="auto">
          <a:xfrm>
            <a:off x="0" y="7620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50838"/>
            <a:ext cx="78486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JM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24600"/>
            <a:ext cx="5410200" cy="533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7F7F7F"/>
                </a:solidFill>
                <a:latin typeface="Bebas Neue" pitchFamily="34" charset="0"/>
              </a:defRPr>
            </a:lvl1pPr>
          </a:lstStyle>
          <a:p>
            <a:r>
              <a:rPr lang="en-JM" dirty="0" smtClean="0"/>
              <a:t>        MACH37 	</a:t>
            </a:r>
            <a:r>
              <a:rPr lang="en-US" dirty="0" smtClean="0">
                <a:solidFill>
                  <a:srgbClr val="A6A6A6"/>
                </a:solidFill>
              </a:rPr>
              <a:t>2214 Rock Hill Road, Suite  370      </a:t>
            </a:r>
          </a:p>
          <a:p>
            <a:r>
              <a:rPr lang="en-US" dirty="0" smtClean="0">
                <a:solidFill>
                  <a:srgbClr val="A6A6A6"/>
                </a:solidFill>
              </a:rPr>
              <a:t>		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381000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6F9EFD2-33B7-D542-85FA-D5A10F00D6A4}" type="slidenum">
              <a:rPr lang="en-JM"/>
              <a:pPr>
                <a:defRPr/>
              </a:pPr>
              <a:t>‹#›</a:t>
            </a:fld>
            <a:endParaRPr lang="en-JM"/>
          </a:p>
        </p:txBody>
      </p:sp>
      <p:sp>
        <p:nvSpPr>
          <p:cNvPr id="8" name="Rectangle 7"/>
          <p:cNvSpPr/>
          <p:nvPr userDrawn="1"/>
        </p:nvSpPr>
        <p:spPr>
          <a:xfrm>
            <a:off x="0" y="381000"/>
            <a:ext cx="152400" cy="5334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JM">
                <a:solidFill>
                  <a:srgbClr val="FFFFFF"/>
                </a:solidFill>
                <a:ea typeface="Arial" pitchFamily="-106" charset="0"/>
                <a:cs typeface="Arial" pitchFamily="-106" charset="0"/>
              </a:rPr>
              <a:t>=</a:t>
            </a:r>
          </a:p>
        </p:txBody>
      </p:sp>
      <p:pic>
        <p:nvPicPr>
          <p:cNvPr id="1033" name="Picture 3"/>
          <p:cNvPicPr>
            <a:picLocks noChangeAspect="1"/>
          </p:cNvPicPr>
          <p:nvPr userDrawn="1"/>
        </p:nvPicPr>
        <p:blipFill>
          <a:blip r:embed="rId29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5334000" y="6324600"/>
            <a:ext cx="3352800" cy="533400"/>
          </a:xfrm>
          <a:prstGeom prst="rect">
            <a:avLst/>
          </a:prstGeom>
          <a:solidFill>
            <a:srgbClr val="F26521"/>
          </a:solidFill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Bebas Neue" pitchFamily="34" charset="0"/>
              </a:rPr>
              <a:t>www.mach37.com</a:t>
            </a:r>
            <a:endParaRPr lang="en-JM" sz="1600">
              <a:solidFill>
                <a:schemeClr val="bg1"/>
              </a:solidFill>
              <a:latin typeface="Bebas Neue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404040"/>
          </a:solidFill>
          <a:latin typeface="Bebas Neue" pitchFamily="34" charset="0"/>
          <a:ea typeface="Narkisim" pitchFamily="34" charset="0"/>
          <a:cs typeface="Narkisim" pitchFamily="34" charset="-79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Bebas Neue" pitchFamily="34" charset="0"/>
          <a:ea typeface="Narkisim" pitchFamily="34" charset="0"/>
          <a:cs typeface="Narkisim" pitchFamily="34" charset="-79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Bebas Neue" pitchFamily="34" charset="0"/>
          <a:ea typeface="Narkisim" pitchFamily="34" charset="0"/>
          <a:cs typeface="Narkisim" pitchFamily="34" charset="-79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Bebas Neue" pitchFamily="34" charset="0"/>
          <a:ea typeface="Narkisim" pitchFamily="34" charset="0"/>
          <a:cs typeface="Narkisim" pitchFamily="34" charset="-79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404040"/>
          </a:solidFill>
          <a:latin typeface="Bebas Neue" pitchFamily="34" charset="0"/>
          <a:ea typeface="Narkisim" pitchFamily="34" charset="0"/>
          <a:cs typeface="Narkisim" pitchFamily="34" charset="-79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pitchFamily="34" charset="0"/>
          <a:cs typeface="Narkisim" pitchFamily="34" charset="-79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pitchFamily="34" charset="0"/>
          <a:cs typeface="Narkisim" pitchFamily="34" charset="-79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pitchFamily="34" charset="0"/>
          <a:cs typeface="Narkisim" pitchFamily="34" charset="-79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" pitchFamily="34" charset="0"/>
          <a:cs typeface="Narkisim" pitchFamily="34" charset="-79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1600" kern="1200">
          <a:solidFill>
            <a:srgbClr val="262626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1600" kern="1200">
          <a:solidFill>
            <a:srgbClr val="262626"/>
          </a:solidFill>
          <a:latin typeface="+mn-lt"/>
          <a:ea typeface="ＭＳ Ｐゴシック" pitchFamily="-106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1600" kern="1200">
          <a:solidFill>
            <a:srgbClr val="262626"/>
          </a:solidFill>
          <a:latin typeface="+mn-lt"/>
          <a:ea typeface="ＭＳ Ｐゴシック" pitchFamily="-106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1600" kern="1200">
          <a:solidFill>
            <a:srgbClr val="262626"/>
          </a:solidFill>
          <a:latin typeface="+mn-lt"/>
          <a:ea typeface="ＭＳ Ｐゴシック" pitchFamily="-106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»"/>
        <a:defRPr sz="1600" kern="1200">
          <a:solidFill>
            <a:srgbClr val="262626"/>
          </a:solidFill>
          <a:latin typeface="+mn-lt"/>
          <a:ea typeface="ＭＳ Ｐゴシック" pitchFamily="-106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243B0F4-457E-114D-A481-1E2AAAD3E335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125230-FD28-3A4B-83B3-27C176CB12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3200" kern="12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8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24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»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EEAD74E-28F9-2F41-82B6-DCFD04874931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55D52C2-E8CF-C64D-A9A5-269E4E7523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3200" kern="12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8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24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»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22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9696272-CC1C-7A49-944E-F57DA7B490E0}" type="datetime1">
              <a:rPr lang="en-US"/>
              <a:pPr>
                <a:defRPr/>
              </a:pPr>
              <a:t>2015-6-4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F107FF-6A69-5749-B4C4-B44DAD4EB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3200" kern="12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8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•"/>
        <a:defRPr sz="24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–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106" charset="0"/>
        <a:buChar char="»"/>
        <a:defRPr sz="2000" kern="1200">
          <a:solidFill>
            <a:schemeClr val="tx1"/>
          </a:solidFill>
          <a:latin typeface="+mn-lt"/>
          <a:ea typeface="ＭＳ Ｐゴシック" pitchFamily="-106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246188" y="3722688"/>
            <a:ext cx="6602412" cy="1306512"/>
            <a:chOff x="2209800" y="2133600"/>
            <a:chExt cx="4894290" cy="1371600"/>
          </a:xfrm>
        </p:grpSpPr>
        <p:sp>
          <p:nvSpPr>
            <p:cNvPr id="12" name="Rectangle 11"/>
            <p:cNvSpPr/>
            <p:nvPr/>
          </p:nvSpPr>
          <p:spPr>
            <a:xfrm>
              <a:off x="2209800" y="2133600"/>
              <a:ext cx="4876800" cy="137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/>
              </a:soli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JM" sz="2400">
                <a:solidFill>
                  <a:srgbClr val="FFFFFF"/>
                </a:solidFill>
                <a:ea typeface="Arial" pitchFamily="-106" charset="0"/>
                <a:cs typeface="Arial" pitchFamily="-106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09800" y="2515248"/>
              <a:ext cx="152983" cy="608305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r>
                <a:rPr lang="en-JM" sz="2400">
                  <a:solidFill>
                    <a:srgbClr val="FFFFFF"/>
                  </a:solidFill>
                  <a:ea typeface="Arial" pitchFamily="-106" charset="0"/>
                  <a:cs typeface="Arial" pitchFamily="-106" charset="0"/>
                </a:rPr>
                <a:t>=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51107" y="2515248"/>
              <a:ext cx="152983" cy="608305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r>
                <a:rPr lang="en-JM" sz="2400">
                  <a:solidFill>
                    <a:srgbClr val="FFFFFF"/>
                  </a:solidFill>
                  <a:ea typeface="Arial" pitchFamily="-106" charset="0"/>
                  <a:cs typeface="Arial" pitchFamily="-106" charset="0"/>
                </a:rPr>
                <a:t>=</a:t>
              </a:r>
            </a:p>
          </p:txBody>
        </p:sp>
      </p:grpSp>
      <p:pic>
        <p:nvPicPr>
          <p:cNvPr id="66563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812925"/>
            <a:ext cx="1428750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>
            <a:normAutofit/>
          </a:bodyPr>
          <a:lstStyle/>
          <a:p>
            <a:r>
              <a:rPr lang="en-JM" sz="2400" dirty="0" smtClean="0">
                <a:solidFill>
                  <a:srgbClr val="898989"/>
                </a:solidFill>
              </a:rPr>
              <a:t>How Security Products Could Change The World</a:t>
            </a:r>
          </a:p>
          <a:p>
            <a:r>
              <a:rPr lang="en-JM" sz="2400" dirty="0" smtClean="0">
                <a:solidFill>
                  <a:srgbClr val="898989"/>
                </a:solidFill>
              </a:rPr>
              <a:t>…and Often Don’t</a:t>
            </a:r>
            <a:endParaRPr lang="en-JM" sz="2400" dirty="0" smtClean="0">
              <a:solidFill>
                <a:srgbClr val="898989"/>
              </a:solidFill>
            </a:endParaRPr>
          </a:p>
          <a:p>
            <a:r>
              <a:rPr lang="en-JM" sz="2400" dirty="0" smtClean="0">
                <a:solidFill>
                  <a:srgbClr val="898989"/>
                </a:solidFill>
              </a:rPr>
              <a:t>Bob </a:t>
            </a:r>
            <a:r>
              <a:rPr lang="en-JM" sz="2400" dirty="0" smtClean="0">
                <a:solidFill>
                  <a:srgbClr val="898989"/>
                </a:solidFill>
              </a:rPr>
              <a:t>Stratton</a:t>
            </a:r>
            <a:endParaRPr lang="en-JM" sz="2400" dirty="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Who is this guy?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TCP/IP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 zealot &amp; commercial s/w developer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baseline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Serial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security entrepreneur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err="1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Pentester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Researcher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Investor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dirty="0" err="1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InterCon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(ALU), UUNET (VZ), </a:t>
            </a:r>
            <a:r>
              <a:rPr lang="en-US" sz="3200" dirty="0" err="1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WheelGroup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(Cisco), SDI (</a:t>
            </a:r>
            <a:r>
              <a:rPr lang="en-US" sz="3200" dirty="0" err="1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Cylink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), IQT, Symantec…</a:t>
            </a: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961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The Gist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The Good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 and Bad of Products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How Value </a:t>
            </a:r>
            <a:r>
              <a:rPr lang="en-US" sz="2400" dirty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s Delivered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4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Why Even Great Innovations Face Resistance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Who Are the Gatekeepers?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Why Products are Different (from Services)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What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 Exactly Gets “Disrupted?”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4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Who Can Pull This Off?</a:t>
            </a:r>
            <a:endParaRPr kumimoji="0" lang="en-US" sz="2400" b="0" i="0" u="none" strike="noStrike" kern="1200" cap="none" spc="0" normalizeH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When </a:t>
            </a:r>
            <a:r>
              <a:rPr lang="en-US" sz="24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Is a Problem Not a Problem? Why Is That a Problem?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Where to Find People Who Share the Vision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Balancing Focus with Listening to Your Universe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The Market You Choose Guides Your Funding Needs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Possible End States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0296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Why Security Products Matter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28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Threats and Defenders are Asymmetric</a:t>
            </a:r>
            <a:endParaRPr lang="en-US" sz="28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2800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Services are great (and often fun) but…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28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We don’t </a:t>
            </a:r>
            <a:r>
              <a:rPr lang="en-US" sz="28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scale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2800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We can </a:t>
            </a:r>
            <a:r>
              <a:rPr lang="en-US" sz="2800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only bill so many hours in a year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kumimoji="0" lang="en-US" sz="2800" b="0" i="0" u="none" strike="noStrike" kern="1200" cap="none" spc="0" normalizeH="0" baseline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Products can capture</a:t>
            </a:r>
            <a:r>
              <a:rPr kumimoji="0" lang="en-US" sz="2800" b="0" i="0" u="none" strike="noStrike" kern="1200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 </a:t>
            </a:r>
            <a:r>
              <a:rPr kumimoji="0" lang="en-US" sz="2800" b="0" i="0" u="none" strike="noStrike" kern="1200" cap="none" spc="0" normalizeH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+mn-lt"/>
                <a:ea typeface="ＭＳ Ｐゴシック" pitchFamily="-106" charset="-128"/>
                <a:cs typeface="ＭＳ Ｐゴシック" pitchFamily="-106" charset="-128"/>
              </a:rPr>
              <a:t>rare expertise</a:t>
            </a:r>
            <a:endParaRPr kumimoji="0" lang="en-US" sz="2800" b="0" i="0" u="none" strike="noStrike" kern="1200" cap="none" spc="0" normalizeH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28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Making it more available to the world</a:t>
            </a:r>
            <a:endParaRPr lang="en-US" sz="28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2800" b="1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They can </a:t>
            </a:r>
            <a:r>
              <a:rPr lang="en-US" sz="2800" b="1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change the world</a:t>
            </a:r>
          </a:p>
        </p:txBody>
      </p:sp>
    </p:spTree>
    <p:extLst>
      <p:ext uri="{BB962C8B-B14F-4D97-AF65-F5344CB8AC3E}">
        <p14:creationId xmlns:p14="http://schemas.microsoft.com/office/powerpoint/2010/main" val="547917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Products Aren’t Panaceas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“The Good is the enemy of the Best”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Or the “good enough”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You can only choose certain battles to fight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Human factors matter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3787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There Are Enemies to Innovation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“Creative” competitors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Unenlightened consultants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indent="-457200" eaLnBrk="0" hangingPunct="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 industry </a:t>
            </a:r>
            <a:r>
              <a:rPr lang="en-US" sz="320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analyst industry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indent="-457200" eaLnBrk="0" hangingPunct="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Your own biases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8440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Names Matter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Industry Analysts: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Report on technology developments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Guide vendors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Help customers select products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Make money from everyone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Keepers of the categories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If people don’t know how to think of a product, they often won’t.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9670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Services/Products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5240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Consulting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Cheap to start, expensive to grow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Quick revenue, but there’s a cap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Disincentives to product innovation 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Customers like attention</a:t>
            </a: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0556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Services/Products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4478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Product companies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Takes longer to get to revenue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Have to spend $$$$ to build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Have to spend $$$$ to cut through noise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Customers still want attention(Support/QA)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Can find a variety of funding sources</a:t>
            </a: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271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Services/Products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4478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For product companies, it’s all relationships: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Sales channels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Marketing / “mindshare”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OEM / licensing partners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Wide array of possible end states</a:t>
            </a: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2899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What Gets Disrupted? 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Addresses a problem in a new way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Addresses the same old problem but 10x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Faster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Better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Cheaper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Is easier to use </a:t>
            </a: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 way real people use things</a:t>
            </a:r>
            <a:endParaRPr lang="en-US" sz="3200" u="sng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2800" noProof="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1428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When is a Problem Not a Problem?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 most important question for any product company is “What problem are you solving?”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 answer </a:t>
            </a:r>
            <a:r>
              <a:rPr lang="en-US" sz="3200" b="1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will never be 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1371600" lvl="2" indent="-457200" eaLnBrk="0" hangingPunct="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 statement of capabilities</a:t>
            </a:r>
          </a:p>
          <a:p>
            <a:pPr marL="1371600" lvl="2" indent="-457200" eaLnBrk="0" hangingPunct="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 technology description</a:t>
            </a:r>
          </a:p>
          <a:p>
            <a:pPr marL="1371600" lvl="2" indent="-457200" eaLnBrk="0" hangingPunct="0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 benefit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47761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Why is That a Problem?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Customers don’t walk around thinking about benefits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We don’t dislike sales people, we dislike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	</a:t>
            </a:r>
            <a:r>
              <a:rPr lang="en-US" sz="3200" b="1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	</a:t>
            </a:r>
            <a:r>
              <a:rPr lang="en-US" sz="3200" b="1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bad sales people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Good ones don’t even feel like sales conversations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3175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Who Can Pull This Off?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We are formed by the problems we have &amp; have solved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Remember that “relationships” thing?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It involves talking </a:t>
            </a: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&amp; listening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to people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Wealth / Fame / Control – select one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n-US" sz="2800" noProof="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	(but you might get two later)</a:t>
            </a:r>
            <a:endParaRPr lang="en-US" sz="2800" noProof="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7134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Sharing the Vision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Find frustrated people – root of innovation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Find People who want to have impact at scale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Find those more into building than talking</a:t>
            </a: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Long term vision and no tolerance for ceilings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330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Focus vs. Adaptation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The universe tells us what products to build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If we ask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Over and over and over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Balance: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 resolute focus on solving the problem</a:t>
            </a:r>
          </a:p>
          <a:p>
            <a:pPr marL="1257300" lvl="2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 constant willingness </a:t>
            </a: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to be wrong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and hear it.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1952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The Supporting Players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Investors </a:t>
            </a:r>
            <a:r>
              <a:rPr lang="en-US" sz="3200" u="sng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want</a:t>
            </a: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 to support real innovation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As many kinds of funding as companies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Angel, Inst. Angel, VC, Strategic VC, PE 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Product companies make tech media possible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People listen to what you have to say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4497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 smtClean="0">
                <a:cs typeface="Narkisim" pitchFamily="34" charset="0"/>
              </a:rPr>
              <a:t>End States</a:t>
            </a:r>
            <a:endParaRPr lang="en-US" sz="3600" b="1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It’s hard to innovate when you’re huge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Many buy, not build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“Powered by…”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-106" charset="0"/>
              <a:buChar char="•"/>
              <a:tabLst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White label</a:t>
            </a:r>
          </a:p>
          <a:p>
            <a:pPr marL="800100" lvl="1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Fame &amp; customer support vs. getting paid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-106" charset="0"/>
              <a:buChar char="•"/>
              <a:defRPr/>
            </a:pPr>
            <a:r>
              <a:rPr lang="en-US" sz="3200" dirty="0" smtClean="0">
                <a:solidFill>
                  <a:srgbClr val="262626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rPr>
              <a:t>IPO</a:t>
            </a: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n-US" sz="3200" dirty="0" smtClean="0">
              <a:solidFill>
                <a:srgbClr val="262626"/>
              </a:solidFill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0771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>
                <a:cs typeface="Narkisim" pitchFamily="34" charset="0"/>
              </a:rPr>
              <a:t>Thanks!</a:t>
            </a:r>
            <a:endParaRPr lang="en-US" sz="3600" dirty="0">
              <a:cs typeface="Narkisim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749300">
              <a:defRPr/>
            </a:pPr>
            <a:r>
              <a:rPr lang="en-JM" dirty="0"/>
              <a:t>MACH37 </a:t>
            </a:r>
            <a:r>
              <a:rPr lang="en-US" dirty="0">
                <a:solidFill>
                  <a:srgbClr val="A6A6A6"/>
                </a:solidFill>
              </a:rPr>
              <a:t>2214 Rock Hill Road, Suite  370      Herndon,  VA  20170</a:t>
            </a:r>
            <a:endParaRPr lang="en-JM" dirty="0">
              <a:solidFill>
                <a:srgbClr val="A6A6A6"/>
              </a:solidFill>
            </a:endParaRPr>
          </a:p>
        </p:txBody>
      </p:sp>
      <p:pic>
        <p:nvPicPr>
          <p:cNvPr id="6861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400800"/>
            <a:ext cx="39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Placeholder 1" descr="IMG_20131015_16071442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r="7778"/>
          <a:stretch>
            <a:fillRect/>
          </a:stretch>
        </p:blipFill>
        <p:spPr>
          <a:xfrm>
            <a:off x="533400" y="2209800"/>
            <a:ext cx="4343400" cy="2895600"/>
          </a:xfrm>
          <a:prstGeom prst="rect">
            <a:avLst/>
          </a:prstGeom>
          <a:ln>
            <a:solidFill>
              <a:srgbClr val="F26521"/>
            </a:solidFill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105400" y="2660650"/>
            <a:ext cx="3733800" cy="1442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</a:pPr>
            <a:r>
              <a:rPr lang="en-JM" sz="1600" dirty="0">
                <a:solidFill>
                  <a:srgbClr val="F26521"/>
                </a:solidFill>
                <a:latin typeface="Bebas Neue" pitchFamily="34" charset="0"/>
              </a:rPr>
              <a:t>Address: </a:t>
            </a: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	</a:t>
            </a:r>
            <a:r>
              <a:rPr lang="en-JM" sz="1600" dirty="0" smtClean="0">
                <a:solidFill>
                  <a:srgbClr val="262626"/>
                </a:solidFill>
              </a:rPr>
              <a:t>2214 Rock Hill Rd Suite 270</a:t>
            </a:r>
            <a:endParaRPr lang="en-JM" sz="1600" dirty="0">
              <a:solidFill>
                <a:srgbClr val="262626"/>
              </a:solidFill>
            </a:endParaRPr>
          </a:p>
          <a:p>
            <a:pPr>
              <a:lnSpc>
                <a:spcPct val="110000"/>
              </a:lnSpc>
            </a:pPr>
            <a:r>
              <a:rPr lang="en-JM" sz="1600" dirty="0">
                <a:solidFill>
                  <a:srgbClr val="F26521"/>
                </a:solidFill>
                <a:latin typeface="Bebas Neue" pitchFamily="34" charset="0"/>
              </a:rPr>
              <a:t>Website: </a:t>
            </a: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 </a:t>
            </a:r>
            <a:r>
              <a:rPr lang="en-JM" sz="1600" dirty="0" smtClean="0">
                <a:solidFill>
                  <a:srgbClr val="262626"/>
                </a:solidFill>
              </a:rPr>
              <a:t>www.mach37.com </a:t>
            </a:r>
            <a:endParaRPr lang="en-JM" sz="1600" dirty="0">
              <a:solidFill>
                <a:srgbClr val="262626"/>
              </a:solidFill>
            </a:endParaRPr>
          </a:p>
          <a:p>
            <a:pPr>
              <a:lnSpc>
                <a:spcPct val="110000"/>
              </a:lnSpc>
            </a:pPr>
            <a:r>
              <a:rPr lang="en-JM" sz="1600" dirty="0">
                <a:solidFill>
                  <a:srgbClr val="F26521"/>
                </a:solidFill>
                <a:latin typeface="Bebas Neue" pitchFamily="34" charset="0"/>
              </a:rPr>
              <a:t>Email:   </a:t>
            </a: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	</a:t>
            </a:r>
            <a:r>
              <a:rPr lang="en-JM" sz="1600" dirty="0" smtClean="0">
                <a:solidFill>
                  <a:srgbClr val="262626"/>
                </a:solidFill>
              </a:rPr>
              <a:t>Bob.Stratton@mach37.com</a:t>
            </a:r>
            <a:endParaRPr lang="en-JM" sz="1600" dirty="0">
              <a:solidFill>
                <a:srgbClr val="262626"/>
              </a:solidFill>
            </a:endParaRPr>
          </a:p>
          <a:p>
            <a:pPr>
              <a:lnSpc>
                <a:spcPct val="110000"/>
              </a:lnSpc>
            </a:pPr>
            <a:r>
              <a:rPr lang="en-JM" sz="1600" dirty="0">
                <a:solidFill>
                  <a:srgbClr val="F26521"/>
                </a:solidFill>
                <a:latin typeface="Bebas Neue" pitchFamily="34" charset="0"/>
              </a:rPr>
              <a:t>Phone</a:t>
            </a: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:  	</a:t>
            </a:r>
            <a:r>
              <a:rPr lang="en-JM" sz="1600" dirty="0" smtClean="0">
                <a:solidFill>
                  <a:srgbClr val="262626"/>
                </a:solidFill>
              </a:rPr>
              <a:t>703-956-6161  </a:t>
            </a:r>
          </a:p>
          <a:p>
            <a:pPr>
              <a:lnSpc>
                <a:spcPct val="110000"/>
              </a:lnSpc>
            </a:pP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Twitter</a:t>
            </a:r>
            <a:r>
              <a:rPr lang="en-JM" sz="1600" dirty="0">
                <a:solidFill>
                  <a:srgbClr val="F26521"/>
                </a:solidFill>
                <a:latin typeface="Bebas Neue" pitchFamily="34" charset="0"/>
              </a:rPr>
              <a:t>: 	</a:t>
            </a:r>
            <a:r>
              <a:rPr lang="en-JM" sz="1600" dirty="0" smtClean="0">
                <a:solidFill>
                  <a:srgbClr val="F26521"/>
                </a:solidFill>
                <a:latin typeface="Bebas Neue" pitchFamily="34" charset="0"/>
              </a:rPr>
              <a:t> </a:t>
            </a:r>
            <a:r>
              <a:rPr lang="en-JM" sz="1600" dirty="0" smtClean="0"/>
              <a:t>@strat </a:t>
            </a:r>
            <a:endParaRPr lang="en-JM" sz="16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102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7482</TotalTime>
  <Words>973</Words>
  <Application>Microsoft Macintosh PowerPoint</Application>
  <PresentationFormat>Letter Paper (8.5x11 in)</PresentationFormat>
  <Paragraphs>186</Paragraphs>
  <Slides>19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Office Theme</vt:lpstr>
      <vt:lpstr>2_Custom Design</vt:lpstr>
      <vt:lpstr>Custom Design</vt:lpstr>
      <vt:lpstr>1_Custom Design</vt:lpstr>
      <vt:lpstr>PowerPoint Presentation</vt:lpstr>
      <vt:lpstr>Who is this guy?</vt:lpstr>
      <vt:lpstr>The Gist</vt:lpstr>
      <vt:lpstr>Why Security Products Matter</vt:lpstr>
      <vt:lpstr>Products Aren’t Panaceas</vt:lpstr>
      <vt:lpstr>There Are Enemies to Innovation</vt:lpstr>
      <vt:lpstr>Names Matter</vt:lpstr>
      <vt:lpstr>Services/Products</vt:lpstr>
      <vt:lpstr>Services/Products</vt:lpstr>
      <vt:lpstr>Services/Products</vt:lpstr>
      <vt:lpstr>What Gets Disrupted? </vt:lpstr>
      <vt:lpstr>When is a Problem Not a Problem?</vt:lpstr>
      <vt:lpstr>Why is That a Problem?</vt:lpstr>
      <vt:lpstr>Who Can Pull This Off?</vt:lpstr>
      <vt:lpstr>Sharing the Vision</vt:lpstr>
      <vt:lpstr>Focus vs. Adaptation</vt:lpstr>
      <vt:lpstr>The Supporting Players</vt:lpstr>
      <vt:lpstr>End States</vt:lpstr>
      <vt:lpstr>Thanks!</vt:lpstr>
    </vt:vector>
  </TitlesOfParts>
  <Company>LIME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adrienne.reynolds</dc:creator>
  <cp:lastModifiedBy>Robert Stratton</cp:lastModifiedBy>
  <cp:revision>315</cp:revision>
  <cp:lastPrinted>2015-06-04T17:59:43Z</cp:lastPrinted>
  <dcterms:created xsi:type="dcterms:W3CDTF">2013-10-15T22:34:26Z</dcterms:created>
  <dcterms:modified xsi:type="dcterms:W3CDTF">2015-06-04T18:23:52Z</dcterms:modified>
</cp:coreProperties>
</file>