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2.xml" ContentType="application/vnd.openxmlformats-officedocument.theme+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3.xml" ContentType="application/vnd.openxmlformats-officedocument.theme+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4.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theme/theme5.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theme/theme6.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theme/theme7.xml" ContentType="application/vnd.openxmlformats-officedocument.theme+xml"/>
  <Override PartName="/ppt/tags/tag28.xml" ContentType="application/vnd.openxmlformats-officedocument.presentationml.tags+xml"/>
  <Override PartName="/ppt/tags/tag29.xml" ContentType="application/vnd.openxmlformats-officedocument.presentationml.tags+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85" r:id="rId2"/>
    <p:sldMasterId id="2147483697" r:id="rId3"/>
    <p:sldMasterId id="2147483723" r:id="rId4"/>
    <p:sldMasterId id="2147483737" r:id="rId5"/>
    <p:sldMasterId id="2147483753" r:id="rId6"/>
    <p:sldMasterId id="2147483833" r:id="rId7"/>
    <p:sldMasterId id="2147483847" r:id="rId8"/>
  </p:sldMasterIdLst>
  <p:notesMasterIdLst>
    <p:notesMasterId r:id="rId52"/>
  </p:notesMasterIdLst>
  <p:handoutMasterIdLst>
    <p:handoutMasterId r:id="rId53"/>
  </p:handoutMasterIdLst>
  <p:sldIdLst>
    <p:sldId id="319" r:id="rId9"/>
    <p:sldId id="442" r:id="rId10"/>
    <p:sldId id="441" r:id="rId11"/>
    <p:sldId id="400" r:id="rId12"/>
    <p:sldId id="399" r:id="rId13"/>
    <p:sldId id="438" r:id="rId14"/>
    <p:sldId id="451" r:id="rId15"/>
    <p:sldId id="439" r:id="rId16"/>
    <p:sldId id="443" r:id="rId17"/>
    <p:sldId id="452" r:id="rId18"/>
    <p:sldId id="409" r:id="rId19"/>
    <p:sldId id="411" r:id="rId20"/>
    <p:sldId id="412" r:id="rId21"/>
    <p:sldId id="413" r:id="rId22"/>
    <p:sldId id="414" r:id="rId23"/>
    <p:sldId id="415" r:id="rId24"/>
    <p:sldId id="416" r:id="rId25"/>
    <p:sldId id="417" r:id="rId26"/>
    <p:sldId id="453" r:id="rId27"/>
    <p:sldId id="454" r:id="rId28"/>
    <p:sldId id="418" r:id="rId29"/>
    <p:sldId id="419" r:id="rId30"/>
    <p:sldId id="420" r:id="rId31"/>
    <p:sldId id="421" r:id="rId32"/>
    <p:sldId id="424" r:id="rId33"/>
    <p:sldId id="425" r:id="rId34"/>
    <p:sldId id="426" r:id="rId35"/>
    <p:sldId id="427" r:id="rId36"/>
    <p:sldId id="428" r:id="rId37"/>
    <p:sldId id="430" r:id="rId38"/>
    <p:sldId id="431" r:id="rId39"/>
    <p:sldId id="444" r:id="rId40"/>
    <p:sldId id="446" r:id="rId41"/>
    <p:sldId id="406" r:id="rId42"/>
    <p:sldId id="407" r:id="rId43"/>
    <p:sldId id="445" r:id="rId44"/>
    <p:sldId id="387" r:id="rId45"/>
    <p:sldId id="384" r:id="rId46"/>
    <p:sldId id="327" r:id="rId47"/>
    <p:sldId id="448" r:id="rId48"/>
    <p:sldId id="333" r:id="rId49"/>
    <p:sldId id="385" r:id="rId50"/>
    <p:sldId id="447" r:id="rId51"/>
  </p:sldIdLst>
  <p:sldSz cx="12188825" cy="6858000"/>
  <p:notesSz cx="6858000" cy="9144000"/>
  <p:custDataLst>
    <p:tags r:id="rId5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816">
          <p15:clr>
            <a:srgbClr val="A4A3A4"/>
          </p15:clr>
        </p15:guide>
        <p15:guide id="3" orient="horz" pos="3840">
          <p15:clr>
            <a:srgbClr val="A4A3A4"/>
          </p15:clr>
        </p15:guide>
        <p15:guide id="4" orient="horz" pos="1056">
          <p15:clr>
            <a:srgbClr val="A4A3A4"/>
          </p15:clr>
        </p15:guide>
        <p15:guide id="5" pos="3839">
          <p15:clr>
            <a:srgbClr val="A4A3A4"/>
          </p15:clr>
        </p15:guide>
        <p15:guide id="6" pos="384">
          <p15:clr>
            <a:srgbClr val="A4A3A4"/>
          </p15:clr>
        </p15:guide>
        <p15:guide id="7" pos="7295">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73A0DAA-6AF3-43AB-8588-CEC1D06C72B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68" autoAdjust="0"/>
    <p:restoredTop sz="93419" autoAdjust="0"/>
  </p:normalViewPr>
  <p:slideViewPr>
    <p:cSldViewPr>
      <p:cViewPr varScale="1">
        <p:scale>
          <a:sx n="87" d="100"/>
          <a:sy n="87" d="100"/>
        </p:scale>
        <p:origin x="564" y="72"/>
      </p:cViewPr>
      <p:guideLst>
        <p:guide orient="horz" pos="2160"/>
        <p:guide orient="horz" pos="816"/>
        <p:guide orient="horz" pos="3840"/>
        <p:guide orient="horz" pos="1056"/>
        <p:guide pos="3839"/>
        <p:guide pos="384"/>
        <p:guide pos="7295"/>
      </p:guideLst>
    </p:cSldViewPr>
  </p:slideViewPr>
  <p:notesTextViewPr>
    <p:cViewPr>
      <p:scale>
        <a:sx n="1" d="1"/>
        <a:sy n="1" d="1"/>
      </p:scale>
      <p:origin x="0" y="0"/>
    </p:cViewPr>
  </p:notesTextViewPr>
  <p:sorterViewPr>
    <p:cViewPr>
      <p:scale>
        <a:sx n="100" d="100"/>
        <a:sy n="100" d="100"/>
      </p:scale>
      <p:origin x="0" y="7812"/>
    </p:cViewPr>
  </p:sorterViewPr>
  <p:notesViewPr>
    <p:cSldViewPr showGuides="1">
      <p:cViewPr>
        <p:scale>
          <a:sx n="100" d="100"/>
          <a:sy n="100" d="100"/>
        </p:scale>
        <p:origin x="-3468" y="87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slide" Target="slides/slide39.xml"/><Relationship Id="rId50" Type="http://schemas.openxmlformats.org/officeDocument/2006/relationships/slide" Target="slides/slide42.xml"/><Relationship Id="rId55" Type="http://schemas.openxmlformats.org/officeDocument/2006/relationships/presProps" Target="presProps.xml"/><Relationship Id="rId7" Type="http://schemas.openxmlformats.org/officeDocument/2006/relationships/slideMaster" Target="slideMasters/slideMaster7.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2" Type="http://schemas.openxmlformats.org/officeDocument/2006/relationships/slideMaster" Target="slideMasters/slideMaster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slide" Target="slides/slide21.xml"/><Relationship Id="rId41" Type="http://schemas.openxmlformats.org/officeDocument/2006/relationships/slide" Target="slides/slide33.xml"/><Relationship Id="rId54"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handoutMaster" Target="handoutMasters/handoutMaster1.xml"/><Relationship Id="rId58"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theme" Target="theme/theme1.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viewProps" Target="viewProps.xml"/><Relationship Id="rId8" Type="http://schemas.openxmlformats.org/officeDocument/2006/relationships/slideMaster" Target="slideMasters/slideMaster8.xml"/><Relationship Id="rId51" Type="http://schemas.openxmlformats.org/officeDocument/2006/relationships/slide" Target="slides/slide43.xml"/><Relationship Id="rId3" Type="http://schemas.openxmlformats.org/officeDocument/2006/relationships/slideMaster" Target="slideMasters/slideMaster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DCC02A0-C947-4278-96D1-0DB9C063DF55}" type="datetimeFigureOut">
              <a:rPr lang="en-US" smtClean="0"/>
              <a:t>6/11/2015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533FAA7-9DA0-4163-8828-B20FAF1EB063}" type="slidenum">
              <a:rPr lang="en-US" smtClean="0"/>
              <a:t>‹#›</a:t>
            </a:fld>
            <a:endParaRPr lang="en-US"/>
          </a:p>
        </p:txBody>
      </p:sp>
    </p:spTree>
    <p:extLst>
      <p:ext uri="{BB962C8B-B14F-4D97-AF65-F5344CB8AC3E}">
        <p14:creationId xmlns:p14="http://schemas.microsoft.com/office/powerpoint/2010/main" val="28010626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1000" y="381000"/>
            <a:ext cx="4572001" cy="257333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381000" y="3124200"/>
            <a:ext cx="6096000" cy="5334000"/>
          </a:xfrm>
          <a:prstGeom prst="rect">
            <a:avLst/>
          </a:prstGeom>
        </p:spPr>
        <p:txBody>
          <a:bodyPr vert="horz" lIns="0" tIns="0" rIns="0" bIns="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6" name="Footer Placeholder 5"/>
          <p:cNvSpPr>
            <a:spLocks noGrp="1"/>
          </p:cNvSpPr>
          <p:nvPr>
            <p:ph type="ftr" sz="quarter" idx="4"/>
          </p:nvPr>
        </p:nvSpPr>
        <p:spPr>
          <a:xfrm>
            <a:off x="381000" y="8686800"/>
            <a:ext cx="4876800" cy="227013"/>
          </a:xfrm>
          <a:prstGeom prst="rect">
            <a:avLst/>
          </a:prstGeom>
        </p:spPr>
        <p:txBody>
          <a:bodyPr vert="horz" wrap="none" lIns="0" tIns="0" rIns="0" bIns="0" rtlCol="0" anchor="ctr"/>
          <a:lstStyle>
            <a:lvl1pPr algn="l">
              <a:defRPr sz="1000"/>
            </a:lvl1pPr>
          </a:lstStyle>
          <a:p>
            <a:endParaRPr lang="en-US"/>
          </a:p>
        </p:txBody>
      </p:sp>
      <p:sp>
        <p:nvSpPr>
          <p:cNvPr id="7" name="Slide Number Placeholder 6"/>
          <p:cNvSpPr>
            <a:spLocks noGrp="1"/>
          </p:cNvSpPr>
          <p:nvPr>
            <p:ph type="sldNum" sz="quarter" idx="5"/>
          </p:nvPr>
        </p:nvSpPr>
        <p:spPr>
          <a:xfrm>
            <a:off x="5867400" y="8686800"/>
            <a:ext cx="609600" cy="227013"/>
          </a:xfrm>
          <a:prstGeom prst="rect">
            <a:avLst/>
          </a:prstGeom>
        </p:spPr>
        <p:txBody>
          <a:bodyPr vert="horz" wrap="none" lIns="0" tIns="0" rIns="0" bIns="0" rtlCol="0" anchor="ctr"/>
          <a:lstStyle>
            <a:lvl1pPr algn="r">
              <a:defRPr sz="1000"/>
            </a:lvl1pPr>
          </a:lstStyle>
          <a:p>
            <a:fld id="{8547E1EE-0039-4797-B978-F453418260D1}" type="slidenum">
              <a:rPr lang="en-US" smtClean="0"/>
              <a:pPr/>
              <a:t>‹#›</a:t>
            </a:fld>
            <a:endParaRPr lang="en-US"/>
          </a:p>
        </p:txBody>
      </p:sp>
    </p:spTree>
    <p:extLst>
      <p:ext uri="{BB962C8B-B14F-4D97-AF65-F5344CB8AC3E}">
        <p14:creationId xmlns:p14="http://schemas.microsoft.com/office/powerpoint/2010/main" val="2736465104"/>
      </p:ext>
    </p:extLst>
  </p:cSld>
  <p:clrMap bg1="lt1" tx1="dk1" bg2="lt2" tx2="dk2" accent1="accent1" accent2="accent2" accent3="accent3" accent4="accent4" accent5="accent5" accent6="accent6" hlink="hlink" folHlink="folHlink"/>
  <p:notesStyle>
    <a:lvl1pPr marL="0" algn="l" defTabSz="914400" rtl="0" eaLnBrk="1" latinLnBrk="0" hangingPunct="1">
      <a:spcBef>
        <a:spcPts val="600"/>
      </a:spcBef>
      <a:defRPr sz="1100" kern="1200">
        <a:solidFill>
          <a:schemeClr val="tx1"/>
        </a:solidFill>
        <a:latin typeface="+mn-lt"/>
        <a:ea typeface="+mn-ea"/>
        <a:cs typeface="+mn-cs"/>
      </a:defRPr>
    </a:lvl1pPr>
    <a:lvl2pPr marL="182880" indent="-137160" algn="l" defTabSz="914400" rtl="0" eaLnBrk="1" latinLnBrk="0" hangingPunct="1">
      <a:spcBef>
        <a:spcPts val="600"/>
      </a:spcBef>
      <a:buFont typeface="HP Simplified" panose="020B0604020204020204" pitchFamily="34" charset="0"/>
      <a:buChar char="•"/>
      <a:defRPr sz="1050" kern="1200">
        <a:solidFill>
          <a:schemeClr val="tx1"/>
        </a:solidFill>
        <a:latin typeface="+mn-lt"/>
        <a:ea typeface="+mn-ea"/>
        <a:cs typeface="+mn-cs"/>
      </a:defRPr>
    </a:lvl2pPr>
    <a:lvl3pPr marL="339725" indent="-104775" algn="l" defTabSz="914400" rtl="0" eaLnBrk="1" latinLnBrk="0" hangingPunct="1">
      <a:spcBef>
        <a:spcPts val="600"/>
      </a:spcBef>
      <a:buFont typeface="HP Simplified" panose="020B0604020204020204" pitchFamily="34" charset="0"/>
      <a:buChar char="–"/>
      <a:defRPr sz="1000" kern="1200">
        <a:solidFill>
          <a:schemeClr val="tx1"/>
        </a:solidFill>
        <a:latin typeface="+mn-lt"/>
        <a:ea typeface="+mn-ea"/>
        <a:cs typeface="+mn-cs"/>
      </a:defRPr>
    </a:lvl3pPr>
    <a:lvl4pPr marL="515938" indent="-117475" algn="l" defTabSz="914400" rtl="0" eaLnBrk="1" latinLnBrk="0" hangingPunct="1">
      <a:spcBef>
        <a:spcPts val="600"/>
      </a:spcBef>
      <a:buFont typeface="HP Simplified" panose="020B0604020204020204" pitchFamily="34" charset="0"/>
      <a:buChar char="•"/>
      <a:defRPr sz="900" kern="1200">
        <a:solidFill>
          <a:schemeClr val="tx1"/>
        </a:solidFill>
        <a:latin typeface="+mn-lt"/>
        <a:ea typeface="+mn-ea"/>
        <a:cs typeface="+mn-cs"/>
      </a:defRPr>
    </a:lvl4pPr>
    <a:lvl5pPr marL="633413" indent="-117475" algn="l" defTabSz="914400" rtl="0" eaLnBrk="1" latinLnBrk="0" hangingPunct="1">
      <a:spcBef>
        <a:spcPts val="600"/>
      </a:spcBef>
      <a:buFont typeface="HP Simplified" panose="020B0604020204020204" pitchFamily="34" charset="0"/>
      <a:buChar char="–"/>
      <a:defRPr sz="8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a:xfrm>
            <a:off x="393008" y="4415790"/>
            <a:ext cx="6171276" cy="4183380"/>
          </a:xfrm>
        </p:spPr>
        <p:txBody>
          <a:bodyPr>
            <a:normAutofit/>
          </a:bodyPr>
          <a:lstStyle/>
          <a:p>
            <a:endParaRPr lang="en-US" dirty="0" smtClean="0">
              <a:latin typeface="Arial" pitchFamily="34" charset="0"/>
            </a:endParaRPr>
          </a:p>
        </p:txBody>
      </p:sp>
      <p:sp>
        <p:nvSpPr>
          <p:cNvPr id="4" name="Slide Number Placeholder 3"/>
          <p:cNvSpPr>
            <a:spLocks noGrp="1"/>
          </p:cNvSpPr>
          <p:nvPr>
            <p:ph type="sldNum" sz="quarter" idx="10"/>
          </p:nvPr>
        </p:nvSpPr>
        <p:spPr/>
        <p:txBody>
          <a:bodyPr/>
          <a:lstStyle/>
          <a:p>
            <a:pPr>
              <a:defRPr/>
            </a:pPr>
            <a:fld id="{50A9E7FF-225A-48D9-91E8-FC603EB854B9}" type="slidenum">
              <a:rPr lang="en-GB" smtClean="0">
                <a:solidFill>
                  <a:prstClr val="black"/>
                </a:solidFill>
              </a:rPr>
              <a:pPr>
                <a:defRPr/>
              </a:pPr>
              <a:t>1</a:t>
            </a:fld>
            <a:endParaRPr lang="en-GB" dirty="0">
              <a:solidFill>
                <a:prstClr val="black"/>
              </a:solidFill>
            </a:endParaRPr>
          </a:p>
        </p:txBody>
      </p:sp>
    </p:spTree>
    <p:extLst>
      <p:ext uri="{BB962C8B-B14F-4D97-AF65-F5344CB8AC3E}">
        <p14:creationId xmlns:p14="http://schemas.microsoft.com/office/powerpoint/2010/main" val="13191504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lstStyle/>
          <a:p>
            <a:endParaRPr lang="en-AU"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D096E3FE-C317-2D47-B20F-3059131209C5}" type="slidenum">
              <a:rPr lang="en-US" smtClean="0">
                <a:solidFill>
                  <a:prstClr val="black"/>
                </a:solidFill>
                <a:latin typeface="Calibri"/>
              </a:rPr>
              <a:pPr/>
              <a:t>2</a:t>
            </a:fld>
            <a:endParaRPr lang="en-US">
              <a:solidFill>
                <a:prstClr val="black"/>
              </a:solidFill>
              <a:latin typeface="Calibri"/>
            </a:endParaRPr>
          </a:p>
        </p:txBody>
      </p:sp>
    </p:spTree>
    <p:extLst>
      <p:ext uri="{BB962C8B-B14F-4D97-AF65-F5344CB8AC3E}">
        <p14:creationId xmlns:p14="http://schemas.microsoft.com/office/powerpoint/2010/main" val="41850883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lstStyle/>
          <a:p>
            <a:endParaRPr lang="en-AU"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D096E3FE-C317-2D47-B20F-3059131209C5}" type="slidenum">
              <a:rPr lang="en-US" smtClean="0">
                <a:solidFill>
                  <a:prstClr val="black"/>
                </a:solidFill>
                <a:latin typeface="Calibri"/>
              </a:rPr>
              <a:pPr/>
              <a:t>3</a:t>
            </a:fld>
            <a:endParaRPr lang="en-US">
              <a:solidFill>
                <a:prstClr val="black"/>
              </a:solidFill>
              <a:latin typeface="Calibri"/>
            </a:endParaRPr>
          </a:p>
        </p:txBody>
      </p:sp>
    </p:spTree>
    <p:extLst>
      <p:ext uri="{BB962C8B-B14F-4D97-AF65-F5344CB8AC3E}">
        <p14:creationId xmlns:p14="http://schemas.microsoft.com/office/powerpoint/2010/main" val="4053198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lstStyle/>
          <a:p>
            <a:endParaRPr lang="en-AU"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D096E3FE-C317-2D47-B20F-3059131209C5}" type="slidenum">
              <a:rPr lang="en-US" smtClean="0">
                <a:solidFill>
                  <a:prstClr val="black"/>
                </a:solidFill>
                <a:latin typeface="Calibri"/>
              </a:rPr>
              <a:pPr/>
              <a:t>4</a:t>
            </a:fld>
            <a:endParaRPr lang="en-US">
              <a:solidFill>
                <a:prstClr val="black"/>
              </a:solidFill>
              <a:latin typeface="Calibri"/>
            </a:endParaRPr>
          </a:p>
        </p:txBody>
      </p:sp>
    </p:spTree>
    <p:extLst>
      <p:ext uri="{BB962C8B-B14F-4D97-AF65-F5344CB8AC3E}">
        <p14:creationId xmlns:p14="http://schemas.microsoft.com/office/powerpoint/2010/main" val="21745837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2A853E8-D85F-5D49-95D2-E1D96ABFE2B9}" type="slidenum">
              <a:rPr lang="en-GB" smtClean="0">
                <a:solidFill>
                  <a:prstClr val="black"/>
                </a:solidFill>
                <a:latin typeface="Calibri"/>
              </a:rPr>
              <a:pPr/>
              <a:t>5</a:t>
            </a:fld>
            <a:endParaRPr lang="en-GB" dirty="0">
              <a:solidFill>
                <a:prstClr val="black"/>
              </a:solidFill>
              <a:latin typeface="Calibri"/>
            </a:endParaRPr>
          </a:p>
        </p:txBody>
      </p:sp>
    </p:spTree>
    <p:extLst>
      <p:ext uri="{BB962C8B-B14F-4D97-AF65-F5344CB8AC3E}">
        <p14:creationId xmlns:p14="http://schemas.microsoft.com/office/powerpoint/2010/main" val="37917212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lstStyle/>
          <a:p>
            <a:r>
              <a:rPr lang="en-AU" sz="1200" kern="1200" dirty="0" err="1" smtClean="0">
                <a:solidFill>
                  <a:schemeClr val="tx1"/>
                </a:solidFill>
                <a:effectLst/>
                <a:latin typeface="+mn-lt"/>
                <a:ea typeface="+mn-ea"/>
                <a:cs typeface="+mn-cs"/>
              </a:rPr>
              <a:t>Ponemon</a:t>
            </a:r>
            <a:r>
              <a:rPr lang="en-AU" sz="1200" kern="1200" baseline="0" dirty="0" smtClean="0">
                <a:solidFill>
                  <a:schemeClr val="tx1"/>
                </a:solidFill>
                <a:effectLst/>
                <a:latin typeface="+mn-lt"/>
                <a:ea typeface="+mn-ea"/>
                <a:cs typeface="+mn-cs"/>
              </a:rPr>
              <a:t> - </a:t>
            </a:r>
            <a:r>
              <a:rPr lang="en-US" sz="1100" b="0" i="0" u="none" strike="noStrike" kern="1200" baseline="0" dirty="0" smtClean="0">
                <a:solidFill>
                  <a:schemeClr val="tx1"/>
                </a:solidFill>
                <a:latin typeface="+mn-lt"/>
                <a:ea typeface="+mn-ea"/>
                <a:cs typeface="+mn-cs"/>
              </a:rPr>
              <a:t>59 benchmarked organizations</a:t>
            </a:r>
            <a:endParaRPr lang="en-AU" sz="1200" kern="1200" baseline="0" dirty="0" smtClean="0">
              <a:solidFill>
                <a:schemeClr val="tx1"/>
              </a:solidFill>
              <a:effectLst/>
              <a:latin typeface="+mn-lt"/>
              <a:ea typeface="+mn-ea"/>
              <a:cs typeface="+mn-cs"/>
            </a:endParaRPr>
          </a:p>
          <a:p>
            <a:r>
              <a:rPr lang="en-AU" sz="1200" kern="1200" baseline="0" dirty="0" smtClean="0">
                <a:solidFill>
                  <a:schemeClr val="tx1"/>
                </a:solidFill>
                <a:effectLst/>
                <a:latin typeface="+mn-lt"/>
                <a:ea typeface="+mn-ea"/>
                <a:cs typeface="+mn-cs"/>
              </a:rPr>
              <a:t>Costs = 96% increase in just four years </a:t>
            </a:r>
          </a:p>
          <a:p>
            <a:r>
              <a:rPr lang="en-AU" sz="1200" kern="1200" baseline="0" dirty="0" smtClean="0">
                <a:solidFill>
                  <a:schemeClr val="tx1"/>
                </a:solidFill>
                <a:effectLst/>
                <a:latin typeface="+mn-lt"/>
                <a:ea typeface="+mn-ea"/>
                <a:cs typeface="+mn-cs"/>
              </a:rPr>
              <a:t>#of successful attacks = 144% increase</a:t>
            </a:r>
          </a:p>
          <a:p>
            <a:endParaRPr lang="en-AU"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D096E3FE-C317-2D47-B20F-3059131209C5}" type="slidenum">
              <a:rPr lang="en-US" smtClean="0">
                <a:solidFill>
                  <a:prstClr val="black"/>
                </a:solidFill>
                <a:latin typeface="Calibri"/>
              </a:rPr>
              <a:pPr/>
              <a:t>6</a:t>
            </a:fld>
            <a:endParaRPr lang="en-US">
              <a:solidFill>
                <a:prstClr val="black"/>
              </a:solidFill>
              <a:latin typeface="Calibri"/>
            </a:endParaRPr>
          </a:p>
        </p:txBody>
      </p:sp>
    </p:spTree>
    <p:extLst>
      <p:ext uri="{BB962C8B-B14F-4D97-AF65-F5344CB8AC3E}">
        <p14:creationId xmlns:p14="http://schemas.microsoft.com/office/powerpoint/2010/main" val="34316971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lstStyle/>
          <a:p>
            <a:r>
              <a:rPr lang="en-US" sz="1100" b="0" i="0" u="none" strike="noStrike" kern="1200" baseline="0" dirty="0" smtClean="0">
                <a:solidFill>
                  <a:schemeClr val="tx1"/>
                </a:solidFill>
                <a:latin typeface="+mn-lt"/>
                <a:ea typeface="+mn-ea"/>
                <a:cs typeface="+mn-cs"/>
              </a:rPr>
              <a:t>$1.6 million to $61 million</a:t>
            </a:r>
            <a:endParaRPr lang="en-AU"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D096E3FE-C317-2D47-B20F-3059131209C5}" type="slidenum">
              <a:rPr lang="en-US" smtClean="0">
                <a:solidFill>
                  <a:prstClr val="black"/>
                </a:solidFill>
                <a:latin typeface="Calibri"/>
              </a:rPr>
              <a:pPr/>
              <a:t>7</a:t>
            </a:fld>
            <a:endParaRPr lang="en-US">
              <a:solidFill>
                <a:prstClr val="black"/>
              </a:solidFill>
              <a:latin typeface="Calibri"/>
            </a:endParaRPr>
          </a:p>
        </p:txBody>
      </p:sp>
    </p:spTree>
    <p:extLst>
      <p:ext uri="{BB962C8B-B14F-4D97-AF65-F5344CB8AC3E}">
        <p14:creationId xmlns:p14="http://schemas.microsoft.com/office/powerpoint/2010/main" val="1220549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lstStyle/>
          <a:p>
            <a:endParaRPr lang="en-AU"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D096E3FE-C317-2D47-B20F-3059131209C5}" type="slidenum">
              <a:rPr lang="en-US" smtClean="0">
                <a:solidFill>
                  <a:prstClr val="black"/>
                </a:solidFill>
                <a:latin typeface="Calibri"/>
              </a:rPr>
              <a:pPr/>
              <a:t>8</a:t>
            </a:fld>
            <a:endParaRPr lang="en-US">
              <a:solidFill>
                <a:prstClr val="black"/>
              </a:solidFill>
              <a:latin typeface="Calibri"/>
            </a:endParaRPr>
          </a:p>
        </p:txBody>
      </p:sp>
    </p:spTree>
    <p:extLst>
      <p:ext uri="{BB962C8B-B14F-4D97-AF65-F5344CB8AC3E}">
        <p14:creationId xmlns:p14="http://schemas.microsoft.com/office/powerpoint/2010/main" val="23571735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lstStyle/>
          <a:p>
            <a:r>
              <a:rPr lang="en-US" sz="1100" b="0" i="0" u="none" strike="noStrike" kern="1200" baseline="0" dirty="0" smtClean="0">
                <a:solidFill>
                  <a:schemeClr val="tx1"/>
                </a:solidFill>
                <a:latin typeface="+mn-lt"/>
                <a:ea typeface="+mn-ea"/>
                <a:cs typeface="+mn-cs"/>
              </a:rPr>
              <a:t>small organizations incur a significantly higher per capita cost than larger organizations ($1,513 versus $517).</a:t>
            </a:r>
          </a:p>
          <a:p>
            <a:endParaRPr lang="en-US" sz="1100" b="0" i="0" u="none" strike="noStrike" kern="1200" baseline="0" dirty="0" smtClean="0">
              <a:solidFill>
                <a:schemeClr val="tx1"/>
              </a:solidFill>
              <a:effectLst/>
              <a:latin typeface="+mn-lt"/>
              <a:ea typeface="+mn-ea"/>
              <a:cs typeface="+mn-cs"/>
            </a:endParaRPr>
          </a:p>
          <a:p>
            <a:r>
              <a:rPr lang="en-US" sz="1100" b="1" i="0" u="none" strike="noStrike" kern="1200" baseline="0" dirty="0" smtClean="0">
                <a:solidFill>
                  <a:schemeClr val="tx1"/>
                </a:solidFill>
                <a:latin typeface="+mn-lt"/>
                <a:ea typeface="+mn-ea"/>
                <a:cs typeface="+mn-cs"/>
              </a:rPr>
              <a:t>The most costly cyber crimes are those caused by denial of services, malicious insiders and malicious code. </a:t>
            </a:r>
            <a:r>
              <a:rPr lang="en-US" sz="1100" b="0" i="0" u="none" strike="noStrike" kern="1200" baseline="0" dirty="0" smtClean="0">
                <a:solidFill>
                  <a:schemeClr val="tx1"/>
                </a:solidFill>
                <a:latin typeface="+mn-lt"/>
                <a:ea typeface="+mn-ea"/>
                <a:cs typeface="+mn-cs"/>
              </a:rPr>
              <a:t>These account for more than 55 percent of all cyber crime costs per</a:t>
            </a:r>
          </a:p>
          <a:p>
            <a:r>
              <a:rPr lang="en-US" sz="1100" b="0" i="0" u="none" strike="noStrike" kern="1200" baseline="0" dirty="0" smtClean="0">
                <a:solidFill>
                  <a:schemeClr val="tx1"/>
                </a:solidFill>
                <a:latin typeface="+mn-lt"/>
                <a:ea typeface="+mn-ea"/>
                <a:cs typeface="+mn-cs"/>
              </a:rPr>
              <a:t>organization on an annual basis.</a:t>
            </a:r>
            <a:endParaRPr lang="en-AU"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D096E3FE-C317-2D47-B20F-3059131209C5}" type="slidenum">
              <a:rPr lang="en-US" smtClean="0">
                <a:solidFill>
                  <a:prstClr val="black"/>
                </a:solidFill>
                <a:latin typeface="Calibri"/>
              </a:rPr>
              <a:pPr/>
              <a:t>9</a:t>
            </a:fld>
            <a:endParaRPr lang="en-US">
              <a:solidFill>
                <a:prstClr val="black"/>
              </a:solidFill>
              <a:latin typeface="Calibri"/>
            </a:endParaRPr>
          </a:p>
        </p:txBody>
      </p:sp>
    </p:spTree>
    <p:extLst>
      <p:ext uri="{BB962C8B-B14F-4D97-AF65-F5344CB8AC3E}">
        <p14:creationId xmlns:p14="http://schemas.microsoft.com/office/powerpoint/2010/main" val="3194114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lstStyle/>
          <a:p>
            <a:endParaRPr lang="en-AU"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D096E3FE-C317-2D47-B20F-3059131209C5}" type="slidenum">
              <a:rPr lang="en-US" smtClean="0">
                <a:solidFill>
                  <a:prstClr val="black"/>
                </a:solidFill>
                <a:latin typeface="Calibri"/>
              </a:rPr>
              <a:pPr/>
              <a:t>10</a:t>
            </a:fld>
            <a:endParaRPr lang="en-US">
              <a:solidFill>
                <a:prstClr val="black"/>
              </a:solidFill>
              <a:latin typeface="Calibri"/>
            </a:endParaRPr>
          </a:p>
        </p:txBody>
      </p:sp>
    </p:spTree>
    <p:extLst>
      <p:ext uri="{BB962C8B-B14F-4D97-AF65-F5344CB8AC3E}">
        <p14:creationId xmlns:p14="http://schemas.microsoft.com/office/powerpoint/2010/main" val="1038571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lstStyle/>
          <a:p>
            <a:pPr defTabSz="465887">
              <a:defRPr/>
            </a:pPr>
            <a:endParaRPr lang="en-US" baseline="0" dirty="0" smtClean="0"/>
          </a:p>
        </p:txBody>
      </p:sp>
      <p:sp>
        <p:nvSpPr>
          <p:cNvPr id="4" name="Slide Number Placeholder 3"/>
          <p:cNvSpPr>
            <a:spLocks noGrp="1"/>
          </p:cNvSpPr>
          <p:nvPr>
            <p:ph type="sldNum" sz="quarter" idx="10"/>
          </p:nvPr>
        </p:nvSpPr>
        <p:spPr/>
        <p:txBody>
          <a:bodyPr/>
          <a:lstStyle/>
          <a:p>
            <a:fld id="{22A853E8-D85F-5D49-95D2-E1D96ABFE2B9}" type="slidenum">
              <a:rPr lang="en-GB" smtClean="0">
                <a:solidFill>
                  <a:prstClr val="black"/>
                </a:solidFill>
              </a:rPr>
              <a:pPr/>
              <a:t>11</a:t>
            </a:fld>
            <a:endParaRPr lang="en-GB" dirty="0">
              <a:solidFill>
                <a:prstClr val="black"/>
              </a:solidFill>
            </a:endParaRPr>
          </a:p>
        </p:txBody>
      </p:sp>
    </p:spTree>
    <p:extLst>
      <p:ext uri="{BB962C8B-B14F-4D97-AF65-F5344CB8AC3E}">
        <p14:creationId xmlns:p14="http://schemas.microsoft.com/office/powerpoint/2010/main" val="6170462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lstStyle/>
          <a:p>
            <a:endParaRPr lang="en-US" dirty="0" smtClean="0">
              <a:effectLst/>
            </a:endParaRPr>
          </a:p>
        </p:txBody>
      </p:sp>
      <p:sp>
        <p:nvSpPr>
          <p:cNvPr id="4" name="Slide Number Placeholder 3"/>
          <p:cNvSpPr>
            <a:spLocks noGrp="1"/>
          </p:cNvSpPr>
          <p:nvPr>
            <p:ph type="sldNum" sz="quarter" idx="10"/>
          </p:nvPr>
        </p:nvSpPr>
        <p:spPr/>
        <p:txBody>
          <a:bodyPr/>
          <a:lstStyle/>
          <a:p>
            <a:fld id="{22A853E8-D85F-5D49-95D2-E1D96ABFE2B9}" type="slidenum">
              <a:rPr lang="en-GB" smtClean="0">
                <a:solidFill>
                  <a:prstClr val="black"/>
                </a:solidFill>
              </a:rPr>
              <a:pPr/>
              <a:t>12</a:t>
            </a:fld>
            <a:endParaRPr lang="en-GB" dirty="0">
              <a:solidFill>
                <a:prstClr val="black"/>
              </a:solidFill>
            </a:endParaRPr>
          </a:p>
        </p:txBody>
      </p:sp>
    </p:spTree>
    <p:extLst>
      <p:ext uri="{BB962C8B-B14F-4D97-AF65-F5344CB8AC3E}">
        <p14:creationId xmlns:p14="http://schemas.microsoft.com/office/powerpoint/2010/main" val="15539618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2A853E8-D85F-5D49-95D2-E1D96ABFE2B9}" type="slidenum">
              <a:rPr lang="en-GB" smtClean="0">
                <a:solidFill>
                  <a:prstClr val="black"/>
                </a:solidFill>
              </a:rPr>
              <a:pPr/>
              <a:t>13</a:t>
            </a:fld>
            <a:endParaRPr lang="en-GB" dirty="0">
              <a:solidFill>
                <a:prstClr val="black"/>
              </a:solidFill>
            </a:endParaRPr>
          </a:p>
        </p:txBody>
      </p:sp>
    </p:spTree>
    <p:extLst>
      <p:ext uri="{BB962C8B-B14F-4D97-AF65-F5344CB8AC3E}">
        <p14:creationId xmlns:p14="http://schemas.microsoft.com/office/powerpoint/2010/main" val="42688817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2A853E8-D85F-5D49-95D2-E1D96ABFE2B9}" type="slidenum">
              <a:rPr lang="en-GB" smtClean="0">
                <a:solidFill>
                  <a:prstClr val="black"/>
                </a:solidFill>
              </a:rPr>
              <a:pPr/>
              <a:t>14</a:t>
            </a:fld>
            <a:endParaRPr lang="en-GB" dirty="0">
              <a:solidFill>
                <a:prstClr val="black"/>
              </a:solidFill>
            </a:endParaRPr>
          </a:p>
        </p:txBody>
      </p:sp>
    </p:spTree>
    <p:extLst>
      <p:ext uri="{BB962C8B-B14F-4D97-AF65-F5344CB8AC3E}">
        <p14:creationId xmlns:p14="http://schemas.microsoft.com/office/powerpoint/2010/main" val="16732981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2A853E8-D85F-5D49-95D2-E1D96ABFE2B9}" type="slidenum">
              <a:rPr lang="en-GB" smtClean="0">
                <a:solidFill>
                  <a:prstClr val="black"/>
                </a:solidFill>
              </a:rPr>
              <a:pPr/>
              <a:t>15</a:t>
            </a:fld>
            <a:endParaRPr lang="en-GB" dirty="0">
              <a:solidFill>
                <a:prstClr val="black"/>
              </a:solidFill>
            </a:endParaRPr>
          </a:p>
        </p:txBody>
      </p:sp>
    </p:spTree>
    <p:extLst>
      <p:ext uri="{BB962C8B-B14F-4D97-AF65-F5344CB8AC3E}">
        <p14:creationId xmlns:p14="http://schemas.microsoft.com/office/powerpoint/2010/main" val="2017053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lstStyle/>
          <a:p>
            <a:r>
              <a:rPr lang="en-US" sz="1100" kern="1200" dirty="0" smtClean="0">
                <a:solidFill>
                  <a:schemeClr val="tx1"/>
                </a:solidFill>
                <a:effectLst/>
                <a:latin typeface="+mn-lt"/>
                <a:ea typeface="+mn-ea"/>
                <a:cs typeface="+mn-cs"/>
              </a:rPr>
              <a:t>6500 Web applications </a:t>
            </a:r>
          </a:p>
          <a:p>
            <a:r>
              <a:rPr lang="en-US" sz="1100" kern="1200" dirty="0" smtClean="0">
                <a:solidFill>
                  <a:schemeClr val="tx1"/>
                </a:solidFill>
                <a:effectLst/>
                <a:latin typeface="+mn-lt"/>
                <a:ea typeface="+mn-ea"/>
                <a:cs typeface="+mn-cs"/>
              </a:rPr>
              <a:t>Some flavor of </a:t>
            </a:r>
            <a:r>
              <a:rPr lang="en-US" sz="1100" kern="1200" dirty="0" err="1" smtClean="0">
                <a:solidFill>
                  <a:schemeClr val="tx1"/>
                </a:solidFill>
                <a:effectLst/>
                <a:latin typeface="+mn-lt"/>
                <a:ea typeface="+mn-ea"/>
                <a:cs typeface="+mn-cs"/>
              </a:rPr>
              <a:t>xss</a:t>
            </a:r>
            <a:r>
              <a:rPr lang="en-US" sz="1100" kern="1200" baseline="0" dirty="0" smtClean="0">
                <a:solidFill>
                  <a:schemeClr val="tx1"/>
                </a:solidFill>
                <a:effectLst/>
                <a:latin typeface="+mn-lt"/>
                <a:ea typeface="+mn-ea"/>
                <a:cs typeface="+mn-cs"/>
              </a:rPr>
              <a:t> was in another 37%</a:t>
            </a:r>
            <a:endParaRPr lang="en-US" dirty="0"/>
          </a:p>
        </p:txBody>
      </p:sp>
      <p:sp>
        <p:nvSpPr>
          <p:cNvPr id="4" name="Slide Number Placeholder 3"/>
          <p:cNvSpPr>
            <a:spLocks noGrp="1"/>
          </p:cNvSpPr>
          <p:nvPr>
            <p:ph type="sldNum" sz="quarter" idx="10"/>
          </p:nvPr>
        </p:nvSpPr>
        <p:spPr/>
        <p:txBody>
          <a:bodyPr/>
          <a:lstStyle/>
          <a:p>
            <a:fld id="{22A853E8-D85F-5D49-95D2-E1D96ABFE2B9}" type="slidenum">
              <a:rPr lang="en-GB" smtClean="0">
                <a:solidFill>
                  <a:prstClr val="black"/>
                </a:solidFill>
              </a:rPr>
              <a:pPr/>
              <a:t>16</a:t>
            </a:fld>
            <a:endParaRPr lang="en-GB" dirty="0">
              <a:solidFill>
                <a:prstClr val="black"/>
              </a:solidFill>
            </a:endParaRPr>
          </a:p>
        </p:txBody>
      </p:sp>
    </p:spTree>
    <p:extLst>
      <p:ext uri="{BB962C8B-B14F-4D97-AF65-F5344CB8AC3E}">
        <p14:creationId xmlns:p14="http://schemas.microsoft.com/office/powerpoint/2010/main" val="6682504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2A853E8-D85F-5D49-95D2-E1D96ABFE2B9}" type="slidenum">
              <a:rPr lang="en-GB" smtClean="0">
                <a:solidFill>
                  <a:prstClr val="black"/>
                </a:solidFill>
              </a:rPr>
              <a:pPr/>
              <a:t>17</a:t>
            </a:fld>
            <a:endParaRPr lang="en-GB" dirty="0">
              <a:solidFill>
                <a:prstClr val="black"/>
              </a:solidFill>
            </a:endParaRPr>
          </a:p>
        </p:txBody>
      </p:sp>
    </p:spTree>
    <p:extLst>
      <p:ext uri="{BB962C8B-B14F-4D97-AF65-F5344CB8AC3E}">
        <p14:creationId xmlns:p14="http://schemas.microsoft.com/office/powerpoint/2010/main" val="41103003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2A853E8-D85F-5D49-95D2-E1D96ABFE2B9}" type="slidenum">
              <a:rPr lang="en-GB" smtClean="0">
                <a:solidFill>
                  <a:prstClr val="black"/>
                </a:solidFill>
              </a:rPr>
              <a:pPr/>
              <a:t>18</a:t>
            </a:fld>
            <a:endParaRPr lang="en-GB" dirty="0">
              <a:solidFill>
                <a:prstClr val="black"/>
              </a:solidFill>
            </a:endParaRPr>
          </a:p>
        </p:txBody>
      </p:sp>
    </p:spTree>
    <p:extLst>
      <p:ext uri="{BB962C8B-B14F-4D97-AF65-F5344CB8AC3E}">
        <p14:creationId xmlns:p14="http://schemas.microsoft.com/office/powerpoint/2010/main" val="26419545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lstStyle/>
          <a:p>
            <a:r>
              <a:rPr lang="en-US" dirty="0" smtClean="0"/>
              <a:t>Exponential</a:t>
            </a:r>
            <a:r>
              <a:rPr lang="en-US" baseline="0" dirty="0" smtClean="0"/>
              <a:t> </a:t>
            </a:r>
            <a:r>
              <a:rPr lang="en-US" baseline="0" dirty="0" smtClean="0"/>
              <a:t>growth in the number of discovered malicious apps – majority target Android.</a:t>
            </a:r>
          </a:p>
          <a:p>
            <a:endParaRPr lang="en-US" baseline="0" dirty="0" smtClean="0"/>
          </a:p>
          <a:p>
            <a:r>
              <a:rPr lang="en-US" baseline="0" dirty="0" smtClean="0"/>
              <a:t>Reporting varies but general consensus is &gt;1M unique malicious apps known today</a:t>
            </a:r>
          </a:p>
        </p:txBody>
      </p:sp>
      <p:sp>
        <p:nvSpPr>
          <p:cNvPr id="4" name="Slide Number Placeholder 3"/>
          <p:cNvSpPr>
            <a:spLocks noGrp="1"/>
          </p:cNvSpPr>
          <p:nvPr>
            <p:ph type="sldNum" sz="quarter" idx="10"/>
          </p:nvPr>
        </p:nvSpPr>
        <p:spPr/>
        <p:txBody>
          <a:bodyPr/>
          <a:lstStyle/>
          <a:p>
            <a:fld id="{22A853E8-D85F-5D49-95D2-E1D96ABFE2B9}" type="slidenum">
              <a:rPr lang="en-GB" smtClean="0"/>
              <a:pPr/>
              <a:t>19</a:t>
            </a:fld>
            <a:endParaRPr lang="en-GB" dirty="0"/>
          </a:p>
        </p:txBody>
      </p:sp>
    </p:spTree>
    <p:extLst>
      <p:ext uri="{BB962C8B-B14F-4D97-AF65-F5344CB8AC3E}">
        <p14:creationId xmlns:p14="http://schemas.microsoft.com/office/powerpoint/2010/main" val="13789533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smtClean="0"/>
              <a:t>The most notable Android malware from 2014</a:t>
            </a:r>
            <a:r>
              <a:rPr lang="en-US" baseline="0" dirty="0" smtClean="0"/>
              <a:t> fell into three categories:</a:t>
            </a:r>
          </a:p>
          <a:p>
            <a:pPr marL="0" marR="0" indent="0" algn="l" defTabSz="457200" rtl="0" eaLnBrk="1" fontAlgn="auto" latinLnBrk="0" hangingPunct="1">
              <a:lnSpc>
                <a:spcPct val="100000"/>
              </a:lnSpc>
              <a:spcBef>
                <a:spcPts val="0"/>
              </a:spcBef>
              <a:spcAft>
                <a:spcPts val="0"/>
              </a:spcAft>
              <a:buClrTx/>
              <a:buSzTx/>
              <a:buFontTx/>
              <a:buNone/>
              <a:tabLst/>
              <a:defRPr/>
            </a:pPr>
            <a:r>
              <a:rPr lang="en-US" b="1" dirty="0" err="1" smtClean="0"/>
              <a:t>Ransomware</a:t>
            </a:r>
            <a:r>
              <a:rPr lang="en-US" baseline="0" dirty="0" smtClean="0"/>
              <a:t> </a:t>
            </a:r>
            <a:r>
              <a:rPr lang="en-US" dirty="0" smtClean="0"/>
              <a:t>is a type of malware that</a:t>
            </a:r>
            <a:r>
              <a:rPr lang="en-US" baseline="0" dirty="0" smtClean="0"/>
              <a:t> restricts access to the computer system it infects, and demands a ransom to be paid to the malware creator in order to remove the restriction. In 2014 we saw the first purposefully built mobile </a:t>
            </a:r>
            <a:r>
              <a:rPr lang="en-US" baseline="0" dirty="0" err="1" smtClean="0"/>
              <a:t>ransomware</a:t>
            </a:r>
            <a:r>
              <a:rPr lang="en-US" baseline="0" dirty="0" smtClean="0"/>
              <a:t>, with functionality that prevented the infected devices from working; </a:t>
            </a:r>
            <a:r>
              <a:rPr lang="en-US" baseline="0" dirty="0" err="1" smtClean="0"/>
              <a:t>Tlock</a:t>
            </a:r>
            <a:r>
              <a:rPr lang="en-US" baseline="0" dirty="0" smtClean="0"/>
              <a:t> was the first </a:t>
            </a:r>
            <a:r>
              <a:rPr lang="en-US" baseline="0" dirty="0" err="1" smtClean="0"/>
              <a:t>ransomware</a:t>
            </a:r>
            <a:r>
              <a:rPr lang="en-US" baseline="0" dirty="0" smtClean="0"/>
              <a:t> and was discovered in April. We’ll be looking more closely at the research our team performed on </a:t>
            </a:r>
            <a:r>
              <a:rPr lang="en-US" baseline="0" dirty="0" err="1" smtClean="0"/>
              <a:t>Tlock</a:t>
            </a:r>
            <a:r>
              <a:rPr lang="en-US" baseline="0" dirty="0" smtClean="0"/>
              <a:t> in a few minutes. </a:t>
            </a:r>
          </a:p>
          <a:p>
            <a:pPr marL="0" marR="0" indent="0" algn="l" defTabSz="4572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457200" rtl="0" eaLnBrk="1" fontAlgn="auto" latinLnBrk="0" hangingPunct="1">
              <a:lnSpc>
                <a:spcPct val="100000"/>
              </a:lnSpc>
              <a:spcBef>
                <a:spcPts val="0"/>
              </a:spcBef>
              <a:spcAft>
                <a:spcPts val="0"/>
              </a:spcAft>
              <a:buClrTx/>
              <a:buSzTx/>
              <a:buFontTx/>
              <a:buNone/>
              <a:tabLst/>
              <a:defRPr/>
            </a:pPr>
            <a:r>
              <a:rPr lang="en-US" dirty="0" smtClean="0"/>
              <a:t>Sending</a:t>
            </a:r>
            <a:r>
              <a:rPr lang="en-US" baseline="0" dirty="0" smtClean="0"/>
              <a:t> </a:t>
            </a:r>
            <a:r>
              <a:rPr lang="en-US" b="1" baseline="0" dirty="0" smtClean="0"/>
              <a:t>SMS </a:t>
            </a:r>
            <a:r>
              <a:rPr lang="en-US" baseline="0" dirty="0" smtClean="0"/>
              <a:t>messages to premium-line numbers was the first payload used by Android malware writers. This technique was particularly useful in Europe, where SMS still remains one of the more popular services allowing vendors to monetize their services (allowing users to pay for small items such as ringtones by sending SMS messages). </a:t>
            </a:r>
            <a:endParaRPr lang="en-US" dirty="0" smtClean="0"/>
          </a:p>
          <a:p>
            <a:endParaRPr lang="en-US" dirty="0" smtClean="0"/>
          </a:p>
          <a:p>
            <a:r>
              <a:rPr lang="en-US" sz="1200" b="0" i="0" kern="1200" dirty="0" smtClean="0">
                <a:solidFill>
                  <a:schemeClr val="tx1"/>
                </a:solidFill>
                <a:effectLst/>
                <a:latin typeface="HP Simplified"/>
                <a:ea typeface="+mn-ea"/>
                <a:cs typeface="HP Simplified"/>
              </a:rPr>
              <a:t>Mobile Trojans infect user devices by attaching themselves to seemingly harmless or legitimate programs, are installed with the app and then carry out malicious actions. Such programs have captured user login information from mobile </a:t>
            </a:r>
            <a:r>
              <a:rPr lang="en-US" sz="1200" b="1" i="0" kern="1200" dirty="0" smtClean="0">
                <a:solidFill>
                  <a:schemeClr val="tx1"/>
                </a:solidFill>
                <a:effectLst/>
                <a:latin typeface="HP Simplified"/>
                <a:ea typeface="+mn-ea"/>
                <a:cs typeface="HP Simplified"/>
              </a:rPr>
              <a:t>banking</a:t>
            </a:r>
            <a:r>
              <a:rPr lang="en-US" sz="1200" b="0" i="0" kern="1200" baseline="0" dirty="0" smtClean="0">
                <a:solidFill>
                  <a:schemeClr val="tx1"/>
                </a:solidFill>
                <a:effectLst/>
                <a:latin typeface="HP Simplified"/>
                <a:ea typeface="+mn-ea"/>
                <a:cs typeface="HP Simplified"/>
              </a:rPr>
              <a:t> apps.</a:t>
            </a:r>
            <a:endParaRPr lang="en-US" dirty="0"/>
          </a:p>
        </p:txBody>
      </p:sp>
      <p:sp>
        <p:nvSpPr>
          <p:cNvPr id="4" name="Slide Number Placeholder 3"/>
          <p:cNvSpPr>
            <a:spLocks noGrp="1"/>
          </p:cNvSpPr>
          <p:nvPr>
            <p:ph type="sldNum" sz="quarter" idx="10"/>
          </p:nvPr>
        </p:nvSpPr>
        <p:spPr/>
        <p:txBody>
          <a:bodyPr/>
          <a:lstStyle/>
          <a:p>
            <a:fld id="{22A853E8-D85F-5D49-95D2-E1D96ABFE2B9}" type="slidenum">
              <a:rPr lang="en-GB" smtClean="0"/>
              <a:pPr/>
              <a:t>20</a:t>
            </a:fld>
            <a:endParaRPr lang="en-GB" dirty="0"/>
          </a:p>
        </p:txBody>
      </p:sp>
    </p:spTree>
    <p:extLst>
      <p:ext uri="{BB962C8B-B14F-4D97-AF65-F5344CB8AC3E}">
        <p14:creationId xmlns:p14="http://schemas.microsoft.com/office/powerpoint/2010/main" val="9457790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2A853E8-D85F-5D49-95D2-E1D96ABFE2B9}" type="slidenum">
              <a:rPr lang="en-GB" smtClean="0">
                <a:solidFill>
                  <a:prstClr val="black"/>
                </a:solidFill>
              </a:rPr>
              <a:pPr/>
              <a:t>21</a:t>
            </a:fld>
            <a:endParaRPr lang="en-GB" dirty="0">
              <a:solidFill>
                <a:prstClr val="black"/>
              </a:solidFill>
            </a:endParaRPr>
          </a:p>
        </p:txBody>
      </p:sp>
    </p:spTree>
    <p:extLst>
      <p:ext uri="{BB962C8B-B14F-4D97-AF65-F5344CB8AC3E}">
        <p14:creationId xmlns:p14="http://schemas.microsoft.com/office/powerpoint/2010/main" val="22667214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2A853E8-D85F-5D49-95D2-E1D96ABFE2B9}" type="slidenum">
              <a:rPr lang="en-GB" smtClean="0">
                <a:solidFill>
                  <a:prstClr val="black"/>
                </a:solidFill>
              </a:rPr>
              <a:pPr/>
              <a:t>22</a:t>
            </a:fld>
            <a:endParaRPr lang="en-GB" dirty="0">
              <a:solidFill>
                <a:prstClr val="black"/>
              </a:solidFill>
            </a:endParaRPr>
          </a:p>
        </p:txBody>
      </p:sp>
    </p:spTree>
    <p:extLst>
      <p:ext uri="{BB962C8B-B14F-4D97-AF65-F5344CB8AC3E}">
        <p14:creationId xmlns:p14="http://schemas.microsoft.com/office/powerpoint/2010/main" val="18286558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2A853E8-D85F-5D49-95D2-E1D96ABFE2B9}" type="slidenum">
              <a:rPr lang="en-GB" smtClean="0">
                <a:solidFill>
                  <a:prstClr val="black"/>
                </a:solidFill>
              </a:rPr>
              <a:pPr/>
              <a:t>23</a:t>
            </a:fld>
            <a:endParaRPr lang="en-GB" dirty="0">
              <a:solidFill>
                <a:prstClr val="black"/>
              </a:solidFill>
            </a:endParaRPr>
          </a:p>
        </p:txBody>
      </p:sp>
    </p:spTree>
    <p:extLst>
      <p:ext uri="{BB962C8B-B14F-4D97-AF65-F5344CB8AC3E}">
        <p14:creationId xmlns:p14="http://schemas.microsoft.com/office/powerpoint/2010/main" val="18427711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2A853E8-D85F-5D49-95D2-E1D96ABFE2B9}" type="slidenum">
              <a:rPr lang="en-GB" smtClean="0">
                <a:solidFill>
                  <a:prstClr val="black"/>
                </a:solidFill>
              </a:rPr>
              <a:pPr/>
              <a:t>24</a:t>
            </a:fld>
            <a:endParaRPr lang="en-GB" dirty="0">
              <a:solidFill>
                <a:prstClr val="black"/>
              </a:solidFill>
            </a:endParaRPr>
          </a:p>
        </p:txBody>
      </p:sp>
    </p:spTree>
    <p:extLst>
      <p:ext uri="{BB962C8B-B14F-4D97-AF65-F5344CB8AC3E}">
        <p14:creationId xmlns:p14="http://schemas.microsoft.com/office/powerpoint/2010/main" val="20101523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2A853E8-D85F-5D49-95D2-E1D96ABFE2B9}" type="slidenum">
              <a:rPr lang="en-GB" smtClean="0">
                <a:solidFill>
                  <a:prstClr val="black"/>
                </a:solidFill>
              </a:rPr>
              <a:pPr/>
              <a:t>25</a:t>
            </a:fld>
            <a:endParaRPr lang="en-GB" dirty="0">
              <a:solidFill>
                <a:prstClr val="black"/>
              </a:solidFill>
            </a:endParaRPr>
          </a:p>
        </p:txBody>
      </p:sp>
    </p:spTree>
    <p:extLst>
      <p:ext uri="{BB962C8B-B14F-4D97-AF65-F5344CB8AC3E}">
        <p14:creationId xmlns:p14="http://schemas.microsoft.com/office/powerpoint/2010/main" val="42629161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lstStyle/>
          <a:p>
            <a:r>
              <a:rPr lang="en-US" dirty="0" err="1" smtClean="0"/>
              <a:t>Xsrf</a:t>
            </a:r>
            <a:r>
              <a:rPr lang="en-US" dirty="0" smtClean="0"/>
              <a:t> – 48%</a:t>
            </a:r>
            <a:r>
              <a:rPr lang="en-US" baseline="0" dirty="0" smtClean="0"/>
              <a:t> - x frames option header</a:t>
            </a:r>
            <a:endParaRPr lang="en-US" dirty="0"/>
          </a:p>
        </p:txBody>
      </p:sp>
      <p:sp>
        <p:nvSpPr>
          <p:cNvPr id="4" name="Slide Number Placeholder 3"/>
          <p:cNvSpPr>
            <a:spLocks noGrp="1"/>
          </p:cNvSpPr>
          <p:nvPr>
            <p:ph type="sldNum" sz="quarter" idx="10"/>
          </p:nvPr>
        </p:nvSpPr>
        <p:spPr/>
        <p:txBody>
          <a:bodyPr/>
          <a:lstStyle/>
          <a:p>
            <a:fld id="{22A853E8-D85F-5D49-95D2-E1D96ABFE2B9}" type="slidenum">
              <a:rPr lang="en-GB" smtClean="0">
                <a:solidFill>
                  <a:prstClr val="black"/>
                </a:solidFill>
              </a:rPr>
              <a:pPr/>
              <a:t>26</a:t>
            </a:fld>
            <a:endParaRPr lang="en-GB" dirty="0">
              <a:solidFill>
                <a:prstClr val="black"/>
              </a:solidFill>
            </a:endParaRPr>
          </a:p>
        </p:txBody>
      </p:sp>
    </p:spTree>
    <p:extLst>
      <p:ext uri="{BB962C8B-B14F-4D97-AF65-F5344CB8AC3E}">
        <p14:creationId xmlns:p14="http://schemas.microsoft.com/office/powerpoint/2010/main" val="18998072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lstStyle/>
          <a:p>
            <a:endParaRPr lang="en-US" dirty="0" smtClean="0">
              <a:effectLst/>
            </a:endParaRPr>
          </a:p>
        </p:txBody>
      </p:sp>
      <p:sp>
        <p:nvSpPr>
          <p:cNvPr id="4" name="Slide Number Placeholder 3"/>
          <p:cNvSpPr>
            <a:spLocks noGrp="1"/>
          </p:cNvSpPr>
          <p:nvPr>
            <p:ph type="sldNum" sz="quarter" idx="10"/>
          </p:nvPr>
        </p:nvSpPr>
        <p:spPr/>
        <p:txBody>
          <a:bodyPr/>
          <a:lstStyle/>
          <a:p>
            <a:fld id="{22A853E8-D85F-5D49-95D2-E1D96ABFE2B9}" type="slidenum">
              <a:rPr lang="en-GB" smtClean="0">
                <a:solidFill>
                  <a:prstClr val="black"/>
                </a:solidFill>
              </a:rPr>
              <a:pPr/>
              <a:t>27</a:t>
            </a:fld>
            <a:endParaRPr lang="en-GB" dirty="0">
              <a:solidFill>
                <a:prstClr val="black"/>
              </a:solidFill>
            </a:endParaRPr>
          </a:p>
        </p:txBody>
      </p:sp>
    </p:spTree>
    <p:extLst>
      <p:ext uri="{BB962C8B-B14F-4D97-AF65-F5344CB8AC3E}">
        <p14:creationId xmlns:p14="http://schemas.microsoft.com/office/powerpoint/2010/main" val="38693643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600"/>
              </a:spcBef>
              <a:spcAft>
                <a:spcPts val="0"/>
              </a:spcAft>
              <a:buClrTx/>
              <a:buSzTx/>
              <a:buFontTx/>
              <a:buNone/>
              <a:tabLst/>
              <a:defRPr/>
            </a:pPr>
            <a:r>
              <a:rPr lang="en-US" dirty="0" smtClean="0"/>
              <a:t>AV-Test instances</a:t>
            </a:r>
            <a:r>
              <a:rPr lang="en-US" baseline="0" dirty="0" smtClean="0"/>
              <a:t> of unique malware. </a:t>
            </a:r>
            <a:r>
              <a:rPr lang="en-US" sz="1100" kern="1200" dirty="0" smtClean="0">
                <a:solidFill>
                  <a:schemeClr val="tx1"/>
                </a:solidFill>
                <a:effectLst/>
                <a:latin typeface="+mn-lt"/>
                <a:ea typeface="+mn-ea"/>
                <a:cs typeface="+mn-cs"/>
              </a:rPr>
              <a:t>. For 2014, the estimated total is 140 million samples. For 2015, it’s over 200 million.</a:t>
            </a:r>
          </a:p>
          <a:p>
            <a:endParaRPr lang="en-US" dirty="0"/>
          </a:p>
        </p:txBody>
      </p:sp>
      <p:sp>
        <p:nvSpPr>
          <p:cNvPr id="4" name="Slide Number Placeholder 3"/>
          <p:cNvSpPr>
            <a:spLocks noGrp="1"/>
          </p:cNvSpPr>
          <p:nvPr>
            <p:ph type="sldNum" sz="quarter" idx="10"/>
          </p:nvPr>
        </p:nvSpPr>
        <p:spPr/>
        <p:txBody>
          <a:bodyPr/>
          <a:lstStyle/>
          <a:p>
            <a:fld id="{22A853E8-D85F-5D49-95D2-E1D96ABFE2B9}" type="slidenum">
              <a:rPr lang="en-GB" smtClean="0">
                <a:solidFill>
                  <a:prstClr val="black"/>
                </a:solidFill>
              </a:rPr>
              <a:pPr/>
              <a:t>28</a:t>
            </a:fld>
            <a:endParaRPr lang="en-GB" dirty="0">
              <a:solidFill>
                <a:prstClr val="black"/>
              </a:solidFill>
            </a:endParaRPr>
          </a:p>
        </p:txBody>
      </p:sp>
    </p:spTree>
    <p:extLst>
      <p:ext uri="{BB962C8B-B14F-4D97-AF65-F5344CB8AC3E}">
        <p14:creationId xmlns:p14="http://schemas.microsoft.com/office/powerpoint/2010/main" val="370245682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2A853E8-D85F-5D49-95D2-E1D96ABFE2B9}" type="slidenum">
              <a:rPr lang="en-GB" smtClean="0">
                <a:solidFill>
                  <a:prstClr val="black"/>
                </a:solidFill>
              </a:rPr>
              <a:pPr/>
              <a:t>29</a:t>
            </a:fld>
            <a:endParaRPr lang="en-GB" dirty="0">
              <a:solidFill>
                <a:prstClr val="black"/>
              </a:solidFill>
            </a:endParaRPr>
          </a:p>
        </p:txBody>
      </p:sp>
    </p:spTree>
    <p:extLst>
      <p:ext uri="{BB962C8B-B14F-4D97-AF65-F5344CB8AC3E}">
        <p14:creationId xmlns:p14="http://schemas.microsoft.com/office/powerpoint/2010/main" val="157946869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10"/>
          </p:nvPr>
        </p:nvSpPr>
        <p:spPr/>
        <p:txBody>
          <a:bodyPr/>
          <a:lstStyle/>
          <a:p>
            <a:fld id="{22A853E8-D85F-5D49-95D2-E1D96ABFE2B9}" type="slidenum">
              <a:rPr lang="en-GB" smtClean="0">
                <a:solidFill>
                  <a:prstClr val="black"/>
                </a:solidFill>
              </a:rPr>
              <a:pPr/>
              <a:t>30</a:t>
            </a:fld>
            <a:endParaRPr lang="en-GB" dirty="0">
              <a:solidFill>
                <a:prstClr val="black"/>
              </a:solidFill>
            </a:endParaRPr>
          </a:p>
        </p:txBody>
      </p:sp>
    </p:spTree>
    <p:extLst>
      <p:ext uri="{BB962C8B-B14F-4D97-AF65-F5344CB8AC3E}">
        <p14:creationId xmlns:p14="http://schemas.microsoft.com/office/powerpoint/2010/main" val="235157266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2A853E8-D85F-5D49-95D2-E1D96ABFE2B9}" type="slidenum">
              <a:rPr lang="en-GB" smtClean="0">
                <a:solidFill>
                  <a:prstClr val="black"/>
                </a:solidFill>
              </a:rPr>
              <a:pPr/>
              <a:t>31</a:t>
            </a:fld>
            <a:endParaRPr lang="en-GB" dirty="0">
              <a:solidFill>
                <a:prstClr val="black"/>
              </a:solidFill>
            </a:endParaRPr>
          </a:p>
        </p:txBody>
      </p:sp>
    </p:spTree>
    <p:extLst>
      <p:ext uri="{BB962C8B-B14F-4D97-AF65-F5344CB8AC3E}">
        <p14:creationId xmlns:p14="http://schemas.microsoft.com/office/powerpoint/2010/main" val="175221445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lstStyle/>
          <a:p>
            <a:pPr defTabSz="465887">
              <a:defRPr/>
            </a:pPr>
            <a:endParaRPr lang="en-US" baseline="0" dirty="0" smtClean="0"/>
          </a:p>
        </p:txBody>
      </p:sp>
      <p:sp>
        <p:nvSpPr>
          <p:cNvPr id="4" name="Slide Number Placeholder 3"/>
          <p:cNvSpPr>
            <a:spLocks noGrp="1"/>
          </p:cNvSpPr>
          <p:nvPr>
            <p:ph type="sldNum" sz="quarter" idx="10"/>
          </p:nvPr>
        </p:nvSpPr>
        <p:spPr/>
        <p:txBody>
          <a:bodyPr/>
          <a:lstStyle/>
          <a:p>
            <a:fld id="{22A853E8-D85F-5D49-95D2-E1D96ABFE2B9}" type="slidenum">
              <a:rPr lang="en-GB" smtClean="0">
                <a:solidFill>
                  <a:prstClr val="black"/>
                </a:solidFill>
              </a:rPr>
              <a:pPr/>
              <a:t>32</a:t>
            </a:fld>
            <a:endParaRPr lang="en-GB" dirty="0">
              <a:solidFill>
                <a:prstClr val="black"/>
              </a:solidFill>
            </a:endParaRPr>
          </a:p>
        </p:txBody>
      </p:sp>
    </p:spTree>
    <p:extLst>
      <p:ext uri="{BB962C8B-B14F-4D97-AF65-F5344CB8AC3E}">
        <p14:creationId xmlns:p14="http://schemas.microsoft.com/office/powerpoint/2010/main" val="257073346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lstStyle/>
          <a:p>
            <a:pPr defTabSz="465887">
              <a:defRPr/>
            </a:pPr>
            <a:r>
              <a:rPr lang="en-US" baseline="0" dirty="0" smtClean="0"/>
              <a:t>Industrial blast furnace</a:t>
            </a:r>
            <a:endParaRPr lang="en-US" baseline="0" dirty="0" smtClean="0"/>
          </a:p>
        </p:txBody>
      </p:sp>
      <p:sp>
        <p:nvSpPr>
          <p:cNvPr id="4" name="Slide Number Placeholder 3"/>
          <p:cNvSpPr>
            <a:spLocks noGrp="1"/>
          </p:cNvSpPr>
          <p:nvPr>
            <p:ph type="sldNum" sz="quarter" idx="10"/>
          </p:nvPr>
        </p:nvSpPr>
        <p:spPr/>
        <p:txBody>
          <a:bodyPr/>
          <a:lstStyle/>
          <a:p>
            <a:fld id="{22A853E8-D85F-5D49-95D2-E1D96ABFE2B9}" type="slidenum">
              <a:rPr lang="en-GB" smtClean="0">
                <a:solidFill>
                  <a:prstClr val="black"/>
                </a:solidFill>
              </a:rPr>
              <a:pPr/>
              <a:t>33</a:t>
            </a:fld>
            <a:endParaRPr lang="en-GB" dirty="0">
              <a:solidFill>
                <a:prstClr val="black"/>
              </a:solidFill>
            </a:endParaRPr>
          </a:p>
        </p:txBody>
      </p:sp>
    </p:spTree>
    <p:extLst>
      <p:ext uri="{BB962C8B-B14F-4D97-AF65-F5344CB8AC3E}">
        <p14:creationId xmlns:p14="http://schemas.microsoft.com/office/powerpoint/2010/main" val="372479660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100%</a:t>
            </a:r>
            <a:r>
              <a:rPr lang="en-US" baseline="0" dirty="0" smtClean="0"/>
              <a:t> vulnerable to account harvesting</a:t>
            </a:r>
            <a:endParaRPr lang="en-US" dirty="0"/>
          </a:p>
        </p:txBody>
      </p:sp>
      <p:sp>
        <p:nvSpPr>
          <p:cNvPr id="4" name="Slide Number Placeholder 3"/>
          <p:cNvSpPr>
            <a:spLocks noGrp="1"/>
          </p:cNvSpPr>
          <p:nvPr>
            <p:ph type="sldNum" sz="quarter" idx="10"/>
          </p:nvPr>
        </p:nvSpPr>
        <p:spPr/>
        <p:txBody>
          <a:bodyPr/>
          <a:lstStyle/>
          <a:p>
            <a:fld id="{8547E1EE-0039-4797-B978-F453418260D1}" type="slidenum">
              <a:rPr lang="en-US" smtClean="0"/>
              <a:pPr/>
              <a:t>35</a:t>
            </a:fld>
            <a:endParaRPr lang="en-US"/>
          </a:p>
        </p:txBody>
      </p:sp>
    </p:spTree>
    <p:extLst>
      <p:ext uri="{BB962C8B-B14F-4D97-AF65-F5344CB8AC3E}">
        <p14:creationId xmlns:p14="http://schemas.microsoft.com/office/powerpoint/2010/main" val="283995525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lstStyle/>
          <a:p>
            <a:pPr defTabSz="465887">
              <a:defRPr/>
            </a:pPr>
            <a:endParaRPr lang="en-US" baseline="0" dirty="0" smtClean="0"/>
          </a:p>
        </p:txBody>
      </p:sp>
      <p:sp>
        <p:nvSpPr>
          <p:cNvPr id="4" name="Slide Number Placeholder 3"/>
          <p:cNvSpPr>
            <a:spLocks noGrp="1"/>
          </p:cNvSpPr>
          <p:nvPr>
            <p:ph type="sldNum" sz="quarter" idx="10"/>
          </p:nvPr>
        </p:nvSpPr>
        <p:spPr/>
        <p:txBody>
          <a:bodyPr/>
          <a:lstStyle/>
          <a:p>
            <a:fld id="{22A853E8-D85F-5D49-95D2-E1D96ABFE2B9}" type="slidenum">
              <a:rPr lang="en-GB" smtClean="0">
                <a:solidFill>
                  <a:prstClr val="black"/>
                </a:solidFill>
              </a:rPr>
              <a:pPr/>
              <a:t>36</a:t>
            </a:fld>
            <a:endParaRPr lang="en-GB" dirty="0">
              <a:solidFill>
                <a:prstClr val="black"/>
              </a:solidFill>
            </a:endParaRPr>
          </a:p>
        </p:txBody>
      </p:sp>
    </p:spTree>
    <p:extLst>
      <p:ext uri="{BB962C8B-B14F-4D97-AF65-F5344CB8AC3E}">
        <p14:creationId xmlns:p14="http://schemas.microsoft.com/office/powerpoint/2010/main" val="46385984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bwMode="auto">
          <a:xfrm>
            <a:off x="381000" y="381000"/>
            <a:ext cx="4572000" cy="2573338"/>
          </a:xfrm>
          <a:noFill/>
          <a:ln>
            <a:solidFill>
              <a:srgbClr val="000000"/>
            </a:solidFill>
            <a:miter lim="800000"/>
            <a:headEnd/>
            <a:tailEnd/>
          </a:ln>
        </p:spPr>
      </p:sp>
      <p:sp>
        <p:nvSpPr>
          <p:cNvPr id="23555" name="Notes Placeholder 2"/>
          <p:cNvSpPr>
            <a:spLocks noGrp="1"/>
          </p:cNvSpPr>
          <p:nvPr>
            <p:ph type="body" idx="1"/>
          </p:nvPr>
        </p:nvSpPr>
        <p:spPr bwMode="auto">
          <a:noFill/>
        </p:spPr>
        <p:txBody>
          <a:bodyPr/>
          <a:lstStyle/>
          <a:p>
            <a:r>
              <a:rPr lang="en-US" dirty="0" smtClean="0">
                <a:ea typeface="ＭＳ Ｐゴシック" pitchFamily="34" charset="-128"/>
              </a:rPr>
              <a:t>Repeatable</a:t>
            </a:r>
            <a:r>
              <a:rPr lang="en-US" baseline="0" dirty="0" smtClean="0">
                <a:ea typeface="ＭＳ Ｐゴシック" pitchFamily="34" charset="-128"/>
              </a:rPr>
              <a:t> </a:t>
            </a:r>
            <a:r>
              <a:rPr lang="en-US" dirty="0" smtClean="0">
                <a:ea typeface="ＭＳ Ｐゴシック" pitchFamily="34" charset="-128"/>
              </a:rPr>
              <a:t>process</a:t>
            </a:r>
          </a:p>
        </p:txBody>
      </p:sp>
      <p:sp>
        <p:nvSpPr>
          <p:cNvPr id="23556"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lIns="91435" tIns="45718" rIns="91435" bIns="45718" anchor="b"/>
          <a:lstStyle/>
          <a:p>
            <a:pPr algn="r"/>
            <a:fld id="{114F173A-49E1-4E01-BB5C-B928AA2F1770}" type="slidenum">
              <a:rPr lang="en-US" sz="1200"/>
              <a:pPr algn="r"/>
              <a:t>38</a:t>
            </a:fld>
            <a:endParaRPr lang="en-US" sz="1200" dirty="0"/>
          </a:p>
        </p:txBody>
      </p:sp>
    </p:spTree>
    <p:extLst>
      <p:ext uri="{BB962C8B-B14F-4D97-AF65-F5344CB8AC3E}">
        <p14:creationId xmlns:p14="http://schemas.microsoft.com/office/powerpoint/2010/main" val="396945472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CISO</a:t>
            </a:r>
            <a:r>
              <a:rPr lang="en-US" baseline="0" dirty="0" smtClean="0"/>
              <a:t> average 2 years, 1</a:t>
            </a:r>
            <a:r>
              <a:rPr lang="en-US" baseline="30000" dirty="0" smtClean="0"/>
              <a:t>st</a:t>
            </a:r>
            <a:r>
              <a:rPr lang="en-US" baseline="0" dirty="0" smtClean="0"/>
              <a:t> line analysts 1 year to 18 months</a:t>
            </a:r>
            <a:endParaRPr lang="en-US" dirty="0"/>
          </a:p>
        </p:txBody>
      </p:sp>
      <p:sp>
        <p:nvSpPr>
          <p:cNvPr id="4" name="Slide Number Placeholder 3"/>
          <p:cNvSpPr>
            <a:spLocks noGrp="1"/>
          </p:cNvSpPr>
          <p:nvPr>
            <p:ph type="sldNum" sz="quarter" idx="10"/>
          </p:nvPr>
        </p:nvSpPr>
        <p:spPr/>
        <p:txBody>
          <a:bodyPr/>
          <a:lstStyle/>
          <a:p>
            <a:fld id="{8547E1EE-0039-4797-B978-F453418260D1}" type="slidenum">
              <a:rPr lang="en-US" smtClean="0"/>
              <a:pPr/>
              <a:t>41</a:t>
            </a:fld>
            <a:endParaRPr lang="en-US"/>
          </a:p>
        </p:txBody>
      </p:sp>
    </p:spTree>
    <p:extLst>
      <p:ext uri="{BB962C8B-B14F-4D97-AF65-F5344CB8AC3E}">
        <p14:creationId xmlns:p14="http://schemas.microsoft.com/office/powerpoint/2010/main" val="23081388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tags" Target="../tags/tag3.xml"/><Relationship Id="rId7" Type="http://schemas.openxmlformats.org/officeDocument/2006/relationships/image" Target="../media/image12.jpeg"/><Relationship Id="rId2" Type="http://schemas.openxmlformats.org/officeDocument/2006/relationships/tags" Target="../tags/tag2.xml"/><Relationship Id="rId1" Type="http://schemas.openxmlformats.org/officeDocument/2006/relationships/vmlDrawing" Target="../drawings/vmlDrawing1.vml"/><Relationship Id="rId6" Type="http://schemas.openxmlformats.org/officeDocument/2006/relationships/slideMaster" Target="../slideMasters/slideMaster4.xml"/><Relationship Id="rId5" Type="http://schemas.openxmlformats.org/officeDocument/2006/relationships/tags" Target="../tags/tag5.xml"/><Relationship Id="rId4" Type="http://schemas.openxmlformats.org/officeDocument/2006/relationships/tags" Target="../tags/tag4.xml"/><Relationship Id="rId9" Type="http://schemas.openxmlformats.org/officeDocument/2006/relationships/image" Target="../media/image11.emf"/></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tags" Target="../tags/tag7.xml"/><Relationship Id="rId7" Type="http://schemas.openxmlformats.org/officeDocument/2006/relationships/image" Target="../media/image12.jpeg"/><Relationship Id="rId2" Type="http://schemas.openxmlformats.org/officeDocument/2006/relationships/tags" Target="../tags/tag6.xml"/><Relationship Id="rId1" Type="http://schemas.openxmlformats.org/officeDocument/2006/relationships/vmlDrawing" Target="../drawings/vmlDrawing2.vml"/><Relationship Id="rId6" Type="http://schemas.openxmlformats.org/officeDocument/2006/relationships/slideMaster" Target="../slideMasters/slideMaster5.xml"/><Relationship Id="rId5" Type="http://schemas.openxmlformats.org/officeDocument/2006/relationships/tags" Target="../tags/tag9.xml"/><Relationship Id="rId4" Type="http://schemas.openxmlformats.org/officeDocument/2006/relationships/tags" Target="../tags/tag8.xml"/><Relationship Id="rId9" Type="http://schemas.openxmlformats.org/officeDocument/2006/relationships/image" Target="../media/image11.emf"/></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vmlDrawing" Target="../drawings/vmlDrawing3.vml"/><Relationship Id="rId6" Type="http://schemas.openxmlformats.org/officeDocument/2006/relationships/image" Target="../media/image16.emf"/><Relationship Id="rId5" Type="http://schemas.openxmlformats.org/officeDocument/2006/relationships/oleObject" Target="../embeddings/oleObject3.bin"/><Relationship Id="rId4"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6.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6.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6.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6.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6.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3" Type="http://schemas.openxmlformats.org/officeDocument/2006/relationships/tags" Target="../tags/tag13.xml"/><Relationship Id="rId7" Type="http://schemas.openxmlformats.org/officeDocument/2006/relationships/image" Target="../media/image16.emf"/><Relationship Id="rId2" Type="http://schemas.openxmlformats.org/officeDocument/2006/relationships/tags" Target="../tags/tag12.xml"/><Relationship Id="rId1" Type="http://schemas.openxmlformats.org/officeDocument/2006/relationships/vmlDrawing" Target="../drawings/vmlDrawing4.vml"/><Relationship Id="rId6" Type="http://schemas.openxmlformats.org/officeDocument/2006/relationships/oleObject" Target="../embeddings/oleObject4.bin"/><Relationship Id="rId5" Type="http://schemas.openxmlformats.org/officeDocument/2006/relationships/slideMaster" Target="../slideMasters/slideMaster6.xml"/><Relationship Id="rId4" Type="http://schemas.openxmlformats.org/officeDocument/2006/relationships/tags" Target="../tags/tag14.xml"/></Relationships>
</file>

<file path=ppt/slideLayouts/_rels/slideLayout116.xml.rels><?xml version="1.0" encoding="UTF-8" standalone="yes"?>
<Relationships xmlns="http://schemas.openxmlformats.org/package/2006/relationships"><Relationship Id="rId8" Type="http://schemas.openxmlformats.org/officeDocument/2006/relationships/image" Target="../media/image16.emf"/><Relationship Id="rId3" Type="http://schemas.openxmlformats.org/officeDocument/2006/relationships/tags" Target="../tags/tag16.xml"/><Relationship Id="rId7" Type="http://schemas.openxmlformats.org/officeDocument/2006/relationships/oleObject" Target="../embeddings/oleObject5.bin"/><Relationship Id="rId2" Type="http://schemas.openxmlformats.org/officeDocument/2006/relationships/tags" Target="../tags/tag15.xml"/><Relationship Id="rId1" Type="http://schemas.openxmlformats.org/officeDocument/2006/relationships/vmlDrawing" Target="../drawings/vmlDrawing5.vml"/><Relationship Id="rId6" Type="http://schemas.openxmlformats.org/officeDocument/2006/relationships/slideMaster" Target="../slideMasters/slideMaster6.xml"/><Relationship Id="rId5" Type="http://schemas.openxmlformats.org/officeDocument/2006/relationships/tags" Target="../tags/tag18.xml"/><Relationship Id="rId4" Type="http://schemas.openxmlformats.org/officeDocument/2006/relationships/tags" Target="../tags/tag17.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vmlDrawing" Target="../drawings/vmlDrawing6.vml"/><Relationship Id="rId6" Type="http://schemas.openxmlformats.org/officeDocument/2006/relationships/image" Target="../media/image16.emf"/><Relationship Id="rId5" Type="http://schemas.openxmlformats.org/officeDocument/2006/relationships/oleObject" Target="../embeddings/oleObject6.bin"/><Relationship Id="rId4"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tags" Target="../tags/tag22.xml"/><Relationship Id="rId7" Type="http://schemas.openxmlformats.org/officeDocument/2006/relationships/slideMaster" Target="../slideMasters/slideMaster6.xml"/><Relationship Id="rId2" Type="http://schemas.openxmlformats.org/officeDocument/2006/relationships/tags" Target="../tags/tag21.xml"/><Relationship Id="rId1" Type="http://schemas.openxmlformats.org/officeDocument/2006/relationships/vmlDrawing" Target="../drawings/vmlDrawing7.vml"/><Relationship Id="rId6" Type="http://schemas.openxmlformats.org/officeDocument/2006/relationships/tags" Target="../tags/tag25.xml"/><Relationship Id="rId5" Type="http://schemas.openxmlformats.org/officeDocument/2006/relationships/tags" Target="../tags/tag24.xml"/><Relationship Id="rId4" Type="http://schemas.openxmlformats.org/officeDocument/2006/relationships/tags" Target="../tags/tag23.xml"/><Relationship Id="rId9" Type="http://schemas.openxmlformats.org/officeDocument/2006/relationships/image" Target="../media/image16.emf"/></Relationships>
</file>

<file path=ppt/slideLayouts/_rels/slideLayout122.xml.rels><?xml version="1.0" encoding="UTF-8" standalone="yes"?>
<Relationships xmlns="http://schemas.openxmlformats.org/package/2006/relationships"><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vmlDrawing" Target="../drawings/vmlDrawing8.vml"/><Relationship Id="rId6" Type="http://schemas.openxmlformats.org/officeDocument/2006/relationships/image" Target="../media/image16.emf"/><Relationship Id="rId5" Type="http://schemas.openxmlformats.org/officeDocument/2006/relationships/oleObject" Target="../embeddings/oleObject8.bin"/><Relationship Id="rId4"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7.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7.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7.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7.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3.xml.rels><?xml version="1.0" encoding="UTF-8" standalone="yes"?>
<Relationships xmlns="http://schemas.openxmlformats.org/package/2006/relationships"><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vmlDrawing" Target="../drawings/vmlDrawing9.vml"/><Relationship Id="rId6" Type="http://schemas.openxmlformats.org/officeDocument/2006/relationships/image" Target="../media/image16.emf"/><Relationship Id="rId5" Type="http://schemas.openxmlformats.org/officeDocument/2006/relationships/oleObject" Target="../embeddings/oleObject9.bin"/><Relationship Id="rId4" Type="http://schemas.openxmlformats.org/officeDocument/2006/relationships/slideMaster" Target="../slideMasters/slideMaster7.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extBox 7"/>
          <p:cNvSpPr txBox="1"/>
          <p:nvPr userDrawn="1"/>
        </p:nvSpPr>
        <p:spPr>
          <a:xfrm>
            <a:off x="609441" y="6482536"/>
            <a:ext cx="6602280" cy="215444"/>
          </a:xfrm>
          <a:prstGeom prst="rect">
            <a:avLst/>
          </a:prstGeom>
          <a:noFill/>
        </p:spPr>
        <p:txBody>
          <a:bodyPr wrap="square" lIns="0" tIns="0" rIns="0" bIns="0" rtlCol="0" anchor="b">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700" b="0" i="0" dirty="0" smtClean="0">
                <a:solidFill>
                  <a:schemeClr val="bg2">
                    <a:lumMod val="75000"/>
                  </a:schemeClr>
                </a:solidFill>
                <a:latin typeface="+mn-lt"/>
                <a:cs typeface="HP Simplified"/>
              </a:rPr>
              <a:t>© Copyright 2015 Hewlett-Packard Development Company, L.P. </a:t>
            </a:r>
            <a:r>
              <a:rPr lang="en-US" sz="700" b="0" i="0" baseline="0" dirty="0" smtClean="0">
                <a:solidFill>
                  <a:schemeClr val="bg2">
                    <a:lumMod val="75000"/>
                  </a:schemeClr>
                </a:solidFill>
                <a:latin typeface="+mn-lt"/>
                <a:cs typeface="HP Simplified"/>
              </a:rPr>
              <a:t> </a:t>
            </a:r>
            <a:r>
              <a:rPr lang="en-US" sz="700" b="0" i="0" dirty="0" smtClean="0">
                <a:solidFill>
                  <a:schemeClr val="bg2">
                    <a:lumMod val="75000"/>
                  </a:schemeClr>
                </a:solidFill>
                <a:latin typeface="+mn-lt"/>
                <a:cs typeface="HP Simplified"/>
              </a:rPr>
              <a:t>The information contained herein is subject to change without notice.</a:t>
            </a:r>
          </a:p>
        </p:txBody>
      </p:sp>
      <p:sp>
        <p:nvSpPr>
          <p:cNvPr id="2" name="Title 1"/>
          <p:cNvSpPr>
            <a:spLocks noGrp="1"/>
          </p:cNvSpPr>
          <p:nvPr>
            <p:ph type="ctrTitle"/>
          </p:nvPr>
        </p:nvSpPr>
        <p:spPr>
          <a:xfrm>
            <a:off x="609441" y="2763520"/>
            <a:ext cx="9141619" cy="1554480"/>
          </a:xfrm>
        </p:spPr>
        <p:txBody>
          <a:bodyPr/>
          <a:lstStyle>
            <a:lvl1pPr>
              <a:defRPr sz="5000" spc="-100" baseline="0"/>
            </a:lvl1pPr>
          </a:lstStyle>
          <a:p>
            <a:r>
              <a:rPr lang="en-US" smtClean="0"/>
              <a:t>Click to edit Master title style</a:t>
            </a:r>
            <a:endParaRPr lang="en-US" dirty="0"/>
          </a:p>
        </p:txBody>
      </p:sp>
      <p:sp>
        <p:nvSpPr>
          <p:cNvPr id="3" name="Subtitle 2"/>
          <p:cNvSpPr>
            <a:spLocks noGrp="1"/>
          </p:cNvSpPr>
          <p:nvPr>
            <p:ph type="subTitle" idx="1"/>
          </p:nvPr>
        </p:nvSpPr>
        <p:spPr>
          <a:xfrm>
            <a:off x="609441" y="4419600"/>
            <a:ext cx="9141619" cy="1188720"/>
          </a:xfrm>
        </p:spPr>
        <p:txBody>
          <a:bodyPr>
            <a:noAutofit/>
          </a:bodyPr>
          <a:lstStyle>
            <a:lvl1pPr marL="0" indent="0" algn="l">
              <a:spcBef>
                <a:spcPts val="600"/>
              </a:spcBef>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0C853A8-1CF5-4118-9D6D-C132E8FC53CB}" type="datetimeFigureOut">
              <a:rPr lang="en-US" smtClean="0"/>
              <a:t>6/11/2015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DE720E-C72B-42F0-AD69-52D60E3C605E}" type="slidenum">
              <a:rPr lang="en-US" smtClean="0"/>
              <a:t>‹#›</a:t>
            </a:fld>
            <a:endParaRPr lang="en-US"/>
          </a:p>
        </p:txBody>
      </p:sp>
      <p:sp>
        <p:nvSpPr>
          <p:cNvPr id="9" name="logo"/>
          <p:cNvSpPr>
            <a:spLocks noChangeAspect="1" noEditPoints="1"/>
          </p:cNvSpPr>
          <p:nvPr userDrawn="1"/>
        </p:nvSpPr>
        <p:spPr bwMode="black">
          <a:xfrm>
            <a:off x="9925748" y="377225"/>
            <a:ext cx="1883664" cy="1883664"/>
          </a:xfrm>
          <a:custGeom>
            <a:avLst/>
            <a:gdLst>
              <a:gd name="T0" fmla="*/ 864 w 1728"/>
              <a:gd name="T1" fmla="*/ 1728 h 1728"/>
              <a:gd name="T2" fmla="*/ 838 w 1728"/>
              <a:gd name="T3" fmla="*/ 1728 h 1728"/>
              <a:gd name="T4" fmla="*/ 1015 w 1728"/>
              <a:gd name="T5" fmla="*/ 1243 h 1728"/>
              <a:gd name="T6" fmla="*/ 1258 w 1728"/>
              <a:gd name="T7" fmla="*/ 1243 h 1728"/>
              <a:gd name="T8" fmla="*/ 1362 w 1728"/>
              <a:gd name="T9" fmla="*/ 1170 h 1728"/>
              <a:gd name="T10" fmla="*/ 1554 w 1728"/>
              <a:gd name="T11" fmla="*/ 643 h 1728"/>
              <a:gd name="T12" fmla="*/ 1444 w 1728"/>
              <a:gd name="T13" fmla="*/ 487 h 1728"/>
              <a:gd name="T14" fmla="*/ 1107 w 1728"/>
              <a:gd name="T15" fmla="*/ 487 h 1728"/>
              <a:gd name="T16" fmla="*/ 824 w 1728"/>
              <a:gd name="T17" fmla="*/ 1264 h 1728"/>
              <a:gd name="T18" fmla="*/ 824 w 1728"/>
              <a:gd name="T19" fmla="*/ 1264 h 1728"/>
              <a:gd name="T20" fmla="*/ 664 w 1728"/>
              <a:gd name="T21" fmla="*/ 1705 h 1728"/>
              <a:gd name="T22" fmla="*/ 0 w 1728"/>
              <a:gd name="T23" fmla="*/ 864 h 1728"/>
              <a:gd name="T24" fmla="*/ 631 w 1728"/>
              <a:gd name="T25" fmla="*/ 32 h 1728"/>
              <a:gd name="T26" fmla="*/ 465 w 1728"/>
              <a:gd name="T27" fmla="*/ 487 h 1728"/>
              <a:gd name="T28" fmla="*/ 465 w 1728"/>
              <a:gd name="T29" fmla="*/ 487 h 1728"/>
              <a:gd name="T30" fmla="*/ 190 w 1728"/>
              <a:gd name="T31" fmla="*/ 1243 h 1728"/>
              <a:gd name="T32" fmla="*/ 373 w 1728"/>
              <a:gd name="T33" fmla="*/ 1243 h 1728"/>
              <a:gd name="T34" fmla="*/ 607 w 1728"/>
              <a:gd name="T35" fmla="*/ 600 h 1728"/>
              <a:gd name="T36" fmla="*/ 745 w 1728"/>
              <a:gd name="T37" fmla="*/ 600 h 1728"/>
              <a:gd name="T38" fmla="*/ 511 w 1728"/>
              <a:gd name="T39" fmla="*/ 1243 h 1728"/>
              <a:gd name="T40" fmla="*/ 694 w 1728"/>
              <a:gd name="T41" fmla="*/ 1243 h 1728"/>
              <a:gd name="T42" fmla="*/ 912 w 1728"/>
              <a:gd name="T43" fmla="*/ 643 h 1728"/>
              <a:gd name="T44" fmla="*/ 802 w 1728"/>
              <a:gd name="T45" fmla="*/ 487 h 1728"/>
              <a:gd name="T46" fmla="*/ 649 w 1728"/>
              <a:gd name="T47" fmla="*/ 487 h 1728"/>
              <a:gd name="T48" fmla="*/ 825 w 1728"/>
              <a:gd name="T49" fmla="*/ 1 h 1728"/>
              <a:gd name="T50" fmla="*/ 864 w 1728"/>
              <a:gd name="T51" fmla="*/ 0 h 1728"/>
              <a:gd name="T52" fmla="*/ 1728 w 1728"/>
              <a:gd name="T53" fmla="*/ 864 h 1728"/>
              <a:gd name="T54" fmla="*/ 864 w 1728"/>
              <a:gd name="T55" fmla="*/ 1728 h 1728"/>
              <a:gd name="T56" fmla="*/ 1387 w 1728"/>
              <a:gd name="T57" fmla="*/ 600 h 1728"/>
              <a:gd name="T58" fmla="*/ 1249 w 1728"/>
              <a:gd name="T59" fmla="*/ 600 h 1728"/>
              <a:gd name="T60" fmla="*/ 1057 w 1728"/>
              <a:gd name="T61" fmla="*/ 1129 h 1728"/>
              <a:gd name="T62" fmla="*/ 1194 w 1728"/>
              <a:gd name="T63" fmla="*/ 1129 h 1728"/>
              <a:gd name="T64" fmla="*/ 1387 w 1728"/>
              <a:gd name="T65" fmla="*/ 600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28" h="1728">
                <a:moveTo>
                  <a:pt x="864" y="1728"/>
                </a:moveTo>
                <a:cubicBezTo>
                  <a:pt x="856" y="1728"/>
                  <a:pt x="847" y="1728"/>
                  <a:pt x="838" y="1728"/>
                </a:cubicBezTo>
                <a:cubicBezTo>
                  <a:pt x="1015" y="1243"/>
                  <a:pt x="1015" y="1243"/>
                  <a:pt x="1015" y="1243"/>
                </a:cubicBezTo>
                <a:cubicBezTo>
                  <a:pt x="1258" y="1243"/>
                  <a:pt x="1258" y="1243"/>
                  <a:pt x="1258" y="1243"/>
                </a:cubicBezTo>
                <a:cubicBezTo>
                  <a:pt x="1301" y="1243"/>
                  <a:pt x="1347" y="1210"/>
                  <a:pt x="1362" y="1170"/>
                </a:cubicBezTo>
                <a:cubicBezTo>
                  <a:pt x="1554" y="643"/>
                  <a:pt x="1554" y="643"/>
                  <a:pt x="1554" y="643"/>
                </a:cubicBezTo>
                <a:cubicBezTo>
                  <a:pt x="1585" y="557"/>
                  <a:pt x="1536" y="487"/>
                  <a:pt x="1444" y="487"/>
                </a:cubicBezTo>
                <a:cubicBezTo>
                  <a:pt x="1107" y="487"/>
                  <a:pt x="1107" y="487"/>
                  <a:pt x="1107" y="487"/>
                </a:cubicBezTo>
                <a:cubicBezTo>
                  <a:pt x="824" y="1264"/>
                  <a:pt x="824" y="1264"/>
                  <a:pt x="824" y="1264"/>
                </a:cubicBezTo>
                <a:cubicBezTo>
                  <a:pt x="824" y="1264"/>
                  <a:pt x="824" y="1264"/>
                  <a:pt x="824" y="1264"/>
                </a:cubicBezTo>
                <a:cubicBezTo>
                  <a:pt x="664" y="1705"/>
                  <a:pt x="664" y="1705"/>
                  <a:pt x="664" y="1705"/>
                </a:cubicBezTo>
                <a:cubicBezTo>
                  <a:pt x="283" y="1614"/>
                  <a:pt x="0" y="1272"/>
                  <a:pt x="0" y="864"/>
                </a:cubicBezTo>
                <a:cubicBezTo>
                  <a:pt x="0" y="468"/>
                  <a:pt x="267" y="134"/>
                  <a:pt x="631" y="32"/>
                </a:cubicBezTo>
                <a:cubicBezTo>
                  <a:pt x="465" y="487"/>
                  <a:pt x="465" y="487"/>
                  <a:pt x="465" y="487"/>
                </a:cubicBezTo>
                <a:cubicBezTo>
                  <a:pt x="465" y="487"/>
                  <a:pt x="465" y="487"/>
                  <a:pt x="465" y="487"/>
                </a:cubicBezTo>
                <a:cubicBezTo>
                  <a:pt x="190" y="1243"/>
                  <a:pt x="190" y="1243"/>
                  <a:pt x="190" y="1243"/>
                </a:cubicBezTo>
                <a:cubicBezTo>
                  <a:pt x="373" y="1243"/>
                  <a:pt x="373" y="1243"/>
                  <a:pt x="373" y="1243"/>
                </a:cubicBezTo>
                <a:cubicBezTo>
                  <a:pt x="607" y="600"/>
                  <a:pt x="607" y="600"/>
                  <a:pt x="607" y="600"/>
                </a:cubicBezTo>
                <a:cubicBezTo>
                  <a:pt x="745" y="600"/>
                  <a:pt x="745" y="600"/>
                  <a:pt x="745" y="600"/>
                </a:cubicBezTo>
                <a:cubicBezTo>
                  <a:pt x="511" y="1243"/>
                  <a:pt x="511" y="1243"/>
                  <a:pt x="511" y="1243"/>
                </a:cubicBezTo>
                <a:cubicBezTo>
                  <a:pt x="694" y="1243"/>
                  <a:pt x="694" y="1243"/>
                  <a:pt x="694" y="1243"/>
                </a:cubicBezTo>
                <a:cubicBezTo>
                  <a:pt x="912" y="643"/>
                  <a:pt x="912" y="643"/>
                  <a:pt x="912" y="643"/>
                </a:cubicBezTo>
                <a:cubicBezTo>
                  <a:pt x="943" y="557"/>
                  <a:pt x="894" y="487"/>
                  <a:pt x="802" y="487"/>
                </a:cubicBezTo>
                <a:cubicBezTo>
                  <a:pt x="649" y="487"/>
                  <a:pt x="649" y="487"/>
                  <a:pt x="649" y="487"/>
                </a:cubicBezTo>
                <a:cubicBezTo>
                  <a:pt x="825" y="1"/>
                  <a:pt x="825" y="1"/>
                  <a:pt x="825" y="1"/>
                </a:cubicBezTo>
                <a:cubicBezTo>
                  <a:pt x="838" y="1"/>
                  <a:pt x="851" y="0"/>
                  <a:pt x="864" y="0"/>
                </a:cubicBezTo>
                <a:cubicBezTo>
                  <a:pt x="1341" y="0"/>
                  <a:pt x="1728" y="387"/>
                  <a:pt x="1728" y="864"/>
                </a:cubicBezTo>
                <a:cubicBezTo>
                  <a:pt x="1728" y="1341"/>
                  <a:pt x="1341" y="1728"/>
                  <a:pt x="864" y="1728"/>
                </a:cubicBezTo>
                <a:close/>
                <a:moveTo>
                  <a:pt x="1387" y="600"/>
                </a:moveTo>
                <a:cubicBezTo>
                  <a:pt x="1249" y="600"/>
                  <a:pt x="1249" y="600"/>
                  <a:pt x="1249" y="600"/>
                </a:cubicBezTo>
                <a:cubicBezTo>
                  <a:pt x="1057" y="1129"/>
                  <a:pt x="1057" y="1129"/>
                  <a:pt x="1057" y="1129"/>
                </a:cubicBezTo>
                <a:cubicBezTo>
                  <a:pt x="1194" y="1129"/>
                  <a:pt x="1194" y="1129"/>
                  <a:pt x="1194" y="1129"/>
                </a:cubicBezTo>
                <a:lnTo>
                  <a:pt x="1387" y="60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18083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Blue Title Slide">
    <p:bg>
      <p:bgPr>
        <a:solidFill>
          <a:schemeClr val="accent1"/>
        </a:solidFill>
        <a:effectLst/>
      </p:bgPr>
    </p:bg>
    <p:spTree>
      <p:nvGrpSpPr>
        <p:cNvPr id="1" name=""/>
        <p:cNvGrpSpPr/>
        <p:nvPr/>
      </p:nvGrpSpPr>
      <p:grpSpPr>
        <a:xfrm>
          <a:off x="0" y="0"/>
          <a:ext cx="0" cy="0"/>
          <a:chOff x="0" y="0"/>
          <a:chExt cx="0" cy="0"/>
        </a:xfrm>
      </p:grpSpPr>
      <p:sp>
        <p:nvSpPr>
          <p:cNvPr id="9" name="TextBox 8"/>
          <p:cNvSpPr txBox="1"/>
          <p:nvPr userDrawn="1"/>
        </p:nvSpPr>
        <p:spPr>
          <a:xfrm>
            <a:off x="609441" y="6482536"/>
            <a:ext cx="6602280" cy="215444"/>
          </a:xfrm>
          <a:prstGeom prst="rect">
            <a:avLst/>
          </a:prstGeom>
          <a:noFill/>
        </p:spPr>
        <p:txBody>
          <a:bodyPr wrap="square" lIns="0" tIns="0" rIns="0" bIns="0" rtlCol="0" anchor="b">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700" b="0" i="0" dirty="0" smtClean="0">
                <a:solidFill>
                  <a:schemeClr val="tx1"/>
                </a:solidFill>
                <a:latin typeface="+mn-lt"/>
                <a:cs typeface="HP Simplified"/>
              </a:rPr>
              <a:t>© Copyright 2014 Hewlett-Packard Development Company, L.P. </a:t>
            </a:r>
            <a:r>
              <a:rPr lang="en-US" sz="700" b="0" i="0" baseline="0" dirty="0" smtClean="0">
                <a:solidFill>
                  <a:schemeClr val="tx1"/>
                </a:solidFill>
                <a:latin typeface="+mn-lt"/>
                <a:cs typeface="HP Simplified"/>
              </a:rPr>
              <a:t> </a:t>
            </a:r>
            <a:r>
              <a:rPr lang="en-US" sz="700" b="0" i="0" dirty="0" smtClean="0">
                <a:solidFill>
                  <a:schemeClr val="tx1"/>
                </a:solidFill>
                <a:latin typeface="+mn-lt"/>
                <a:cs typeface="HP Simplified"/>
              </a:rPr>
              <a:t>The information contained herein is subject to change without notice.</a:t>
            </a:r>
          </a:p>
        </p:txBody>
      </p:sp>
      <p:sp>
        <p:nvSpPr>
          <p:cNvPr id="2" name="Title 1"/>
          <p:cNvSpPr>
            <a:spLocks noGrp="1"/>
          </p:cNvSpPr>
          <p:nvPr>
            <p:ph type="ctrTitle"/>
          </p:nvPr>
        </p:nvSpPr>
        <p:spPr>
          <a:xfrm>
            <a:off x="609441" y="2763520"/>
            <a:ext cx="9141619" cy="1554480"/>
          </a:xfrm>
        </p:spPr>
        <p:txBody>
          <a:bodyPr/>
          <a:lstStyle>
            <a:lvl1pPr>
              <a:defRPr sz="5000" spc="-100" baseline="0"/>
            </a:lvl1pPr>
          </a:lstStyle>
          <a:p>
            <a:r>
              <a:rPr lang="en-US" smtClean="0"/>
              <a:t>Click to edit Master title style</a:t>
            </a:r>
            <a:endParaRPr lang="en-US" dirty="0"/>
          </a:p>
        </p:txBody>
      </p:sp>
      <p:sp>
        <p:nvSpPr>
          <p:cNvPr id="3" name="Subtitle 2"/>
          <p:cNvSpPr>
            <a:spLocks noGrp="1"/>
          </p:cNvSpPr>
          <p:nvPr>
            <p:ph type="subTitle" idx="1"/>
          </p:nvPr>
        </p:nvSpPr>
        <p:spPr>
          <a:xfrm>
            <a:off x="609441" y="4419600"/>
            <a:ext cx="9141619" cy="1188720"/>
          </a:xfrm>
        </p:spPr>
        <p:txBody>
          <a:bodyPr>
            <a:noAutofit/>
          </a:bodyPr>
          <a:lstStyle>
            <a:lvl1pPr marL="0" indent="0" algn="l">
              <a:spcBef>
                <a:spcPts val="600"/>
              </a:spcBef>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solidFill>
              </a:defRPr>
            </a:lvl1pPr>
          </a:lstStyle>
          <a:p>
            <a:fld id="{80C853A8-1CF5-4118-9D6D-C132E8FC53CB}" type="datetimeFigureOut">
              <a:rPr lang="en-US" smtClean="0"/>
              <a:pPr/>
              <a:t>6/11/2015</a:t>
            </a:fld>
            <a:endParaRPr lang="en-US"/>
          </a:p>
        </p:txBody>
      </p:sp>
      <p:sp>
        <p:nvSpPr>
          <p:cNvPr id="5" name="Footer Placeholder 4"/>
          <p:cNvSpPr>
            <a:spLocks noGrp="1"/>
          </p:cNvSpPr>
          <p:nvPr>
            <p:ph type="ftr" sz="quarter" idx="11"/>
          </p:nvPr>
        </p:nvSpPr>
        <p:spPr/>
        <p:txBody>
          <a:bodyPr/>
          <a:lstStyle>
            <a:lvl1pPr>
              <a:defRPr>
                <a:solidFill>
                  <a:schemeClr val="tx1"/>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00DE720E-C72B-42F0-AD69-52D60E3C605E}" type="slidenum">
              <a:rPr lang="en-US" smtClean="0"/>
              <a:pPr/>
              <a:t>‹#›</a:t>
            </a:fld>
            <a:endParaRPr lang="en-US"/>
          </a:p>
        </p:txBody>
      </p:sp>
      <p:sp>
        <p:nvSpPr>
          <p:cNvPr id="10" name="logo"/>
          <p:cNvSpPr>
            <a:spLocks noChangeAspect="1" noEditPoints="1"/>
          </p:cNvSpPr>
          <p:nvPr userDrawn="1"/>
        </p:nvSpPr>
        <p:spPr bwMode="invGray">
          <a:xfrm>
            <a:off x="9925747" y="377225"/>
            <a:ext cx="1883664" cy="1883664"/>
          </a:xfrm>
          <a:custGeom>
            <a:avLst/>
            <a:gdLst>
              <a:gd name="T0" fmla="*/ 864 w 1728"/>
              <a:gd name="T1" fmla="*/ 1728 h 1728"/>
              <a:gd name="T2" fmla="*/ 838 w 1728"/>
              <a:gd name="T3" fmla="*/ 1728 h 1728"/>
              <a:gd name="T4" fmla="*/ 1015 w 1728"/>
              <a:gd name="T5" fmla="*/ 1243 h 1728"/>
              <a:gd name="T6" fmla="*/ 1258 w 1728"/>
              <a:gd name="T7" fmla="*/ 1243 h 1728"/>
              <a:gd name="T8" fmla="*/ 1362 w 1728"/>
              <a:gd name="T9" fmla="*/ 1170 h 1728"/>
              <a:gd name="T10" fmla="*/ 1554 w 1728"/>
              <a:gd name="T11" fmla="*/ 643 h 1728"/>
              <a:gd name="T12" fmla="*/ 1444 w 1728"/>
              <a:gd name="T13" fmla="*/ 487 h 1728"/>
              <a:gd name="T14" fmla="*/ 1107 w 1728"/>
              <a:gd name="T15" fmla="*/ 487 h 1728"/>
              <a:gd name="T16" fmla="*/ 824 w 1728"/>
              <a:gd name="T17" fmla="*/ 1264 h 1728"/>
              <a:gd name="T18" fmla="*/ 824 w 1728"/>
              <a:gd name="T19" fmla="*/ 1264 h 1728"/>
              <a:gd name="T20" fmla="*/ 664 w 1728"/>
              <a:gd name="T21" fmla="*/ 1705 h 1728"/>
              <a:gd name="T22" fmla="*/ 0 w 1728"/>
              <a:gd name="T23" fmla="*/ 864 h 1728"/>
              <a:gd name="T24" fmla="*/ 631 w 1728"/>
              <a:gd name="T25" fmla="*/ 32 h 1728"/>
              <a:gd name="T26" fmla="*/ 465 w 1728"/>
              <a:gd name="T27" fmla="*/ 487 h 1728"/>
              <a:gd name="T28" fmla="*/ 465 w 1728"/>
              <a:gd name="T29" fmla="*/ 487 h 1728"/>
              <a:gd name="T30" fmla="*/ 190 w 1728"/>
              <a:gd name="T31" fmla="*/ 1243 h 1728"/>
              <a:gd name="T32" fmla="*/ 373 w 1728"/>
              <a:gd name="T33" fmla="*/ 1243 h 1728"/>
              <a:gd name="T34" fmla="*/ 607 w 1728"/>
              <a:gd name="T35" fmla="*/ 600 h 1728"/>
              <a:gd name="T36" fmla="*/ 745 w 1728"/>
              <a:gd name="T37" fmla="*/ 600 h 1728"/>
              <a:gd name="T38" fmla="*/ 511 w 1728"/>
              <a:gd name="T39" fmla="*/ 1243 h 1728"/>
              <a:gd name="T40" fmla="*/ 694 w 1728"/>
              <a:gd name="T41" fmla="*/ 1243 h 1728"/>
              <a:gd name="T42" fmla="*/ 912 w 1728"/>
              <a:gd name="T43" fmla="*/ 643 h 1728"/>
              <a:gd name="T44" fmla="*/ 802 w 1728"/>
              <a:gd name="T45" fmla="*/ 487 h 1728"/>
              <a:gd name="T46" fmla="*/ 649 w 1728"/>
              <a:gd name="T47" fmla="*/ 487 h 1728"/>
              <a:gd name="T48" fmla="*/ 825 w 1728"/>
              <a:gd name="T49" fmla="*/ 1 h 1728"/>
              <a:gd name="T50" fmla="*/ 864 w 1728"/>
              <a:gd name="T51" fmla="*/ 0 h 1728"/>
              <a:gd name="T52" fmla="*/ 1728 w 1728"/>
              <a:gd name="T53" fmla="*/ 864 h 1728"/>
              <a:gd name="T54" fmla="*/ 864 w 1728"/>
              <a:gd name="T55" fmla="*/ 1728 h 1728"/>
              <a:gd name="T56" fmla="*/ 1387 w 1728"/>
              <a:gd name="T57" fmla="*/ 600 h 1728"/>
              <a:gd name="T58" fmla="*/ 1249 w 1728"/>
              <a:gd name="T59" fmla="*/ 600 h 1728"/>
              <a:gd name="T60" fmla="*/ 1057 w 1728"/>
              <a:gd name="T61" fmla="*/ 1129 h 1728"/>
              <a:gd name="T62" fmla="*/ 1194 w 1728"/>
              <a:gd name="T63" fmla="*/ 1129 h 1728"/>
              <a:gd name="T64" fmla="*/ 1387 w 1728"/>
              <a:gd name="T65" fmla="*/ 600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28" h="1728">
                <a:moveTo>
                  <a:pt x="864" y="1728"/>
                </a:moveTo>
                <a:cubicBezTo>
                  <a:pt x="856" y="1728"/>
                  <a:pt x="847" y="1728"/>
                  <a:pt x="838" y="1728"/>
                </a:cubicBezTo>
                <a:cubicBezTo>
                  <a:pt x="1015" y="1243"/>
                  <a:pt x="1015" y="1243"/>
                  <a:pt x="1015" y="1243"/>
                </a:cubicBezTo>
                <a:cubicBezTo>
                  <a:pt x="1258" y="1243"/>
                  <a:pt x="1258" y="1243"/>
                  <a:pt x="1258" y="1243"/>
                </a:cubicBezTo>
                <a:cubicBezTo>
                  <a:pt x="1301" y="1243"/>
                  <a:pt x="1347" y="1210"/>
                  <a:pt x="1362" y="1170"/>
                </a:cubicBezTo>
                <a:cubicBezTo>
                  <a:pt x="1554" y="643"/>
                  <a:pt x="1554" y="643"/>
                  <a:pt x="1554" y="643"/>
                </a:cubicBezTo>
                <a:cubicBezTo>
                  <a:pt x="1585" y="557"/>
                  <a:pt x="1536" y="487"/>
                  <a:pt x="1444" y="487"/>
                </a:cubicBezTo>
                <a:cubicBezTo>
                  <a:pt x="1107" y="487"/>
                  <a:pt x="1107" y="487"/>
                  <a:pt x="1107" y="487"/>
                </a:cubicBezTo>
                <a:cubicBezTo>
                  <a:pt x="824" y="1264"/>
                  <a:pt x="824" y="1264"/>
                  <a:pt x="824" y="1264"/>
                </a:cubicBezTo>
                <a:cubicBezTo>
                  <a:pt x="824" y="1264"/>
                  <a:pt x="824" y="1264"/>
                  <a:pt x="824" y="1264"/>
                </a:cubicBezTo>
                <a:cubicBezTo>
                  <a:pt x="664" y="1705"/>
                  <a:pt x="664" y="1705"/>
                  <a:pt x="664" y="1705"/>
                </a:cubicBezTo>
                <a:cubicBezTo>
                  <a:pt x="283" y="1614"/>
                  <a:pt x="0" y="1272"/>
                  <a:pt x="0" y="864"/>
                </a:cubicBezTo>
                <a:cubicBezTo>
                  <a:pt x="0" y="468"/>
                  <a:pt x="267" y="134"/>
                  <a:pt x="631" y="32"/>
                </a:cubicBezTo>
                <a:cubicBezTo>
                  <a:pt x="465" y="487"/>
                  <a:pt x="465" y="487"/>
                  <a:pt x="465" y="487"/>
                </a:cubicBezTo>
                <a:cubicBezTo>
                  <a:pt x="465" y="487"/>
                  <a:pt x="465" y="487"/>
                  <a:pt x="465" y="487"/>
                </a:cubicBezTo>
                <a:cubicBezTo>
                  <a:pt x="190" y="1243"/>
                  <a:pt x="190" y="1243"/>
                  <a:pt x="190" y="1243"/>
                </a:cubicBezTo>
                <a:cubicBezTo>
                  <a:pt x="373" y="1243"/>
                  <a:pt x="373" y="1243"/>
                  <a:pt x="373" y="1243"/>
                </a:cubicBezTo>
                <a:cubicBezTo>
                  <a:pt x="607" y="600"/>
                  <a:pt x="607" y="600"/>
                  <a:pt x="607" y="600"/>
                </a:cubicBezTo>
                <a:cubicBezTo>
                  <a:pt x="745" y="600"/>
                  <a:pt x="745" y="600"/>
                  <a:pt x="745" y="600"/>
                </a:cubicBezTo>
                <a:cubicBezTo>
                  <a:pt x="511" y="1243"/>
                  <a:pt x="511" y="1243"/>
                  <a:pt x="511" y="1243"/>
                </a:cubicBezTo>
                <a:cubicBezTo>
                  <a:pt x="694" y="1243"/>
                  <a:pt x="694" y="1243"/>
                  <a:pt x="694" y="1243"/>
                </a:cubicBezTo>
                <a:cubicBezTo>
                  <a:pt x="912" y="643"/>
                  <a:pt x="912" y="643"/>
                  <a:pt x="912" y="643"/>
                </a:cubicBezTo>
                <a:cubicBezTo>
                  <a:pt x="943" y="557"/>
                  <a:pt x="894" y="487"/>
                  <a:pt x="802" y="487"/>
                </a:cubicBezTo>
                <a:cubicBezTo>
                  <a:pt x="649" y="487"/>
                  <a:pt x="649" y="487"/>
                  <a:pt x="649" y="487"/>
                </a:cubicBezTo>
                <a:cubicBezTo>
                  <a:pt x="825" y="1"/>
                  <a:pt x="825" y="1"/>
                  <a:pt x="825" y="1"/>
                </a:cubicBezTo>
                <a:cubicBezTo>
                  <a:pt x="838" y="1"/>
                  <a:pt x="851" y="0"/>
                  <a:pt x="864" y="0"/>
                </a:cubicBezTo>
                <a:cubicBezTo>
                  <a:pt x="1341" y="0"/>
                  <a:pt x="1728" y="387"/>
                  <a:pt x="1728" y="864"/>
                </a:cubicBezTo>
                <a:cubicBezTo>
                  <a:pt x="1728" y="1341"/>
                  <a:pt x="1341" y="1728"/>
                  <a:pt x="864" y="1728"/>
                </a:cubicBezTo>
                <a:close/>
                <a:moveTo>
                  <a:pt x="1387" y="600"/>
                </a:moveTo>
                <a:cubicBezTo>
                  <a:pt x="1249" y="600"/>
                  <a:pt x="1249" y="600"/>
                  <a:pt x="1249" y="600"/>
                </a:cubicBezTo>
                <a:cubicBezTo>
                  <a:pt x="1057" y="1129"/>
                  <a:pt x="1057" y="1129"/>
                  <a:pt x="1057" y="1129"/>
                </a:cubicBezTo>
                <a:cubicBezTo>
                  <a:pt x="1194" y="1129"/>
                  <a:pt x="1194" y="1129"/>
                  <a:pt x="1194" y="1129"/>
                </a:cubicBezTo>
                <a:lnTo>
                  <a:pt x="1387" y="60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12424705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Slide with Pictur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extBox 8"/>
          <p:cNvSpPr txBox="1"/>
          <p:nvPr userDrawn="1"/>
        </p:nvSpPr>
        <p:spPr>
          <a:xfrm>
            <a:off x="609441" y="6482536"/>
            <a:ext cx="6602280" cy="215444"/>
          </a:xfrm>
          <a:prstGeom prst="rect">
            <a:avLst/>
          </a:prstGeom>
          <a:noFill/>
        </p:spPr>
        <p:txBody>
          <a:bodyPr wrap="square" lIns="0" tIns="0" rIns="0" bIns="0" rtlCol="0" anchor="b">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700" b="0" i="0" dirty="0" smtClean="0">
                <a:solidFill>
                  <a:schemeClr val="tx1"/>
                </a:solidFill>
                <a:latin typeface="+mn-lt"/>
                <a:cs typeface="HP Simplified"/>
              </a:rPr>
              <a:t>© Copyright 2014 Hewlett-Packard Development Company, L.P. </a:t>
            </a:r>
            <a:r>
              <a:rPr lang="en-US" sz="700" b="0" i="0" baseline="0" dirty="0" smtClean="0">
                <a:solidFill>
                  <a:schemeClr val="tx1"/>
                </a:solidFill>
                <a:latin typeface="+mn-lt"/>
                <a:cs typeface="HP Simplified"/>
              </a:rPr>
              <a:t> </a:t>
            </a:r>
            <a:r>
              <a:rPr lang="en-US" sz="700" b="0" i="0" dirty="0" smtClean="0">
                <a:solidFill>
                  <a:schemeClr val="tx1"/>
                </a:solidFill>
                <a:latin typeface="+mn-lt"/>
                <a:cs typeface="HP Simplified"/>
              </a:rPr>
              <a:t>The information contained herein is subject to change without notice.</a:t>
            </a:r>
          </a:p>
        </p:txBody>
      </p:sp>
      <p:sp>
        <p:nvSpPr>
          <p:cNvPr id="2" name="Title 1"/>
          <p:cNvSpPr>
            <a:spLocks noGrp="1"/>
          </p:cNvSpPr>
          <p:nvPr>
            <p:ph type="ctrTitle"/>
          </p:nvPr>
        </p:nvSpPr>
        <p:spPr>
          <a:xfrm>
            <a:off x="609441" y="2763520"/>
            <a:ext cx="9141619" cy="1554480"/>
          </a:xfrm>
        </p:spPr>
        <p:txBody>
          <a:bodyPr/>
          <a:lstStyle>
            <a:lvl1pPr>
              <a:defRPr sz="5000" spc="-100" baseline="0"/>
            </a:lvl1pPr>
          </a:lstStyle>
          <a:p>
            <a:r>
              <a:rPr lang="en-US" smtClean="0"/>
              <a:t>Click to edit Master title style</a:t>
            </a:r>
            <a:endParaRPr lang="en-US" dirty="0"/>
          </a:p>
        </p:txBody>
      </p:sp>
      <p:sp>
        <p:nvSpPr>
          <p:cNvPr id="3" name="Subtitle 2"/>
          <p:cNvSpPr>
            <a:spLocks noGrp="1"/>
          </p:cNvSpPr>
          <p:nvPr>
            <p:ph type="subTitle" idx="1"/>
          </p:nvPr>
        </p:nvSpPr>
        <p:spPr>
          <a:xfrm>
            <a:off x="609441" y="4419600"/>
            <a:ext cx="9141619" cy="1188720"/>
          </a:xfrm>
        </p:spPr>
        <p:txBody>
          <a:bodyPr>
            <a:noAutofit/>
          </a:bodyPr>
          <a:lstStyle>
            <a:lvl1pPr marL="0" indent="0" algn="l">
              <a:spcBef>
                <a:spcPts val="600"/>
              </a:spcBef>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solidFill>
              </a:defRPr>
            </a:lvl1pPr>
          </a:lstStyle>
          <a:p>
            <a:fld id="{80C853A8-1CF5-4118-9D6D-C132E8FC53CB}" type="datetimeFigureOut">
              <a:rPr lang="en-US" smtClean="0"/>
              <a:pPr/>
              <a:t>6/11/2015</a:t>
            </a:fld>
            <a:endParaRPr lang="en-US"/>
          </a:p>
        </p:txBody>
      </p:sp>
      <p:sp>
        <p:nvSpPr>
          <p:cNvPr id="5" name="Footer Placeholder 4"/>
          <p:cNvSpPr>
            <a:spLocks noGrp="1"/>
          </p:cNvSpPr>
          <p:nvPr>
            <p:ph type="ftr" sz="quarter" idx="11"/>
          </p:nvPr>
        </p:nvSpPr>
        <p:spPr/>
        <p:txBody>
          <a:bodyPr/>
          <a:lstStyle>
            <a:lvl1pPr>
              <a:defRPr>
                <a:solidFill>
                  <a:schemeClr val="tx1"/>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00DE720E-C72B-42F0-AD69-52D60E3C605E}" type="slidenum">
              <a:rPr lang="en-US" smtClean="0"/>
              <a:pPr/>
              <a:t>‹#›</a:t>
            </a:fld>
            <a:endParaRPr lang="en-US"/>
          </a:p>
        </p:txBody>
      </p:sp>
      <p:sp>
        <p:nvSpPr>
          <p:cNvPr id="10" name="logo"/>
          <p:cNvSpPr>
            <a:spLocks noChangeAspect="1" noEditPoints="1"/>
          </p:cNvSpPr>
          <p:nvPr userDrawn="1"/>
        </p:nvSpPr>
        <p:spPr bwMode="invGray">
          <a:xfrm>
            <a:off x="9925747" y="377225"/>
            <a:ext cx="1883664" cy="1883664"/>
          </a:xfrm>
          <a:custGeom>
            <a:avLst/>
            <a:gdLst>
              <a:gd name="T0" fmla="*/ 864 w 1728"/>
              <a:gd name="T1" fmla="*/ 1728 h 1728"/>
              <a:gd name="T2" fmla="*/ 838 w 1728"/>
              <a:gd name="T3" fmla="*/ 1728 h 1728"/>
              <a:gd name="T4" fmla="*/ 1015 w 1728"/>
              <a:gd name="T5" fmla="*/ 1243 h 1728"/>
              <a:gd name="T6" fmla="*/ 1258 w 1728"/>
              <a:gd name="T7" fmla="*/ 1243 h 1728"/>
              <a:gd name="T8" fmla="*/ 1362 w 1728"/>
              <a:gd name="T9" fmla="*/ 1170 h 1728"/>
              <a:gd name="T10" fmla="*/ 1554 w 1728"/>
              <a:gd name="T11" fmla="*/ 643 h 1728"/>
              <a:gd name="T12" fmla="*/ 1444 w 1728"/>
              <a:gd name="T13" fmla="*/ 487 h 1728"/>
              <a:gd name="T14" fmla="*/ 1107 w 1728"/>
              <a:gd name="T15" fmla="*/ 487 h 1728"/>
              <a:gd name="T16" fmla="*/ 824 w 1728"/>
              <a:gd name="T17" fmla="*/ 1264 h 1728"/>
              <a:gd name="T18" fmla="*/ 824 w 1728"/>
              <a:gd name="T19" fmla="*/ 1264 h 1728"/>
              <a:gd name="T20" fmla="*/ 664 w 1728"/>
              <a:gd name="T21" fmla="*/ 1705 h 1728"/>
              <a:gd name="T22" fmla="*/ 0 w 1728"/>
              <a:gd name="T23" fmla="*/ 864 h 1728"/>
              <a:gd name="T24" fmla="*/ 631 w 1728"/>
              <a:gd name="T25" fmla="*/ 32 h 1728"/>
              <a:gd name="T26" fmla="*/ 465 w 1728"/>
              <a:gd name="T27" fmla="*/ 487 h 1728"/>
              <a:gd name="T28" fmla="*/ 465 w 1728"/>
              <a:gd name="T29" fmla="*/ 487 h 1728"/>
              <a:gd name="T30" fmla="*/ 190 w 1728"/>
              <a:gd name="T31" fmla="*/ 1243 h 1728"/>
              <a:gd name="T32" fmla="*/ 373 w 1728"/>
              <a:gd name="T33" fmla="*/ 1243 h 1728"/>
              <a:gd name="T34" fmla="*/ 607 w 1728"/>
              <a:gd name="T35" fmla="*/ 600 h 1728"/>
              <a:gd name="T36" fmla="*/ 745 w 1728"/>
              <a:gd name="T37" fmla="*/ 600 h 1728"/>
              <a:gd name="T38" fmla="*/ 511 w 1728"/>
              <a:gd name="T39" fmla="*/ 1243 h 1728"/>
              <a:gd name="T40" fmla="*/ 694 w 1728"/>
              <a:gd name="T41" fmla="*/ 1243 h 1728"/>
              <a:gd name="T42" fmla="*/ 912 w 1728"/>
              <a:gd name="T43" fmla="*/ 643 h 1728"/>
              <a:gd name="T44" fmla="*/ 802 w 1728"/>
              <a:gd name="T45" fmla="*/ 487 h 1728"/>
              <a:gd name="T46" fmla="*/ 649 w 1728"/>
              <a:gd name="T47" fmla="*/ 487 h 1728"/>
              <a:gd name="T48" fmla="*/ 825 w 1728"/>
              <a:gd name="T49" fmla="*/ 1 h 1728"/>
              <a:gd name="T50" fmla="*/ 864 w 1728"/>
              <a:gd name="T51" fmla="*/ 0 h 1728"/>
              <a:gd name="T52" fmla="*/ 1728 w 1728"/>
              <a:gd name="T53" fmla="*/ 864 h 1728"/>
              <a:gd name="T54" fmla="*/ 864 w 1728"/>
              <a:gd name="T55" fmla="*/ 1728 h 1728"/>
              <a:gd name="T56" fmla="*/ 1387 w 1728"/>
              <a:gd name="T57" fmla="*/ 600 h 1728"/>
              <a:gd name="T58" fmla="*/ 1249 w 1728"/>
              <a:gd name="T59" fmla="*/ 600 h 1728"/>
              <a:gd name="T60" fmla="*/ 1057 w 1728"/>
              <a:gd name="T61" fmla="*/ 1129 h 1728"/>
              <a:gd name="T62" fmla="*/ 1194 w 1728"/>
              <a:gd name="T63" fmla="*/ 1129 h 1728"/>
              <a:gd name="T64" fmla="*/ 1387 w 1728"/>
              <a:gd name="T65" fmla="*/ 600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28" h="1728">
                <a:moveTo>
                  <a:pt x="864" y="1728"/>
                </a:moveTo>
                <a:cubicBezTo>
                  <a:pt x="856" y="1728"/>
                  <a:pt x="847" y="1728"/>
                  <a:pt x="838" y="1728"/>
                </a:cubicBezTo>
                <a:cubicBezTo>
                  <a:pt x="1015" y="1243"/>
                  <a:pt x="1015" y="1243"/>
                  <a:pt x="1015" y="1243"/>
                </a:cubicBezTo>
                <a:cubicBezTo>
                  <a:pt x="1258" y="1243"/>
                  <a:pt x="1258" y="1243"/>
                  <a:pt x="1258" y="1243"/>
                </a:cubicBezTo>
                <a:cubicBezTo>
                  <a:pt x="1301" y="1243"/>
                  <a:pt x="1347" y="1210"/>
                  <a:pt x="1362" y="1170"/>
                </a:cubicBezTo>
                <a:cubicBezTo>
                  <a:pt x="1554" y="643"/>
                  <a:pt x="1554" y="643"/>
                  <a:pt x="1554" y="643"/>
                </a:cubicBezTo>
                <a:cubicBezTo>
                  <a:pt x="1585" y="557"/>
                  <a:pt x="1536" y="487"/>
                  <a:pt x="1444" y="487"/>
                </a:cubicBezTo>
                <a:cubicBezTo>
                  <a:pt x="1107" y="487"/>
                  <a:pt x="1107" y="487"/>
                  <a:pt x="1107" y="487"/>
                </a:cubicBezTo>
                <a:cubicBezTo>
                  <a:pt x="824" y="1264"/>
                  <a:pt x="824" y="1264"/>
                  <a:pt x="824" y="1264"/>
                </a:cubicBezTo>
                <a:cubicBezTo>
                  <a:pt x="824" y="1264"/>
                  <a:pt x="824" y="1264"/>
                  <a:pt x="824" y="1264"/>
                </a:cubicBezTo>
                <a:cubicBezTo>
                  <a:pt x="664" y="1705"/>
                  <a:pt x="664" y="1705"/>
                  <a:pt x="664" y="1705"/>
                </a:cubicBezTo>
                <a:cubicBezTo>
                  <a:pt x="283" y="1614"/>
                  <a:pt x="0" y="1272"/>
                  <a:pt x="0" y="864"/>
                </a:cubicBezTo>
                <a:cubicBezTo>
                  <a:pt x="0" y="468"/>
                  <a:pt x="267" y="134"/>
                  <a:pt x="631" y="32"/>
                </a:cubicBezTo>
                <a:cubicBezTo>
                  <a:pt x="465" y="487"/>
                  <a:pt x="465" y="487"/>
                  <a:pt x="465" y="487"/>
                </a:cubicBezTo>
                <a:cubicBezTo>
                  <a:pt x="465" y="487"/>
                  <a:pt x="465" y="487"/>
                  <a:pt x="465" y="487"/>
                </a:cubicBezTo>
                <a:cubicBezTo>
                  <a:pt x="190" y="1243"/>
                  <a:pt x="190" y="1243"/>
                  <a:pt x="190" y="1243"/>
                </a:cubicBezTo>
                <a:cubicBezTo>
                  <a:pt x="373" y="1243"/>
                  <a:pt x="373" y="1243"/>
                  <a:pt x="373" y="1243"/>
                </a:cubicBezTo>
                <a:cubicBezTo>
                  <a:pt x="607" y="600"/>
                  <a:pt x="607" y="600"/>
                  <a:pt x="607" y="600"/>
                </a:cubicBezTo>
                <a:cubicBezTo>
                  <a:pt x="745" y="600"/>
                  <a:pt x="745" y="600"/>
                  <a:pt x="745" y="600"/>
                </a:cubicBezTo>
                <a:cubicBezTo>
                  <a:pt x="511" y="1243"/>
                  <a:pt x="511" y="1243"/>
                  <a:pt x="511" y="1243"/>
                </a:cubicBezTo>
                <a:cubicBezTo>
                  <a:pt x="694" y="1243"/>
                  <a:pt x="694" y="1243"/>
                  <a:pt x="694" y="1243"/>
                </a:cubicBezTo>
                <a:cubicBezTo>
                  <a:pt x="912" y="643"/>
                  <a:pt x="912" y="643"/>
                  <a:pt x="912" y="643"/>
                </a:cubicBezTo>
                <a:cubicBezTo>
                  <a:pt x="943" y="557"/>
                  <a:pt x="894" y="487"/>
                  <a:pt x="802" y="487"/>
                </a:cubicBezTo>
                <a:cubicBezTo>
                  <a:pt x="649" y="487"/>
                  <a:pt x="649" y="487"/>
                  <a:pt x="649" y="487"/>
                </a:cubicBezTo>
                <a:cubicBezTo>
                  <a:pt x="825" y="1"/>
                  <a:pt x="825" y="1"/>
                  <a:pt x="825" y="1"/>
                </a:cubicBezTo>
                <a:cubicBezTo>
                  <a:pt x="838" y="1"/>
                  <a:pt x="851" y="0"/>
                  <a:pt x="864" y="0"/>
                </a:cubicBezTo>
                <a:cubicBezTo>
                  <a:pt x="1341" y="0"/>
                  <a:pt x="1728" y="387"/>
                  <a:pt x="1728" y="864"/>
                </a:cubicBezTo>
                <a:cubicBezTo>
                  <a:pt x="1728" y="1341"/>
                  <a:pt x="1341" y="1728"/>
                  <a:pt x="864" y="1728"/>
                </a:cubicBezTo>
                <a:close/>
                <a:moveTo>
                  <a:pt x="1387" y="600"/>
                </a:moveTo>
                <a:cubicBezTo>
                  <a:pt x="1249" y="600"/>
                  <a:pt x="1249" y="600"/>
                  <a:pt x="1249" y="600"/>
                </a:cubicBezTo>
                <a:cubicBezTo>
                  <a:pt x="1057" y="1129"/>
                  <a:pt x="1057" y="1129"/>
                  <a:pt x="1057" y="1129"/>
                </a:cubicBezTo>
                <a:cubicBezTo>
                  <a:pt x="1194" y="1129"/>
                  <a:pt x="1194" y="1129"/>
                  <a:pt x="1194" y="1129"/>
                </a:cubicBezTo>
                <a:lnTo>
                  <a:pt x="1387" y="60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5256929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441" y="304800"/>
            <a:ext cx="9141619" cy="1828800"/>
          </a:xfrm>
        </p:spPr>
        <p:txBody>
          <a:bodyPr anchor="t"/>
          <a:lstStyle>
            <a:lvl1pPr algn="l">
              <a:defRPr sz="4400" b="1" cap="none" spc="-100" baseline="0"/>
            </a:lvl1pPr>
          </a:lstStyle>
          <a:p>
            <a:r>
              <a:rPr lang="en-US" smtClean="0"/>
              <a:t>Click to edit Master title style</a:t>
            </a:r>
            <a:endParaRPr lang="en-US" dirty="0"/>
          </a:p>
        </p:txBody>
      </p:sp>
      <p:sp>
        <p:nvSpPr>
          <p:cNvPr id="3" name="Text Placeholder 2"/>
          <p:cNvSpPr>
            <a:spLocks noGrp="1"/>
          </p:cNvSpPr>
          <p:nvPr>
            <p:ph type="body" idx="1"/>
          </p:nvPr>
        </p:nvSpPr>
        <p:spPr>
          <a:xfrm>
            <a:off x="609441" y="4419600"/>
            <a:ext cx="9141619" cy="1188720"/>
          </a:xfrm>
        </p:spPr>
        <p:txBody>
          <a:bodyPr anchor="t">
            <a:noAutofit/>
          </a:bodyPr>
          <a:lstStyle>
            <a:lvl1pPr marL="0" indent="0">
              <a:spcBef>
                <a:spcPts val="600"/>
              </a:spcBef>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0C853A8-1CF5-4118-9D6D-C132E8FC53CB}" type="datetimeFigureOut">
              <a:rPr lang="en-US" smtClean="0"/>
              <a:t>6/11/2015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DE720E-C72B-42F0-AD69-52D60E3C605E}" type="slidenum">
              <a:rPr lang="en-US" smtClean="0"/>
              <a:t>‹#›</a:t>
            </a:fld>
            <a:endParaRPr lang="en-US"/>
          </a:p>
        </p:txBody>
      </p:sp>
    </p:spTree>
    <p:extLst>
      <p:ext uri="{BB962C8B-B14F-4D97-AF65-F5344CB8AC3E}">
        <p14:creationId xmlns:p14="http://schemas.microsoft.com/office/powerpoint/2010/main" val="21292054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Blue Section Header">
    <p:bg>
      <p:bgPr>
        <a:solidFill>
          <a:schemeClr val="accent1"/>
        </a:solidFill>
        <a:effectLst/>
      </p:bgPr>
    </p:bg>
    <p:spTree>
      <p:nvGrpSpPr>
        <p:cNvPr id="1" name=""/>
        <p:cNvGrpSpPr/>
        <p:nvPr/>
      </p:nvGrpSpPr>
      <p:grpSpPr>
        <a:xfrm>
          <a:off x="0" y="0"/>
          <a:ext cx="0" cy="0"/>
          <a:chOff x="0" y="0"/>
          <a:chExt cx="0" cy="0"/>
        </a:xfrm>
      </p:grpSpPr>
      <p:sp>
        <p:nvSpPr>
          <p:cNvPr id="8" name="Freeform 5"/>
          <p:cNvSpPr>
            <a:spLocks noChangeAspect="1" noEditPoints="1"/>
          </p:cNvSpPr>
          <p:nvPr userDrawn="1"/>
        </p:nvSpPr>
        <p:spPr bwMode="invGray">
          <a:xfrm>
            <a:off x="11586739" y="6321203"/>
            <a:ext cx="356616" cy="356616"/>
          </a:xfrm>
          <a:custGeom>
            <a:avLst/>
            <a:gdLst>
              <a:gd name="T0" fmla="*/ 864 w 1728"/>
              <a:gd name="T1" fmla="*/ 1728 h 1728"/>
              <a:gd name="T2" fmla="*/ 838 w 1728"/>
              <a:gd name="T3" fmla="*/ 1728 h 1728"/>
              <a:gd name="T4" fmla="*/ 1015 w 1728"/>
              <a:gd name="T5" fmla="*/ 1243 h 1728"/>
              <a:gd name="T6" fmla="*/ 1258 w 1728"/>
              <a:gd name="T7" fmla="*/ 1243 h 1728"/>
              <a:gd name="T8" fmla="*/ 1362 w 1728"/>
              <a:gd name="T9" fmla="*/ 1170 h 1728"/>
              <a:gd name="T10" fmla="*/ 1554 w 1728"/>
              <a:gd name="T11" fmla="*/ 643 h 1728"/>
              <a:gd name="T12" fmla="*/ 1444 w 1728"/>
              <a:gd name="T13" fmla="*/ 487 h 1728"/>
              <a:gd name="T14" fmla="*/ 1107 w 1728"/>
              <a:gd name="T15" fmla="*/ 487 h 1728"/>
              <a:gd name="T16" fmla="*/ 824 w 1728"/>
              <a:gd name="T17" fmla="*/ 1264 h 1728"/>
              <a:gd name="T18" fmla="*/ 824 w 1728"/>
              <a:gd name="T19" fmla="*/ 1264 h 1728"/>
              <a:gd name="T20" fmla="*/ 664 w 1728"/>
              <a:gd name="T21" fmla="*/ 1705 h 1728"/>
              <a:gd name="T22" fmla="*/ 0 w 1728"/>
              <a:gd name="T23" fmla="*/ 864 h 1728"/>
              <a:gd name="T24" fmla="*/ 631 w 1728"/>
              <a:gd name="T25" fmla="*/ 32 h 1728"/>
              <a:gd name="T26" fmla="*/ 465 w 1728"/>
              <a:gd name="T27" fmla="*/ 487 h 1728"/>
              <a:gd name="T28" fmla="*/ 465 w 1728"/>
              <a:gd name="T29" fmla="*/ 487 h 1728"/>
              <a:gd name="T30" fmla="*/ 190 w 1728"/>
              <a:gd name="T31" fmla="*/ 1243 h 1728"/>
              <a:gd name="T32" fmla="*/ 373 w 1728"/>
              <a:gd name="T33" fmla="*/ 1243 h 1728"/>
              <a:gd name="T34" fmla="*/ 607 w 1728"/>
              <a:gd name="T35" fmla="*/ 600 h 1728"/>
              <a:gd name="T36" fmla="*/ 745 w 1728"/>
              <a:gd name="T37" fmla="*/ 600 h 1728"/>
              <a:gd name="T38" fmla="*/ 511 w 1728"/>
              <a:gd name="T39" fmla="*/ 1243 h 1728"/>
              <a:gd name="T40" fmla="*/ 694 w 1728"/>
              <a:gd name="T41" fmla="*/ 1243 h 1728"/>
              <a:gd name="T42" fmla="*/ 912 w 1728"/>
              <a:gd name="T43" fmla="*/ 643 h 1728"/>
              <a:gd name="T44" fmla="*/ 802 w 1728"/>
              <a:gd name="T45" fmla="*/ 487 h 1728"/>
              <a:gd name="T46" fmla="*/ 649 w 1728"/>
              <a:gd name="T47" fmla="*/ 487 h 1728"/>
              <a:gd name="T48" fmla="*/ 825 w 1728"/>
              <a:gd name="T49" fmla="*/ 1 h 1728"/>
              <a:gd name="T50" fmla="*/ 864 w 1728"/>
              <a:gd name="T51" fmla="*/ 0 h 1728"/>
              <a:gd name="T52" fmla="*/ 1728 w 1728"/>
              <a:gd name="T53" fmla="*/ 864 h 1728"/>
              <a:gd name="T54" fmla="*/ 864 w 1728"/>
              <a:gd name="T55" fmla="*/ 1728 h 1728"/>
              <a:gd name="T56" fmla="*/ 1387 w 1728"/>
              <a:gd name="T57" fmla="*/ 600 h 1728"/>
              <a:gd name="T58" fmla="*/ 1249 w 1728"/>
              <a:gd name="T59" fmla="*/ 600 h 1728"/>
              <a:gd name="T60" fmla="*/ 1057 w 1728"/>
              <a:gd name="T61" fmla="*/ 1129 h 1728"/>
              <a:gd name="T62" fmla="*/ 1194 w 1728"/>
              <a:gd name="T63" fmla="*/ 1129 h 1728"/>
              <a:gd name="T64" fmla="*/ 1387 w 1728"/>
              <a:gd name="T65" fmla="*/ 600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28" h="1728">
                <a:moveTo>
                  <a:pt x="864" y="1728"/>
                </a:moveTo>
                <a:cubicBezTo>
                  <a:pt x="856" y="1728"/>
                  <a:pt x="847" y="1728"/>
                  <a:pt x="838" y="1728"/>
                </a:cubicBezTo>
                <a:cubicBezTo>
                  <a:pt x="1015" y="1243"/>
                  <a:pt x="1015" y="1243"/>
                  <a:pt x="1015" y="1243"/>
                </a:cubicBezTo>
                <a:cubicBezTo>
                  <a:pt x="1258" y="1243"/>
                  <a:pt x="1258" y="1243"/>
                  <a:pt x="1258" y="1243"/>
                </a:cubicBezTo>
                <a:cubicBezTo>
                  <a:pt x="1301" y="1243"/>
                  <a:pt x="1347" y="1210"/>
                  <a:pt x="1362" y="1170"/>
                </a:cubicBezTo>
                <a:cubicBezTo>
                  <a:pt x="1554" y="643"/>
                  <a:pt x="1554" y="643"/>
                  <a:pt x="1554" y="643"/>
                </a:cubicBezTo>
                <a:cubicBezTo>
                  <a:pt x="1585" y="557"/>
                  <a:pt x="1536" y="487"/>
                  <a:pt x="1444" y="487"/>
                </a:cubicBezTo>
                <a:cubicBezTo>
                  <a:pt x="1107" y="487"/>
                  <a:pt x="1107" y="487"/>
                  <a:pt x="1107" y="487"/>
                </a:cubicBezTo>
                <a:cubicBezTo>
                  <a:pt x="824" y="1264"/>
                  <a:pt x="824" y="1264"/>
                  <a:pt x="824" y="1264"/>
                </a:cubicBezTo>
                <a:cubicBezTo>
                  <a:pt x="824" y="1264"/>
                  <a:pt x="824" y="1264"/>
                  <a:pt x="824" y="1264"/>
                </a:cubicBezTo>
                <a:cubicBezTo>
                  <a:pt x="664" y="1705"/>
                  <a:pt x="664" y="1705"/>
                  <a:pt x="664" y="1705"/>
                </a:cubicBezTo>
                <a:cubicBezTo>
                  <a:pt x="283" y="1614"/>
                  <a:pt x="0" y="1272"/>
                  <a:pt x="0" y="864"/>
                </a:cubicBezTo>
                <a:cubicBezTo>
                  <a:pt x="0" y="468"/>
                  <a:pt x="267" y="134"/>
                  <a:pt x="631" y="32"/>
                </a:cubicBezTo>
                <a:cubicBezTo>
                  <a:pt x="465" y="487"/>
                  <a:pt x="465" y="487"/>
                  <a:pt x="465" y="487"/>
                </a:cubicBezTo>
                <a:cubicBezTo>
                  <a:pt x="465" y="487"/>
                  <a:pt x="465" y="487"/>
                  <a:pt x="465" y="487"/>
                </a:cubicBezTo>
                <a:cubicBezTo>
                  <a:pt x="190" y="1243"/>
                  <a:pt x="190" y="1243"/>
                  <a:pt x="190" y="1243"/>
                </a:cubicBezTo>
                <a:cubicBezTo>
                  <a:pt x="373" y="1243"/>
                  <a:pt x="373" y="1243"/>
                  <a:pt x="373" y="1243"/>
                </a:cubicBezTo>
                <a:cubicBezTo>
                  <a:pt x="607" y="600"/>
                  <a:pt x="607" y="600"/>
                  <a:pt x="607" y="600"/>
                </a:cubicBezTo>
                <a:cubicBezTo>
                  <a:pt x="745" y="600"/>
                  <a:pt x="745" y="600"/>
                  <a:pt x="745" y="600"/>
                </a:cubicBezTo>
                <a:cubicBezTo>
                  <a:pt x="511" y="1243"/>
                  <a:pt x="511" y="1243"/>
                  <a:pt x="511" y="1243"/>
                </a:cubicBezTo>
                <a:cubicBezTo>
                  <a:pt x="694" y="1243"/>
                  <a:pt x="694" y="1243"/>
                  <a:pt x="694" y="1243"/>
                </a:cubicBezTo>
                <a:cubicBezTo>
                  <a:pt x="912" y="643"/>
                  <a:pt x="912" y="643"/>
                  <a:pt x="912" y="643"/>
                </a:cubicBezTo>
                <a:cubicBezTo>
                  <a:pt x="943" y="557"/>
                  <a:pt x="894" y="487"/>
                  <a:pt x="802" y="487"/>
                </a:cubicBezTo>
                <a:cubicBezTo>
                  <a:pt x="649" y="487"/>
                  <a:pt x="649" y="487"/>
                  <a:pt x="649" y="487"/>
                </a:cubicBezTo>
                <a:cubicBezTo>
                  <a:pt x="825" y="1"/>
                  <a:pt x="825" y="1"/>
                  <a:pt x="825" y="1"/>
                </a:cubicBezTo>
                <a:cubicBezTo>
                  <a:pt x="838" y="1"/>
                  <a:pt x="851" y="0"/>
                  <a:pt x="864" y="0"/>
                </a:cubicBezTo>
                <a:cubicBezTo>
                  <a:pt x="1341" y="0"/>
                  <a:pt x="1728" y="387"/>
                  <a:pt x="1728" y="864"/>
                </a:cubicBezTo>
                <a:cubicBezTo>
                  <a:pt x="1728" y="1341"/>
                  <a:pt x="1341" y="1728"/>
                  <a:pt x="864" y="1728"/>
                </a:cubicBezTo>
                <a:close/>
                <a:moveTo>
                  <a:pt x="1387" y="600"/>
                </a:moveTo>
                <a:cubicBezTo>
                  <a:pt x="1249" y="600"/>
                  <a:pt x="1249" y="600"/>
                  <a:pt x="1249" y="600"/>
                </a:cubicBezTo>
                <a:cubicBezTo>
                  <a:pt x="1057" y="1129"/>
                  <a:pt x="1057" y="1129"/>
                  <a:pt x="1057" y="1129"/>
                </a:cubicBezTo>
                <a:cubicBezTo>
                  <a:pt x="1194" y="1129"/>
                  <a:pt x="1194" y="1129"/>
                  <a:pt x="1194" y="1129"/>
                </a:cubicBezTo>
                <a:lnTo>
                  <a:pt x="1387" y="60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7" name="TextBox 6"/>
          <p:cNvSpPr txBox="1"/>
          <p:nvPr userDrawn="1"/>
        </p:nvSpPr>
        <p:spPr>
          <a:xfrm>
            <a:off x="609441" y="6482536"/>
            <a:ext cx="6602280" cy="215444"/>
          </a:xfrm>
          <a:prstGeom prst="rect">
            <a:avLst/>
          </a:prstGeom>
          <a:noFill/>
        </p:spPr>
        <p:txBody>
          <a:bodyPr wrap="square" lIns="0" tIns="0" rIns="0" bIns="0" rtlCol="0" anchor="b">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700" b="0" i="0" dirty="0" smtClean="0">
                <a:solidFill>
                  <a:schemeClr val="tx1"/>
                </a:solidFill>
                <a:latin typeface="+mn-lt"/>
                <a:cs typeface="HP Simplified"/>
              </a:rPr>
              <a:t>© Copyright 2014 Hewlett-Packard Development Company, L.P. </a:t>
            </a:r>
            <a:r>
              <a:rPr lang="en-US" sz="700" b="0" i="0" baseline="0" dirty="0" smtClean="0">
                <a:solidFill>
                  <a:schemeClr val="tx1"/>
                </a:solidFill>
                <a:latin typeface="+mn-lt"/>
                <a:cs typeface="HP Simplified"/>
              </a:rPr>
              <a:t> </a:t>
            </a:r>
            <a:r>
              <a:rPr lang="en-US" sz="700" b="0" i="0" dirty="0" smtClean="0">
                <a:solidFill>
                  <a:schemeClr val="tx1"/>
                </a:solidFill>
                <a:latin typeface="+mn-lt"/>
                <a:cs typeface="HP Simplified"/>
              </a:rPr>
              <a:t>The information contained herein is subject to change without notice.</a:t>
            </a:r>
          </a:p>
        </p:txBody>
      </p:sp>
      <p:sp>
        <p:nvSpPr>
          <p:cNvPr id="2" name="Title 1"/>
          <p:cNvSpPr>
            <a:spLocks noGrp="1"/>
          </p:cNvSpPr>
          <p:nvPr>
            <p:ph type="title"/>
          </p:nvPr>
        </p:nvSpPr>
        <p:spPr>
          <a:xfrm>
            <a:off x="609441" y="304800"/>
            <a:ext cx="9141619" cy="1828800"/>
          </a:xfrm>
        </p:spPr>
        <p:txBody>
          <a:bodyPr anchor="t"/>
          <a:lstStyle>
            <a:lvl1pPr algn="l">
              <a:defRPr sz="4400" b="1" cap="none" spc="-100" baseline="0"/>
            </a:lvl1pPr>
          </a:lstStyle>
          <a:p>
            <a:r>
              <a:rPr lang="en-US" smtClean="0"/>
              <a:t>Click to edit Master title style</a:t>
            </a:r>
            <a:endParaRPr lang="en-US" dirty="0"/>
          </a:p>
        </p:txBody>
      </p:sp>
      <p:sp>
        <p:nvSpPr>
          <p:cNvPr id="3" name="Text Placeholder 2"/>
          <p:cNvSpPr>
            <a:spLocks noGrp="1"/>
          </p:cNvSpPr>
          <p:nvPr>
            <p:ph type="body" idx="1"/>
          </p:nvPr>
        </p:nvSpPr>
        <p:spPr>
          <a:xfrm>
            <a:off x="609441" y="4419600"/>
            <a:ext cx="9141619" cy="1188720"/>
          </a:xfrm>
        </p:spPr>
        <p:txBody>
          <a:bodyPr anchor="t">
            <a:noAutofit/>
          </a:bodyPr>
          <a:lstStyle>
            <a:lvl1pPr marL="0" indent="0">
              <a:spcBef>
                <a:spcPts val="600"/>
              </a:spcBef>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solidFill>
                  <a:schemeClr val="tx1"/>
                </a:solidFill>
              </a:defRPr>
            </a:lvl1pPr>
          </a:lstStyle>
          <a:p>
            <a:fld id="{80C853A8-1CF5-4118-9D6D-C132E8FC53CB}" type="datetimeFigureOut">
              <a:rPr lang="en-US" smtClean="0"/>
              <a:pPr/>
              <a:t>6/11/2015</a:t>
            </a:fld>
            <a:endParaRPr lang="en-US"/>
          </a:p>
        </p:txBody>
      </p:sp>
      <p:sp>
        <p:nvSpPr>
          <p:cNvPr id="5" name="Footer Placeholder 4"/>
          <p:cNvSpPr>
            <a:spLocks noGrp="1"/>
          </p:cNvSpPr>
          <p:nvPr>
            <p:ph type="ftr" sz="quarter" idx="11"/>
          </p:nvPr>
        </p:nvSpPr>
        <p:spPr/>
        <p:txBody>
          <a:bodyPr/>
          <a:lstStyle>
            <a:lvl1pPr>
              <a:defRPr>
                <a:solidFill>
                  <a:schemeClr val="tx1"/>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00DE720E-C72B-42F0-AD69-52D60E3C605E}" type="slidenum">
              <a:rPr lang="en-US" smtClean="0"/>
              <a:pPr/>
              <a:t>‹#›</a:t>
            </a:fld>
            <a:endParaRPr lang="en-US"/>
          </a:p>
        </p:txBody>
      </p:sp>
    </p:spTree>
    <p:extLst>
      <p:ext uri="{BB962C8B-B14F-4D97-AF65-F5344CB8AC3E}">
        <p14:creationId xmlns:p14="http://schemas.microsoft.com/office/powerpoint/2010/main" val="395040533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Graphical Section Header 1">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441" y="304800"/>
            <a:ext cx="9141619" cy="1828800"/>
          </a:xfrm>
        </p:spPr>
        <p:txBody>
          <a:bodyPr anchor="t"/>
          <a:lstStyle>
            <a:lvl1pPr algn="l">
              <a:defRPr sz="4400" b="1" cap="none" spc="-100" baseline="0"/>
            </a:lvl1pPr>
          </a:lstStyle>
          <a:p>
            <a:r>
              <a:rPr lang="en-US" smtClean="0"/>
              <a:t>Click to edit Master title style</a:t>
            </a:r>
            <a:endParaRPr lang="en-US" dirty="0"/>
          </a:p>
        </p:txBody>
      </p:sp>
    </p:spTree>
    <p:extLst>
      <p:ext uri="{BB962C8B-B14F-4D97-AF65-F5344CB8AC3E}">
        <p14:creationId xmlns:p14="http://schemas.microsoft.com/office/powerpoint/2010/main" val="203448403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Graphical Section Header 2">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441" y="304800"/>
            <a:ext cx="9141619" cy="1828800"/>
          </a:xfrm>
        </p:spPr>
        <p:txBody>
          <a:bodyPr anchor="t"/>
          <a:lstStyle>
            <a:lvl1pPr algn="l">
              <a:defRPr sz="4400" b="1" cap="none" spc="-100" baseline="0"/>
            </a:lvl1pPr>
          </a:lstStyle>
          <a:p>
            <a:r>
              <a:rPr lang="en-US" smtClean="0"/>
              <a:t>Click to edit Master title style</a:t>
            </a:r>
            <a:endParaRPr lang="en-US" dirty="0"/>
          </a:p>
        </p:txBody>
      </p:sp>
    </p:spTree>
    <p:extLst>
      <p:ext uri="{BB962C8B-B14F-4D97-AF65-F5344CB8AC3E}">
        <p14:creationId xmlns:p14="http://schemas.microsoft.com/office/powerpoint/2010/main" val="189507583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aphical Section Header 3">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441" y="304800"/>
            <a:ext cx="9141619" cy="1828800"/>
          </a:xfrm>
        </p:spPr>
        <p:txBody>
          <a:bodyPr anchor="t"/>
          <a:lstStyle>
            <a:lvl1pPr algn="l">
              <a:defRPr sz="4400" b="1" cap="none" spc="-100" baseline="0"/>
            </a:lvl1pPr>
          </a:lstStyle>
          <a:p>
            <a:r>
              <a:rPr lang="en-US" smtClean="0"/>
              <a:t>Click to edit Master title style</a:t>
            </a:r>
            <a:endParaRPr lang="en-US" dirty="0"/>
          </a:p>
        </p:txBody>
      </p:sp>
    </p:spTree>
    <p:extLst>
      <p:ext uri="{BB962C8B-B14F-4D97-AF65-F5344CB8AC3E}">
        <p14:creationId xmlns:p14="http://schemas.microsoft.com/office/powerpoint/2010/main" val="41832327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aphical Section Header 4">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441" y="304800"/>
            <a:ext cx="9141619" cy="1828800"/>
          </a:xfrm>
        </p:spPr>
        <p:txBody>
          <a:bodyPr anchor="t"/>
          <a:lstStyle>
            <a:lvl1pPr algn="l">
              <a:defRPr sz="4400" b="1" cap="none" spc="-100" baseline="0"/>
            </a:lvl1pPr>
          </a:lstStyle>
          <a:p>
            <a:r>
              <a:rPr lang="en-US" smtClean="0"/>
              <a:t>Click to edit Master title style</a:t>
            </a:r>
            <a:endParaRPr lang="en-US" dirty="0"/>
          </a:p>
        </p:txBody>
      </p:sp>
    </p:spTree>
    <p:extLst>
      <p:ext uri="{BB962C8B-B14F-4D97-AF65-F5344CB8AC3E}">
        <p14:creationId xmlns:p14="http://schemas.microsoft.com/office/powerpoint/2010/main" val="117240352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aphical Section Header 5">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441" y="304800"/>
            <a:ext cx="9141619" cy="1828800"/>
          </a:xfrm>
        </p:spPr>
        <p:txBody>
          <a:bodyPr anchor="t"/>
          <a:lstStyle>
            <a:lvl1pPr algn="l">
              <a:defRPr sz="4400" b="1" cap="none" spc="-100" baseline="0"/>
            </a:lvl1pPr>
          </a:lstStyle>
          <a:p>
            <a:r>
              <a:rPr lang="en-US" smtClean="0"/>
              <a:t>Click to edit Master title style</a:t>
            </a:r>
            <a:endParaRPr lang="en-US" dirty="0"/>
          </a:p>
        </p:txBody>
      </p:sp>
    </p:spTree>
    <p:extLst>
      <p:ext uri="{BB962C8B-B14F-4D97-AF65-F5344CB8AC3E}">
        <p14:creationId xmlns:p14="http://schemas.microsoft.com/office/powerpoint/2010/main" val="308592516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secHead" preserve="1">
  <p:cSld name="Quote">
    <p:bg>
      <p:bgPr>
        <a:solidFill>
          <a:schemeClr val="accent1"/>
        </a:solidFill>
        <a:effectLst/>
      </p:bgPr>
    </p:bg>
    <p:spTree>
      <p:nvGrpSpPr>
        <p:cNvPr id="1" name=""/>
        <p:cNvGrpSpPr/>
        <p:nvPr/>
      </p:nvGrpSpPr>
      <p:grpSpPr>
        <a:xfrm>
          <a:off x="0" y="0"/>
          <a:ext cx="0" cy="0"/>
          <a:chOff x="0" y="0"/>
          <a:chExt cx="0" cy="0"/>
        </a:xfrm>
      </p:grpSpPr>
      <p:sp>
        <p:nvSpPr>
          <p:cNvPr id="8" name="Freeform 5"/>
          <p:cNvSpPr>
            <a:spLocks noChangeAspect="1" noEditPoints="1"/>
          </p:cNvSpPr>
          <p:nvPr userDrawn="1"/>
        </p:nvSpPr>
        <p:spPr bwMode="invGray">
          <a:xfrm>
            <a:off x="11586739" y="6321203"/>
            <a:ext cx="356616" cy="356616"/>
          </a:xfrm>
          <a:custGeom>
            <a:avLst/>
            <a:gdLst>
              <a:gd name="T0" fmla="*/ 864 w 1728"/>
              <a:gd name="T1" fmla="*/ 1728 h 1728"/>
              <a:gd name="T2" fmla="*/ 838 w 1728"/>
              <a:gd name="T3" fmla="*/ 1728 h 1728"/>
              <a:gd name="T4" fmla="*/ 1015 w 1728"/>
              <a:gd name="T5" fmla="*/ 1243 h 1728"/>
              <a:gd name="T6" fmla="*/ 1258 w 1728"/>
              <a:gd name="T7" fmla="*/ 1243 h 1728"/>
              <a:gd name="T8" fmla="*/ 1362 w 1728"/>
              <a:gd name="T9" fmla="*/ 1170 h 1728"/>
              <a:gd name="T10" fmla="*/ 1554 w 1728"/>
              <a:gd name="T11" fmla="*/ 643 h 1728"/>
              <a:gd name="T12" fmla="*/ 1444 w 1728"/>
              <a:gd name="T13" fmla="*/ 487 h 1728"/>
              <a:gd name="T14" fmla="*/ 1107 w 1728"/>
              <a:gd name="T15" fmla="*/ 487 h 1728"/>
              <a:gd name="T16" fmla="*/ 824 w 1728"/>
              <a:gd name="T17" fmla="*/ 1264 h 1728"/>
              <a:gd name="T18" fmla="*/ 824 w 1728"/>
              <a:gd name="T19" fmla="*/ 1264 h 1728"/>
              <a:gd name="T20" fmla="*/ 664 w 1728"/>
              <a:gd name="T21" fmla="*/ 1705 h 1728"/>
              <a:gd name="T22" fmla="*/ 0 w 1728"/>
              <a:gd name="T23" fmla="*/ 864 h 1728"/>
              <a:gd name="T24" fmla="*/ 631 w 1728"/>
              <a:gd name="T25" fmla="*/ 32 h 1728"/>
              <a:gd name="T26" fmla="*/ 465 w 1728"/>
              <a:gd name="T27" fmla="*/ 487 h 1728"/>
              <a:gd name="T28" fmla="*/ 465 w 1728"/>
              <a:gd name="T29" fmla="*/ 487 h 1728"/>
              <a:gd name="T30" fmla="*/ 190 w 1728"/>
              <a:gd name="T31" fmla="*/ 1243 h 1728"/>
              <a:gd name="T32" fmla="*/ 373 w 1728"/>
              <a:gd name="T33" fmla="*/ 1243 h 1728"/>
              <a:gd name="T34" fmla="*/ 607 w 1728"/>
              <a:gd name="T35" fmla="*/ 600 h 1728"/>
              <a:gd name="T36" fmla="*/ 745 w 1728"/>
              <a:gd name="T37" fmla="*/ 600 h 1728"/>
              <a:gd name="T38" fmla="*/ 511 w 1728"/>
              <a:gd name="T39" fmla="*/ 1243 h 1728"/>
              <a:gd name="T40" fmla="*/ 694 w 1728"/>
              <a:gd name="T41" fmla="*/ 1243 h 1728"/>
              <a:gd name="T42" fmla="*/ 912 w 1728"/>
              <a:gd name="T43" fmla="*/ 643 h 1728"/>
              <a:gd name="T44" fmla="*/ 802 w 1728"/>
              <a:gd name="T45" fmla="*/ 487 h 1728"/>
              <a:gd name="T46" fmla="*/ 649 w 1728"/>
              <a:gd name="T47" fmla="*/ 487 h 1728"/>
              <a:gd name="T48" fmla="*/ 825 w 1728"/>
              <a:gd name="T49" fmla="*/ 1 h 1728"/>
              <a:gd name="T50" fmla="*/ 864 w 1728"/>
              <a:gd name="T51" fmla="*/ 0 h 1728"/>
              <a:gd name="T52" fmla="*/ 1728 w 1728"/>
              <a:gd name="T53" fmla="*/ 864 h 1728"/>
              <a:gd name="T54" fmla="*/ 864 w 1728"/>
              <a:gd name="T55" fmla="*/ 1728 h 1728"/>
              <a:gd name="T56" fmla="*/ 1387 w 1728"/>
              <a:gd name="T57" fmla="*/ 600 h 1728"/>
              <a:gd name="T58" fmla="*/ 1249 w 1728"/>
              <a:gd name="T59" fmla="*/ 600 h 1728"/>
              <a:gd name="T60" fmla="*/ 1057 w 1728"/>
              <a:gd name="T61" fmla="*/ 1129 h 1728"/>
              <a:gd name="T62" fmla="*/ 1194 w 1728"/>
              <a:gd name="T63" fmla="*/ 1129 h 1728"/>
              <a:gd name="T64" fmla="*/ 1387 w 1728"/>
              <a:gd name="T65" fmla="*/ 600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28" h="1728">
                <a:moveTo>
                  <a:pt x="864" y="1728"/>
                </a:moveTo>
                <a:cubicBezTo>
                  <a:pt x="856" y="1728"/>
                  <a:pt x="847" y="1728"/>
                  <a:pt x="838" y="1728"/>
                </a:cubicBezTo>
                <a:cubicBezTo>
                  <a:pt x="1015" y="1243"/>
                  <a:pt x="1015" y="1243"/>
                  <a:pt x="1015" y="1243"/>
                </a:cubicBezTo>
                <a:cubicBezTo>
                  <a:pt x="1258" y="1243"/>
                  <a:pt x="1258" y="1243"/>
                  <a:pt x="1258" y="1243"/>
                </a:cubicBezTo>
                <a:cubicBezTo>
                  <a:pt x="1301" y="1243"/>
                  <a:pt x="1347" y="1210"/>
                  <a:pt x="1362" y="1170"/>
                </a:cubicBezTo>
                <a:cubicBezTo>
                  <a:pt x="1554" y="643"/>
                  <a:pt x="1554" y="643"/>
                  <a:pt x="1554" y="643"/>
                </a:cubicBezTo>
                <a:cubicBezTo>
                  <a:pt x="1585" y="557"/>
                  <a:pt x="1536" y="487"/>
                  <a:pt x="1444" y="487"/>
                </a:cubicBezTo>
                <a:cubicBezTo>
                  <a:pt x="1107" y="487"/>
                  <a:pt x="1107" y="487"/>
                  <a:pt x="1107" y="487"/>
                </a:cubicBezTo>
                <a:cubicBezTo>
                  <a:pt x="824" y="1264"/>
                  <a:pt x="824" y="1264"/>
                  <a:pt x="824" y="1264"/>
                </a:cubicBezTo>
                <a:cubicBezTo>
                  <a:pt x="824" y="1264"/>
                  <a:pt x="824" y="1264"/>
                  <a:pt x="824" y="1264"/>
                </a:cubicBezTo>
                <a:cubicBezTo>
                  <a:pt x="664" y="1705"/>
                  <a:pt x="664" y="1705"/>
                  <a:pt x="664" y="1705"/>
                </a:cubicBezTo>
                <a:cubicBezTo>
                  <a:pt x="283" y="1614"/>
                  <a:pt x="0" y="1272"/>
                  <a:pt x="0" y="864"/>
                </a:cubicBezTo>
                <a:cubicBezTo>
                  <a:pt x="0" y="468"/>
                  <a:pt x="267" y="134"/>
                  <a:pt x="631" y="32"/>
                </a:cubicBezTo>
                <a:cubicBezTo>
                  <a:pt x="465" y="487"/>
                  <a:pt x="465" y="487"/>
                  <a:pt x="465" y="487"/>
                </a:cubicBezTo>
                <a:cubicBezTo>
                  <a:pt x="465" y="487"/>
                  <a:pt x="465" y="487"/>
                  <a:pt x="465" y="487"/>
                </a:cubicBezTo>
                <a:cubicBezTo>
                  <a:pt x="190" y="1243"/>
                  <a:pt x="190" y="1243"/>
                  <a:pt x="190" y="1243"/>
                </a:cubicBezTo>
                <a:cubicBezTo>
                  <a:pt x="373" y="1243"/>
                  <a:pt x="373" y="1243"/>
                  <a:pt x="373" y="1243"/>
                </a:cubicBezTo>
                <a:cubicBezTo>
                  <a:pt x="607" y="600"/>
                  <a:pt x="607" y="600"/>
                  <a:pt x="607" y="600"/>
                </a:cubicBezTo>
                <a:cubicBezTo>
                  <a:pt x="745" y="600"/>
                  <a:pt x="745" y="600"/>
                  <a:pt x="745" y="600"/>
                </a:cubicBezTo>
                <a:cubicBezTo>
                  <a:pt x="511" y="1243"/>
                  <a:pt x="511" y="1243"/>
                  <a:pt x="511" y="1243"/>
                </a:cubicBezTo>
                <a:cubicBezTo>
                  <a:pt x="694" y="1243"/>
                  <a:pt x="694" y="1243"/>
                  <a:pt x="694" y="1243"/>
                </a:cubicBezTo>
                <a:cubicBezTo>
                  <a:pt x="912" y="643"/>
                  <a:pt x="912" y="643"/>
                  <a:pt x="912" y="643"/>
                </a:cubicBezTo>
                <a:cubicBezTo>
                  <a:pt x="943" y="557"/>
                  <a:pt x="894" y="487"/>
                  <a:pt x="802" y="487"/>
                </a:cubicBezTo>
                <a:cubicBezTo>
                  <a:pt x="649" y="487"/>
                  <a:pt x="649" y="487"/>
                  <a:pt x="649" y="487"/>
                </a:cubicBezTo>
                <a:cubicBezTo>
                  <a:pt x="825" y="1"/>
                  <a:pt x="825" y="1"/>
                  <a:pt x="825" y="1"/>
                </a:cubicBezTo>
                <a:cubicBezTo>
                  <a:pt x="838" y="1"/>
                  <a:pt x="851" y="0"/>
                  <a:pt x="864" y="0"/>
                </a:cubicBezTo>
                <a:cubicBezTo>
                  <a:pt x="1341" y="0"/>
                  <a:pt x="1728" y="387"/>
                  <a:pt x="1728" y="864"/>
                </a:cubicBezTo>
                <a:cubicBezTo>
                  <a:pt x="1728" y="1341"/>
                  <a:pt x="1341" y="1728"/>
                  <a:pt x="864" y="1728"/>
                </a:cubicBezTo>
                <a:close/>
                <a:moveTo>
                  <a:pt x="1387" y="600"/>
                </a:moveTo>
                <a:cubicBezTo>
                  <a:pt x="1249" y="600"/>
                  <a:pt x="1249" y="600"/>
                  <a:pt x="1249" y="600"/>
                </a:cubicBezTo>
                <a:cubicBezTo>
                  <a:pt x="1057" y="1129"/>
                  <a:pt x="1057" y="1129"/>
                  <a:pt x="1057" y="1129"/>
                </a:cubicBezTo>
                <a:cubicBezTo>
                  <a:pt x="1194" y="1129"/>
                  <a:pt x="1194" y="1129"/>
                  <a:pt x="1194" y="1129"/>
                </a:cubicBezTo>
                <a:lnTo>
                  <a:pt x="1387" y="60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7" name="TextBox 6"/>
          <p:cNvSpPr txBox="1"/>
          <p:nvPr userDrawn="1"/>
        </p:nvSpPr>
        <p:spPr>
          <a:xfrm>
            <a:off x="609441" y="6482536"/>
            <a:ext cx="6602280" cy="215444"/>
          </a:xfrm>
          <a:prstGeom prst="rect">
            <a:avLst/>
          </a:prstGeom>
          <a:noFill/>
        </p:spPr>
        <p:txBody>
          <a:bodyPr wrap="square" lIns="0" tIns="0" rIns="0" bIns="0" rtlCol="0" anchor="b">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700" b="0" i="0" dirty="0" smtClean="0">
                <a:solidFill>
                  <a:schemeClr val="tx1"/>
                </a:solidFill>
                <a:latin typeface="+mn-lt"/>
                <a:cs typeface="HP Simplified"/>
              </a:rPr>
              <a:t>© Copyright 2014 Hewlett-Packard Development Company, L.P. </a:t>
            </a:r>
            <a:r>
              <a:rPr lang="en-US" sz="700" b="0" i="0" baseline="0" dirty="0" smtClean="0">
                <a:solidFill>
                  <a:schemeClr val="tx1"/>
                </a:solidFill>
                <a:latin typeface="+mn-lt"/>
                <a:cs typeface="HP Simplified"/>
              </a:rPr>
              <a:t> </a:t>
            </a:r>
            <a:r>
              <a:rPr lang="en-US" sz="700" b="0" i="0" dirty="0" smtClean="0">
                <a:solidFill>
                  <a:schemeClr val="tx1"/>
                </a:solidFill>
                <a:latin typeface="+mn-lt"/>
                <a:cs typeface="HP Simplified"/>
              </a:rPr>
              <a:t>The information contained herein is subject to change without notice.</a:t>
            </a:r>
          </a:p>
        </p:txBody>
      </p:sp>
      <p:sp>
        <p:nvSpPr>
          <p:cNvPr id="2" name="Title 1"/>
          <p:cNvSpPr>
            <a:spLocks noGrp="1"/>
          </p:cNvSpPr>
          <p:nvPr>
            <p:ph type="title" hasCustomPrompt="1"/>
          </p:nvPr>
        </p:nvSpPr>
        <p:spPr>
          <a:xfrm>
            <a:off x="585121" y="304800"/>
            <a:ext cx="9141619" cy="2743200"/>
          </a:xfrm>
        </p:spPr>
        <p:txBody>
          <a:bodyPr anchor="t"/>
          <a:lstStyle>
            <a:lvl1pPr marL="233363" indent="-233363" algn="l">
              <a:defRPr sz="4400" b="1" cap="none" spc="-100" baseline="0"/>
            </a:lvl1pPr>
          </a:lstStyle>
          <a:p>
            <a:r>
              <a:rPr lang="en-US" dirty="0" smtClean="0"/>
              <a:t>“Click to add quote here. Type quotation marks before and after text.”</a:t>
            </a:r>
            <a:endParaRPr lang="en-US" dirty="0"/>
          </a:p>
        </p:txBody>
      </p:sp>
      <p:sp>
        <p:nvSpPr>
          <p:cNvPr id="3" name="Text Placeholder 2"/>
          <p:cNvSpPr>
            <a:spLocks noGrp="1"/>
          </p:cNvSpPr>
          <p:nvPr>
            <p:ph type="body" idx="1" hasCustomPrompt="1"/>
          </p:nvPr>
        </p:nvSpPr>
        <p:spPr>
          <a:xfrm>
            <a:off x="609441" y="4419600"/>
            <a:ext cx="9141619" cy="1188720"/>
          </a:xfrm>
        </p:spPr>
        <p:txBody>
          <a:bodyPr anchor="t">
            <a:noAutofit/>
          </a:bodyPr>
          <a:lstStyle>
            <a:lvl1pPr marL="0" indent="0">
              <a:spcBef>
                <a:spcPts val="600"/>
              </a:spcBef>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smtClean="0"/>
              <a:t>Click to add quoted person’s name, title and company</a:t>
            </a:r>
          </a:p>
        </p:txBody>
      </p:sp>
      <p:sp>
        <p:nvSpPr>
          <p:cNvPr id="4" name="Date Placeholder 3"/>
          <p:cNvSpPr>
            <a:spLocks noGrp="1"/>
          </p:cNvSpPr>
          <p:nvPr>
            <p:ph type="dt" sz="half" idx="10"/>
          </p:nvPr>
        </p:nvSpPr>
        <p:spPr/>
        <p:txBody>
          <a:bodyPr/>
          <a:lstStyle>
            <a:lvl1pPr>
              <a:defRPr>
                <a:solidFill>
                  <a:schemeClr val="tx1"/>
                </a:solidFill>
              </a:defRPr>
            </a:lvl1pPr>
          </a:lstStyle>
          <a:p>
            <a:fld id="{80C853A8-1CF5-4118-9D6D-C132E8FC53CB}" type="datetimeFigureOut">
              <a:rPr lang="en-US" smtClean="0"/>
              <a:pPr/>
              <a:t>6/11/2015</a:t>
            </a:fld>
            <a:endParaRPr lang="en-US"/>
          </a:p>
        </p:txBody>
      </p:sp>
      <p:sp>
        <p:nvSpPr>
          <p:cNvPr id="5" name="Footer Placeholder 4"/>
          <p:cNvSpPr>
            <a:spLocks noGrp="1"/>
          </p:cNvSpPr>
          <p:nvPr>
            <p:ph type="ftr" sz="quarter" idx="11"/>
          </p:nvPr>
        </p:nvSpPr>
        <p:spPr/>
        <p:txBody>
          <a:bodyPr/>
          <a:lstStyle>
            <a:lvl1pPr>
              <a:defRPr>
                <a:solidFill>
                  <a:schemeClr val="tx1"/>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00DE720E-C72B-42F0-AD69-52D60E3C605E}" type="slidenum">
              <a:rPr lang="en-US" smtClean="0"/>
              <a:pPr/>
              <a:t>‹#›</a:t>
            </a:fld>
            <a:endParaRPr lang="en-US"/>
          </a:p>
        </p:txBody>
      </p:sp>
    </p:spTree>
    <p:extLst>
      <p:ext uri="{BB962C8B-B14F-4D97-AF65-F5344CB8AC3E}">
        <p14:creationId xmlns:p14="http://schemas.microsoft.com/office/powerpoint/2010/main" val="285181606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0C853A8-1CF5-4118-9D6D-C132E8FC53CB}" type="datetimeFigureOut">
              <a:rPr lang="en-US" smtClean="0"/>
              <a:t>6/11/2015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DE720E-C72B-42F0-AD69-52D60E3C605E}" type="slidenum">
              <a:rPr lang="en-US" smtClean="0"/>
              <a:t>‹#›</a:t>
            </a:fld>
            <a:endParaRPr lang="en-US"/>
          </a:p>
        </p:txBody>
      </p:sp>
    </p:spTree>
    <p:extLst>
      <p:ext uri="{BB962C8B-B14F-4D97-AF65-F5344CB8AC3E}">
        <p14:creationId xmlns:p14="http://schemas.microsoft.com/office/powerpoint/2010/main" val="2250106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Date Placeholder 3"/>
          <p:cNvSpPr>
            <a:spLocks noGrp="1"/>
          </p:cNvSpPr>
          <p:nvPr>
            <p:ph type="dt" sz="half" idx="10"/>
          </p:nvPr>
        </p:nvSpPr>
        <p:spPr/>
        <p:txBody>
          <a:bodyPr/>
          <a:lstStyle/>
          <a:p>
            <a:fld id="{80C853A8-1CF5-4118-9D6D-C132E8FC53CB}" type="datetimeFigureOut">
              <a:rPr lang="en-US" smtClean="0"/>
              <a:t>6/11/2015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DE720E-C72B-42F0-AD69-52D60E3C605E}" type="slidenum">
              <a:rPr lang="en-US" smtClean="0"/>
              <a:t>‹#›</a:t>
            </a:fld>
            <a:endParaRPr lang="en-US"/>
          </a:p>
        </p:txBody>
      </p:sp>
      <p:sp>
        <p:nvSpPr>
          <p:cNvPr id="8" name="Text Placeholder 7"/>
          <p:cNvSpPr>
            <a:spLocks noGrp="1"/>
          </p:cNvSpPr>
          <p:nvPr>
            <p:ph type="body" sz="quarter" idx="13" hasCustomPrompt="1"/>
          </p:nvPr>
        </p:nvSpPr>
        <p:spPr>
          <a:xfrm>
            <a:off x="609441" y="1133856"/>
            <a:ext cx="10969943" cy="274320"/>
          </a:xfrm>
        </p:spPr>
        <p:txBody>
          <a:bodyPr>
            <a:noAutofit/>
          </a:bodyPr>
          <a:lstStyle>
            <a:lvl1pPr marL="0" indent="0">
              <a:spcBef>
                <a:spcPts val="0"/>
              </a:spcBef>
              <a:buNone/>
              <a:defRPr sz="1800">
                <a:solidFill>
                  <a:schemeClr val="accent1"/>
                </a:solidFill>
              </a:defRPr>
            </a:lvl1pPr>
            <a:lvl2pPr marL="0" indent="0">
              <a:spcBef>
                <a:spcPts val="0"/>
              </a:spcBef>
              <a:buNone/>
              <a:defRPr sz="1800"/>
            </a:lvl2pPr>
            <a:lvl3pPr marL="0" indent="0">
              <a:spcBef>
                <a:spcPts val="0"/>
              </a:spcBef>
              <a:buNone/>
              <a:defRPr sz="1800"/>
            </a:lvl3pPr>
            <a:lvl4pPr marL="0" indent="0">
              <a:spcBef>
                <a:spcPts val="0"/>
              </a:spcBef>
              <a:buNone/>
              <a:defRPr sz="1800"/>
            </a:lvl4pPr>
            <a:lvl5pPr marL="0" indent="0">
              <a:spcBef>
                <a:spcPts val="0"/>
              </a:spcBef>
              <a:buNone/>
              <a:defRPr sz="1800"/>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rPr lang="en-US" dirty="0" smtClean="0"/>
              <a:t>Click to add subtitle</a:t>
            </a:r>
          </a:p>
        </p:txBody>
      </p:sp>
      <p:sp>
        <p:nvSpPr>
          <p:cNvPr id="3" name="Content Placeholder 2"/>
          <p:cNvSpPr>
            <a:spLocks noGrp="1"/>
          </p:cNvSpPr>
          <p:nvPr>
            <p:ph idx="1"/>
          </p:nvPr>
        </p:nvSpPr>
        <p:spPr>
          <a:xfrm>
            <a:off x="609441" y="1676400"/>
            <a:ext cx="10969943" cy="441960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952154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Heading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Date Placeholder 3"/>
          <p:cNvSpPr>
            <a:spLocks noGrp="1"/>
          </p:cNvSpPr>
          <p:nvPr>
            <p:ph type="dt" sz="half" idx="10"/>
          </p:nvPr>
        </p:nvSpPr>
        <p:spPr/>
        <p:txBody>
          <a:bodyPr/>
          <a:lstStyle/>
          <a:p>
            <a:fld id="{80C853A8-1CF5-4118-9D6D-C132E8FC53CB}" type="datetimeFigureOut">
              <a:rPr lang="en-US" smtClean="0"/>
              <a:t>6/11/2015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DE720E-C72B-42F0-AD69-52D60E3C605E}" type="slidenum">
              <a:rPr lang="en-US" smtClean="0"/>
              <a:t>‹#›</a:t>
            </a:fld>
            <a:endParaRPr lang="en-US"/>
          </a:p>
        </p:txBody>
      </p:sp>
      <p:sp>
        <p:nvSpPr>
          <p:cNvPr id="8" name="Text Placeholder 7"/>
          <p:cNvSpPr>
            <a:spLocks noGrp="1"/>
          </p:cNvSpPr>
          <p:nvPr>
            <p:ph type="body" sz="quarter" idx="13" hasCustomPrompt="1"/>
          </p:nvPr>
        </p:nvSpPr>
        <p:spPr>
          <a:xfrm>
            <a:off x="609441" y="1133856"/>
            <a:ext cx="10969943" cy="274320"/>
          </a:xfrm>
        </p:spPr>
        <p:txBody>
          <a:bodyPr>
            <a:noAutofit/>
          </a:bodyPr>
          <a:lstStyle>
            <a:lvl1pPr marL="0" indent="0">
              <a:spcBef>
                <a:spcPts val="0"/>
              </a:spcBef>
              <a:buNone/>
              <a:defRPr sz="1800">
                <a:solidFill>
                  <a:schemeClr val="accent1"/>
                </a:solidFill>
              </a:defRPr>
            </a:lvl1pPr>
            <a:lvl2pPr marL="0" indent="0">
              <a:spcBef>
                <a:spcPts val="0"/>
              </a:spcBef>
              <a:buNone/>
              <a:defRPr sz="1800"/>
            </a:lvl2pPr>
            <a:lvl3pPr marL="0" indent="0">
              <a:spcBef>
                <a:spcPts val="0"/>
              </a:spcBef>
              <a:buNone/>
              <a:defRPr sz="1800"/>
            </a:lvl3pPr>
            <a:lvl4pPr marL="0" indent="0">
              <a:spcBef>
                <a:spcPts val="0"/>
              </a:spcBef>
              <a:buNone/>
              <a:defRPr sz="1800"/>
            </a:lvl4pPr>
            <a:lvl5pPr marL="0" indent="0">
              <a:spcBef>
                <a:spcPts val="0"/>
              </a:spcBef>
              <a:buNone/>
              <a:defRPr sz="1800"/>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rPr lang="en-US" dirty="0" smtClean="0"/>
              <a:t>Click to add subtitle</a:t>
            </a:r>
          </a:p>
        </p:txBody>
      </p:sp>
      <p:sp>
        <p:nvSpPr>
          <p:cNvPr id="9" name="Text Placeholder 7"/>
          <p:cNvSpPr>
            <a:spLocks noGrp="1"/>
          </p:cNvSpPr>
          <p:nvPr>
            <p:ph type="body" sz="quarter" idx="14" hasCustomPrompt="1"/>
          </p:nvPr>
        </p:nvSpPr>
        <p:spPr>
          <a:xfrm>
            <a:off x="609441" y="1661890"/>
            <a:ext cx="10969943" cy="274320"/>
          </a:xfrm>
        </p:spPr>
        <p:txBody>
          <a:bodyPr>
            <a:noAutofit/>
          </a:bodyPr>
          <a:lstStyle>
            <a:lvl1pPr marL="0" indent="0">
              <a:spcBef>
                <a:spcPts val="0"/>
              </a:spcBef>
              <a:buNone/>
              <a:defRPr sz="1800">
                <a:solidFill>
                  <a:schemeClr val="tx1"/>
                </a:solidFill>
              </a:defRPr>
            </a:lvl1pPr>
            <a:lvl2pPr marL="0" indent="0">
              <a:spcBef>
                <a:spcPts val="0"/>
              </a:spcBef>
              <a:buNone/>
              <a:defRPr sz="1800"/>
            </a:lvl2pPr>
            <a:lvl3pPr marL="0" indent="0">
              <a:spcBef>
                <a:spcPts val="0"/>
              </a:spcBef>
              <a:buNone/>
              <a:defRPr sz="1800"/>
            </a:lvl3pPr>
            <a:lvl4pPr marL="0" indent="0">
              <a:spcBef>
                <a:spcPts val="0"/>
              </a:spcBef>
              <a:buNone/>
              <a:defRPr sz="1800"/>
            </a:lvl4pPr>
            <a:lvl5pPr marL="0" indent="0">
              <a:spcBef>
                <a:spcPts val="0"/>
              </a:spcBef>
              <a:buNone/>
              <a:defRPr sz="1800"/>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rPr lang="en-US" dirty="0" smtClean="0"/>
              <a:t>Click to add heading</a:t>
            </a:r>
          </a:p>
        </p:txBody>
      </p:sp>
      <p:sp>
        <p:nvSpPr>
          <p:cNvPr id="3" name="Content Placeholder 2"/>
          <p:cNvSpPr>
            <a:spLocks noGrp="1"/>
          </p:cNvSpPr>
          <p:nvPr>
            <p:ph idx="1"/>
          </p:nvPr>
        </p:nvSpPr>
        <p:spPr>
          <a:xfrm>
            <a:off x="609441" y="2057400"/>
            <a:ext cx="10969943" cy="4038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049219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0C853A8-1CF5-4118-9D6D-C132E8FC53CB}" type="datetimeFigureOut">
              <a:rPr lang="en-US" smtClean="0"/>
              <a:t>6/11/2015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DE720E-C72B-42F0-AD69-52D60E3C605E}" type="slidenum">
              <a:rPr lang="en-US" smtClean="0"/>
              <a:t>‹#›</a:t>
            </a:fld>
            <a:endParaRPr lang="en-US"/>
          </a:p>
        </p:txBody>
      </p:sp>
    </p:spTree>
    <p:extLst>
      <p:ext uri="{BB962C8B-B14F-4D97-AF65-F5344CB8AC3E}">
        <p14:creationId xmlns:p14="http://schemas.microsoft.com/office/powerpoint/2010/main" val="4167641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80C853A8-1CF5-4118-9D6D-C132E8FC53CB}" type="datetimeFigureOut">
              <a:rPr lang="en-US" smtClean="0"/>
              <a:t>6/11/2015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DE720E-C72B-42F0-AD69-52D60E3C605E}" type="slidenum">
              <a:rPr lang="en-US" smtClean="0"/>
              <a:t>‹#›</a:t>
            </a:fld>
            <a:endParaRPr lang="en-US"/>
          </a:p>
        </p:txBody>
      </p:sp>
      <p:sp>
        <p:nvSpPr>
          <p:cNvPr id="6" name="Text Placeholder 7"/>
          <p:cNvSpPr>
            <a:spLocks noGrp="1"/>
          </p:cNvSpPr>
          <p:nvPr>
            <p:ph type="body" sz="quarter" idx="13" hasCustomPrompt="1"/>
          </p:nvPr>
        </p:nvSpPr>
        <p:spPr>
          <a:xfrm>
            <a:off x="609441" y="1133856"/>
            <a:ext cx="10969943" cy="260574"/>
          </a:xfrm>
        </p:spPr>
        <p:txBody>
          <a:bodyPr>
            <a:noAutofit/>
          </a:bodyPr>
          <a:lstStyle>
            <a:lvl1pPr marL="0" indent="0">
              <a:spcBef>
                <a:spcPts val="0"/>
              </a:spcBef>
              <a:buNone/>
              <a:defRPr sz="1800">
                <a:solidFill>
                  <a:schemeClr val="accent1"/>
                </a:solidFill>
              </a:defRPr>
            </a:lvl1pPr>
            <a:lvl2pPr marL="0" indent="0">
              <a:spcBef>
                <a:spcPts val="0"/>
              </a:spcBef>
              <a:buNone/>
              <a:defRPr sz="1800"/>
            </a:lvl2pPr>
            <a:lvl3pPr marL="0" indent="0">
              <a:spcBef>
                <a:spcPts val="0"/>
              </a:spcBef>
              <a:buNone/>
              <a:defRPr sz="1800"/>
            </a:lvl3pPr>
            <a:lvl4pPr marL="0" indent="0">
              <a:spcBef>
                <a:spcPts val="0"/>
              </a:spcBef>
              <a:buNone/>
              <a:defRPr sz="1800"/>
            </a:lvl4pPr>
            <a:lvl5pPr marL="0" indent="0">
              <a:spcBef>
                <a:spcPts val="0"/>
              </a:spcBef>
              <a:buNone/>
              <a:defRPr sz="1800"/>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rPr lang="en-US" dirty="0" smtClean="0"/>
              <a:t>Click to add subtitle</a:t>
            </a:r>
          </a:p>
        </p:txBody>
      </p:sp>
    </p:spTree>
    <p:extLst>
      <p:ext uri="{BB962C8B-B14F-4D97-AF65-F5344CB8AC3E}">
        <p14:creationId xmlns:p14="http://schemas.microsoft.com/office/powerpoint/2010/main" val="344939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0C853A8-1CF5-4118-9D6D-C132E8FC53CB}" type="datetimeFigureOut">
              <a:rPr lang="en-US" smtClean="0"/>
              <a:t>6/11/2015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0DE720E-C72B-42F0-AD69-52D60E3C605E}" type="slidenum">
              <a:rPr lang="en-US" smtClean="0"/>
              <a:t>‹#›</a:t>
            </a:fld>
            <a:endParaRPr lang="en-US"/>
          </a:p>
        </p:txBody>
      </p:sp>
    </p:spTree>
    <p:extLst>
      <p:ext uri="{BB962C8B-B14F-4D97-AF65-F5344CB8AC3E}">
        <p14:creationId xmlns:p14="http://schemas.microsoft.com/office/powerpoint/2010/main" val="492679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441" y="304800"/>
            <a:ext cx="10969943" cy="762000"/>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09441" y="1295401"/>
            <a:ext cx="5314328" cy="48006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Content Placeholder 3"/>
          <p:cNvSpPr>
            <a:spLocks noGrp="1"/>
          </p:cNvSpPr>
          <p:nvPr>
            <p:ph sz="half" idx="2"/>
          </p:nvPr>
        </p:nvSpPr>
        <p:spPr>
          <a:xfrm>
            <a:off x="6265056" y="1295401"/>
            <a:ext cx="5314328" cy="48006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80C853A8-1CF5-4118-9D6D-C132E8FC53CB}" type="datetimeFigureOut">
              <a:rPr lang="en-US" smtClean="0"/>
              <a:t>6/11/2015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DE720E-C72B-42F0-AD69-52D60E3C605E}" type="slidenum">
              <a:rPr lang="en-US" smtClean="0"/>
              <a:t>‹#›</a:t>
            </a:fld>
            <a:endParaRPr lang="en-US"/>
          </a:p>
        </p:txBody>
      </p:sp>
    </p:spTree>
    <p:extLst>
      <p:ext uri="{BB962C8B-B14F-4D97-AF65-F5344CB8AC3E}">
        <p14:creationId xmlns:p14="http://schemas.microsoft.com/office/powerpoint/2010/main" val="1269568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Two Content and Headings">
    <p:spTree>
      <p:nvGrpSpPr>
        <p:cNvPr id="1" name=""/>
        <p:cNvGrpSpPr/>
        <p:nvPr/>
      </p:nvGrpSpPr>
      <p:grpSpPr>
        <a:xfrm>
          <a:off x="0" y="0"/>
          <a:ext cx="0" cy="0"/>
          <a:chOff x="0" y="0"/>
          <a:chExt cx="0" cy="0"/>
        </a:xfrm>
      </p:grpSpPr>
      <p:sp>
        <p:nvSpPr>
          <p:cNvPr id="2" name="Title 1"/>
          <p:cNvSpPr>
            <a:spLocks noGrp="1"/>
          </p:cNvSpPr>
          <p:nvPr>
            <p:ph type="title"/>
          </p:nvPr>
        </p:nvSpPr>
        <p:spPr>
          <a:xfrm>
            <a:off x="609441" y="304800"/>
            <a:ext cx="10969943" cy="762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hasCustomPrompt="1"/>
          </p:nvPr>
        </p:nvSpPr>
        <p:spPr>
          <a:xfrm>
            <a:off x="609441" y="1295400"/>
            <a:ext cx="5314328" cy="274320"/>
          </a:xfrm>
        </p:spPr>
        <p:txBody>
          <a:bodyPr anchor="t">
            <a:noAutofit/>
          </a:bodyPr>
          <a:lstStyle>
            <a:lvl1pPr marL="0" indent="0">
              <a:spcBef>
                <a:spcPts val="0"/>
              </a:spcBef>
              <a:buNone/>
              <a:defRPr sz="1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add heading</a:t>
            </a:r>
          </a:p>
        </p:txBody>
      </p:sp>
      <p:sp>
        <p:nvSpPr>
          <p:cNvPr id="4" name="Content Placeholder 3"/>
          <p:cNvSpPr>
            <a:spLocks noGrp="1"/>
          </p:cNvSpPr>
          <p:nvPr>
            <p:ph sz="half" idx="2"/>
          </p:nvPr>
        </p:nvSpPr>
        <p:spPr>
          <a:xfrm>
            <a:off x="609441" y="1676400"/>
            <a:ext cx="5314328" cy="4419601"/>
          </a:xfrm>
        </p:spPr>
        <p:txBody>
          <a:bodyPr>
            <a:normAutofit/>
          </a:bodyPr>
          <a:lstStyle>
            <a:lvl1pPr>
              <a:defRPr sz="1600"/>
            </a:lvl1pPr>
            <a:lvl2pPr>
              <a:defRPr sz="14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Text Placeholder 4"/>
          <p:cNvSpPr>
            <a:spLocks noGrp="1"/>
          </p:cNvSpPr>
          <p:nvPr>
            <p:ph type="body" sz="quarter" idx="3" hasCustomPrompt="1"/>
          </p:nvPr>
        </p:nvSpPr>
        <p:spPr>
          <a:xfrm>
            <a:off x="6265056" y="1295400"/>
            <a:ext cx="5314328" cy="274320"/>
          </a:xfrm>
        </p:spPr>
        <p:txBody>
          <a:bodyPr anchor="t">
            <a:noAutofit/>
          </a:bodyPr>
          <a:lstStyle>
            <a:lvl1pPr marL="0" indent="0">
              <a:spcBef>
                <a:spcPts val="0"/>
              </a:spcBef>
              <a:buNone/>
              <a:defRPr sz="1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add heading</a:t>
            </a:r>
          </a:p>
        </p:txBody>
      </p:sp>
      <p:sp>
        <p:nvSpPr>
          <p:cNvPr id="6" name="Content Placeholder 5"/>
          <p:cNvSpPr>
            <a:spLocks noGrp="1"/>
          </p:cNvSpPr>
          <p:nvPr>
            <p:ph sz="quarter" idx="4"/>
          </p:nvPr>
        </p:nvSpPr>
        <p:spPr>
          <a:xfrm>
            <a:off x="6265056" y="1676400"/>
            <a:ext cx="5314328" cy="4419601"/>
          </a:xfrm>
        </p:spPr>
        <p:txBody>
          <a:bodyPr>
            <a:normAutofit/>
          </a:bodyPr>
          <a:lstStyle>
            <a:lvl1pPr>
              <a:defRPr sz="1600"/>
            </a:lvl1pPr>
            <a:lvl2pPr>
              <a:defRPr sz="14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7" name="Date Placeholder 6"/>
          <p:cNvSpPr>
            <a:spLocks noGrp="1"/>
          </p:cNvSpPr>
          <p:nvPr>
            <p:ph type="dt" sz="half" idx="10"/>
          </p:nvPr>
        </p:nvSpPr>
        <p:spPr/>
        <p:txBody>
          <a:bodyPr/>
          <a:lstStyle/>
          <a:p>
            <a:fld id="{80C853A8-1CF5-4118-9D6D-C132E8FC53CB}" type="datetimeFigureOut">
              <a:rPr lang="en-US" smtClean="0"/>
              <a:t>6/11/2015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DE720E-C72B-42F0-AD69-52D60E3C605E}" type="slidenum">
              <a:rPr lang="en-US" smtClean="0"/>
              <a:t>‹#›</a:t>
            </a:fld>
            <a:endParaRPr lang="en-US"/>
          </a:p>
        </p:txBody>
      </p:sp>
    </p:spTree>
    <p:extLst>
      <p:ext uri="{BB962C8B-B14F-4D97-AF65-F5344CB8AC3E}">
        <p14:creationId xmlns:p14="http://schemas.microsoft.com/office/powerpoint/2010/main" val="3222174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ntent, Subtitle and Headings">
    <p:spTree>
      <p:nvGrpSpPr>
        <p:cNvPr id="1" name=""/>
        <p:cNvGrpSpPr/>
        <p:nvPr/>
      </p:nvGrpSpPr>
      <p:grpSpPr>
        <a:xfrm>
          <a:off x="0" y="0"/>
          <a:ext cx="0" cy="0"/>
          <a:chOff x="0" y="0"/>
          <a:chExt cx="0" cy="0"/>
        </a:xfrm>
      </p:grpSpPr>
      <p:sp>
        <p:nvSpPr>
          <p:cNvPr id="10" name="Text Placeholder 7"/>
          <p:cNvSpPr>
            <a:spLocks noGrp="1"/>
          </p:cNvSpPr>
          <p:nvPr>
            <p:ph type="body" sz="quarter" idx="13" hasCustomPrompt="1"/>
          </p:nvPr>
        </p:nvSpPr>
        <p:spPr>
          <a:xfrm>
            <a:off x="609441" y="1133856"/>
            <a:ext cx="10969943" cy="260574"/>
          </a:xfrm>
        </p:spPr>
        <p:txBody>
          <a:bodyPr>
            <a:noAutofit/>
          </a:bodyPr>
          <a:lstStyle>
            <a:lvl1pPr marL="0" indent="0">
              <a:spcBef>
                <a:spcPts val="0"/>
              </a:spcBef>
              <a:buNone/>
              <a:defRPr sz="1800">
                <a:solidFill>
                  <a:schemeClr val="accent1"/>
                </a:solidFill>
              </a:defRPr>
            </a:lvl1pPr>
            <a:lvl2pPr marL="0" indent="0">
              <a:spcBef>
                <a:spcPts val="0"/>
              </a:spcBef>
              <a:buNone/>
              <a:defRPr sz="1800"/>
            </a:lvl2pPr>
            <a:lvl3pPr marL="0" indent="0">
              <a:spcBef>
                <a:spcPts val="0"/>
              </a:spcBef>
              <a:buNone/>
              <a:defRPr sz="1800"/>
            </a:lvl3pPr>
            <a:lvl4pPr marL="0" indent="0">
              <a:spcBef>
                <a:spcPts val="0"/>
              </a:spcBef>
              <a:buNone/>
              <a:defRPr sz="1800"/>
            </a:lvl4pPr>
            <a:lvl5pPr marL="0" indent="0">
              <a:spcBef>
                <a:spcPts val="0"/>
              </a:spcBef>
              <a:buNone/>
              <a:defRPr sz="1800"/>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rPr lang="en-US" dirty="0" smtClean="0"/>
              <a:t>Click to add subtitle</a:t>
            </a:r>
          </a:p>
        </p:txBody>
      </p:sp>
      <p:sp>
        <p:nvSpPr>
          <p:cNvPr id="2" name="Title 1"/>
          <p:cNvSpPr>
            <a:spLocks noGrp="1"/>
          </p:cNvSpPr>
          <p:nvPr>
            <p:ph type="title"/>
          </p:nvPr>
        </p:nvSpPr>
        <p:spPr>
          <a:xfrm>
            <a:off x="609441" y="304800"/>
            <a:ext cx="10969943" cy="762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hasCustomPrompt="1"/>
          </p:nvPr>
        </p:nvSpPr>
        <p:spPr>
          <a:xfrm>
            <a:off x="609441" y="1676399"/>
            <a:ext cx="5314328" cy="274320"/>
          </a:xfrm>
        </p:spPr>
        <p:txBody>
          <a:bodyPr anchor="t">
            <a:noAutofit/>
          </a:bodyPr>
          <a:lstStyle>
            <a:lvl1pPr marL="0" indent="0">
              <a:spcBef>
                <a:spcPts val="0"/>
              </a:spcBef>
              <a:buNone/>
              <a:defRPr sz="1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add heading</a:t>
            </a:r>
          </a:p>
        </p:txBody>
      </p:sp>
      <p:sp>
        <p:nvSpPr>
          <p:cNvPr id="4" name="Content Placeholder 3"/>
          <p:cNvSpPr>
            <a:spLocks noGrp="1"/>
          </p:cNvSpPr>
          <p:nvPr>
            <p:ph sz="half" idx="2"/>
          </p:nvPr>
        </p:nvSpPr>
        <p:spPr>
          <a:xfrm>
            <a:off x="609441" y="2057401"/>
            <a:ext cx="5314328" cy="4038600"/>
          </a:xfrm>
        </p:spPr>
        <p:txBody>
          <a:bodyPr>
            <a:normAutofit/>
          </a:bodyPr>
          <a:lstStyle>
            <a:lvl1pPr>
              <a:defRPr sz="1600"/>
            </a:lvl1pPr>
            <a:lvl2pPr>
              <a:defRPr sz="14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Text Placeholder 4"/>
          <p:cNvSpPr>
            <a:spLocks noGrp="1"/>
          </p:cNvSpPr>
          <p:nvPr>
            <p:ph type="body" sz="quarter" idx="3" hasCustomPrompt="1"/>
          </p:nvPr>
        </p:nvSpPr>
        <p:spPr>
          <a:xfrm>
            <a:off x="6265056" y="1676399"/>
            <a:ext cx="5314328" cy="274320"/>
          </a:xfrm>
        </p:spPr>
        <p:txBody>
          <a:bodyPr anchor="t">
            <a:noAutofit/>
          </a:bodyPr>
          <a:lstStyle>
            <a:lvl1pPr marL="0" indent="0">
              <a:spcBef>
                <a:spcPts val="0"/>
              </a:spcBef>
              <a:buNone/>
              <a:defRPr sz="1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add heading</a:t>
            </a:r>
          </a:p>
        </p:txBody>
      </p:sp>
      <p:sp>
        <p:nvSpPr>
          <p:cNvPr id="6" name="Content Placeholder 5"/>
          <p:cNvSpPr>
            <a:spLocks noGrp="1"/>
          </p:cNvSpPr>
          <p:nvPr>
            <p:ph sz="quarter" idx="4"/>
          </p:nvPr>
        </p:nvSpPr>
        <p:spPr>
          <a:xfrm>
            <a:off x="6265056" y="2057401"/>
            <a:ext cx="5314328" cy="4038600"/>
          </a:xfrm>
        </p:spPr>
        <p:txBody>
          <a:bodyPr>
            <a:normAutofit/>
          </a:bodyPr>
          <a:lstStyle>
            <a:lvl1pPr>
              <a:defRPr sz="1600"/>
            </a:lvl1pPr>
            <a:lvl2pPr>
              <a:defRPr sz="14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7" name="Date Placeholder 6"/>
          <p:cNvSpPr>
            <a:spLocks noGrp="1"/>
          </p:cNvSpPr>
          <p:nvPr>
            <p:ph type="dt" sz="half" idx="10"/>
          </p:nvPr>
        </p:nvSpPr>
        <p:spPr/>
        <p:txBody>
          <a:bodyPr/>
          <a:lstStyle/>
          <a:p>
            <a:fld id="{80C853A8-1CF5-4118-9D6D-C132E8FC53CB}" type="datetimeFigureOut">
              <a:rPr lang="en-US" smtClean="0"/>
              <a:t>6/11/2015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DE720E-C72B-42F0-AD69-52D60E3C605E}" type="slidenum">
              <a:rPr lang="en-US" smtClean="0"/>
              <a:t>‹#›</a:t>
            </a:fld>
            <a:endParaRPr lang="en-US"/>
          </a:p>
        </p:txBody>
      </p:sp>
    </p:spTree>
    <p:extLst>
      <p:ext uri="{BB962C8B-B14F-4D97-AF65-F5344CB8AC3E}">
        <p14:creationId xmlns:p14="http://schemas.microsoft.com/office/powerpoint/2010/main" val="1129920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1"/>
          <p:cNvSpPr>
            <a:spLocks noGrp="1"/>
          </p:cNvSpPr>
          <p:nvPr>
            <p:ph type="title"/>
          </p:nvPr>
        </p:nvSpPr>
        <p:spPr>
          <a:xfrm>
            <a:off x="609441" y="304800"/>
            <a:ext cx="10969943" cy="762000"/>
          </a:xfrm>
        </p:spPr>
        <p:txBody>
          <a:bodyPr/>
          <a:lstStyle/>
          <a:p>
            <a:r>
              <a:rPr lang="en-US" smtClean="0"/>
              <a:t>Click to edit Master title style</a:t>
            </a:r>
            <a:endParaRPr lang="en-US"/>
          </a:p>
        </p:txBody>
      </p:sp>
      <p:sp>
        <p:nvSpPr>
          <p:cNvPr id="5" name="Date Placeholder 4"/>
          <p:cNvSpPr>
            <a:spLocks noGrp="1"/>
          </p:cNvSpPr>
          <p:nvPr>
            <p:ph type="dt" sz="half" idx="10"/>
          </p:nvPr>
        </p:nvSpPr>
        <p:spPr/>
        <p:txBody>
          <a:bodyPr/>
          <a:lstStyle/>
          <a:p>
            <a:fld id="{80C853A8-1CF5-4118-9D6D-C132E8FC53CB}" type="datetimeFigureOut">
              <a:rPr lang="en-US" smtClean="0"/>
              <a:t>6/11/2015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DE720E-C72B-42F0-AD69-52D60E3C605E}" type="slidenum">
              <a:rPr lang="en-US" smtClean="0"/>
              <a:t>‹#›</a:t>
            </a:fld>
            <a:endParaRPr lang="en-US"/>
          </a:p>
        </p:txBody>
      </p:sp>
      <p:sp>
        <p:nvSpPr>
          <p:cNvPr id="9" name="Text Placeholder 8"/>
          <p:cNvSpPr>
            <a:spLocks noGrp="1"/>
          </p:cNvSpPr>
          <p:nvPr>
            <p:ph type="body" sz="quarter" idx="13"/>
          </p:nvPr>
        </p:nvSpPr>
        <p:spPr>
          <a:xfrm>
            <a:off x="609441" y="1295400"/>
            <a:ext cx="3412871" cy="4800600"/>
          </a:xfrm>
        </p:spPr>
        <p:txBody>
          <a:bodyPr>
            <a:normAutofit/>
          </a:bodyPr>
          <a:lstStyle>
            <a:lvl1pPr>
              <a:defRPr sz="1600"/>
            </a:lvl1pPr>
            <a:lvl2pPr>
              <a:defRPr sz="14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10" name="Text Placeholder 8"/>
          <p:cNvSpPr>
            <a:spLocks noGrp="1"/>
          </p:cNvSpPr>
          <p:nvPr>
            <p:ph type="body" sz="quarter" idx="14"/>
          </p:nvPr>
        </p:nvSpPr>
        <p:spPr>
          <a:xfrm>
            <a:off x="4387977" y="1295400"/>
            <a:ext cx="3412871" cy="4800600"/>
          </a:xfrm>
        </p:spPr>
        <p:txBody>
          <a:bodyPr>
            <a:normAutofit/>
          </a:bodyPr>
          <a:lstStyle>
            <a:lvl1pPr>
              <a:defRPr sz="1600"/>
            </a:lvl1pPr>
            <a:lvl2pPr>
              <a:defRPr sz="14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11" name="Text Placeholder 8"/>
          <p:cNvSpPr>
            <a:spLocks noGrp="1"/>
          </p:cNvSpPr>
          <p:nvPr>
            <p:ph type="body" sz="quarter" idx="15"/>
          </p:nvPr>
        </p:nvSpPr>
        <p:spPr>
          <a:xfrm>
            <a:off x="8166513" y="1295400"/>
            <a:ext cx="3412871" cy="4800600"/>
          </a:xfrm>
        </p:spPr>
        <p:txBody>
          <a:bodyPr>
            <a:normAutofit/>
          </a:bodyPr>
          <a:lstStyle>
            <a:lvl1pPr>
              <a:defRPr sz="1600"/>
            </a:lvl1pPr>
            <a:lvl2pPr>
              <a:defRPr sz="14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Tree>
    <p:extLst>
      <p:ext uri="{BB962C8B-B14F-4D97-AF65-F5344CB8AC3E}">
        <p14:creationId xmlns:p14="http://schemas.microsoft.com/office/powerpoint/2010/main" val="159089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hree Content and Headings">
    <p:spTree>
      <p:nvGrpSpPr>
        <p:cNvPr id="1" name=""/>
        <p:cNvGrpSpPr/>
        <p:nvPr/>
      </p:nvGrpSpPr>
      <p:grpSpPr>
        <a:xfrm>
          <a:off x="0" y="0"/>
          <a:ext cx="0" cy="0"/>
          <a:chOff x="0" y="0"/>
          <a:chExt cx="0" cy="0"/>
        </a:xfrm>
      </p:grpSpPr>
      <p:sp>
        <p:nvSpPr>
          <p:cNvPr id="2" name="Title 1"/>
          <p:cNvSpPr>
            <a:spLocks noGrp="1"/>
          </p:cNvSpPr>
          <p:nvPr>
            <p:ph type="title"/>
          </p:nvPr>
        </p:nvSpPr>
        <p:spPr>
          <a:xfrm>
            <a:off x="609441" y="304800"/>
            <a:ext cx="10969943" cy="762000"/>
          </a:xfrm>
        </p:spPr>
        <p:txBody>
          <a:bodyPr/>
          <a:lstStyle/>
          <a:p>
            <a:r>
              <a:rPr lang="en-US" smtClean="0"/>
              <a:t>Click to edit Master title style</a:t>
            </a:r>
            <a:endParaRPr lang="en-US"/>
          </a:p>
        </p:txBody>
      </p:sp>
      <p:sp>
        <p:nvSpPr>
          <p:cNvPr id="5" name="Date Placeholder 4"/>
          <p:cNvSpPr>
            <a:spLocks noGrp="1"/>
          </p:cNvSpPr>
          <p:nvPr>
            <p:ph type="dt" sz="half" idx="10"/>
          </p:nvPr>
        </p:nvSpPr>
        <p:spPr/>
        <p:txBody>
          <a:bodyPr/>
          <a:lstStyle/>
          <a:p>
            <a:fld id="{80C853A8-1CF5-4118-9D6D-C132E8FC53CB}" type="datetimeFigureOut">
              <a:rPr lang="en-US" smtClean="0"/>
              <a:t>6/11/2015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DE720E-C72B-42F0-AD69-52D60E3C605E}" type="slidenum">
              <a:rPr lang="en-US" smtClean="0"/>
              <a:t>‹#›</a:t>
            </a:fld>
            <a:endParaRPr lang="en-US"/>
          </a:p>
        </p:txBody>
      </p:sp>
      <p:sp>
        <p:nvSpPr>
          <p:cNvPr id="12" name="Text Placeholder 2"/>
          <p:cNvSpPr>
            <a:spLocks noGrp="1"/>
          </p:cNvSpPr>
          <p:nvPr>
            <p:ph type="body" idx="1" hasCustomPrompt="1"/>
          </p:nvPr>
        </p:nvSpPr>
        <p:spPr>
          <a:xfrm>
            <a:off x="609441" y="1295400"/>
            <a:ext cx="3412871" cy="274320"/>
          </a:xfrm>
        </p:spPr>
        <p:txBody>
          <a:bodyPr anchor="t">
            <a:noAutofit/>
          </a:bodyPr>
          <a:lstStyle>
            <a:lvl1pPr marL="0" indent="0">
              <a:spcBef>
                <a:spcPts val="0"/>
              </a:spcBef>
              <a:buNone/>
              <a:defRPr sz="1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add heading</a:t>
            </a:r>
          </a:p>
        </p:txBody>
      </p:sp>
      <p:sp>
        <p:nvSpPr>
          <p:cNvPr id="13" name="Text Placeholder 2"/>
          <p:cNvSpPr>
            <a:spLocks noGrp="1"/>
          </p:cNvSpPr>
          <p:nvPr>
            <p:ph type="body" idx="16" hasCustomPrompt="1"/>
          </p:nvPr>
        </p:nvSpPr>
        <p:spPr>
          <a:xfrm>
            <a:off x="4387977" y="1295400"/>
            <a:ext cx="3412871" cy="274320"/>
          </a:xfrm>
        </p:spPr>
        <p:txBody>
          <a:bodyPr anchor="t">
            <a:noAutofit/>
          </a:bodyPr>
          <a:lstStyle>
            <a:lvl1pPr marL="0" indent="0">
              <a:spcBef>
                <a:spcPts val="0"/>
              </a:spcBef>
              <a:buNone/>
              <a:defRPr sz="1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add heading</a:t>
            </a:r>
          </a:p>
        </p:txBody>
      </p:sp>
      <p:sp>
        <p:nvSpPr>
          <p:cNvPr id="14" name="Text Placeholder 2"/>
          <p:cNvSpPr>
            <a:spLocks noGrp="1"/>
          </p:cNvSpPr>
          <p:nvPr>
            <p:ph type="body" idx="17" hasCustomPrompt="1"/>
          </p:nvPr>
        </p:nvSpPr>
        <p:spPr>
          <a:xfrm>
            <a:off x="8166513" y="1295400"/>
            <a:ext cx="3412871" cy="274320"/>
          </a:xfrm>
        </p:spPr>
        <p:txBody>
          <a:bodyPr anchor="t">
            <a:noAutofit/>
          </a:bodyPr>
          <a:lstStyle>
            <a:lvl1pPr marL="0" indent="0">
              <a:spcBef>
                <a:spcPts val="0"/>
              </a:spcBef>
              <a:buNone/>
              <a:defRPr sz="1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add heading</a:t>
            </a:r>
          </a:p>
        </p:txBody>
      </p:sp>
      <p:sp>
        <p:nvSpPr>
          <p:cNvPr id="9" name="Text Placeholder 8"/>
          <p:cNvSpPr>
            <a:spLocks noGrp="1"/>
          </p:cNvSpPr>
          <p:nvPr>
            <p:ph type="body" sz="quarter" idx="13"/>
          </p:nvPr>
        </p:nvSpPr>
        <p:spPr>
          <a:xfrm>
            <a:off x="609441" y="1676400"/>
            <a:ext cx="3412871" cy="4419600"/>
          </a:xfrm>
        </p:spPr>
        <p:txBody>
          <a:bodyPr>
            <a:normAutofit/>
          </a:bodyPr>
          <a:lstStyle>
            <a:lvl1pPr>
              <a:defRPr sz="1600"/>
            </a:lvl1pPr>
            <a:lvl2pPr>
              <a:defRPr sz="14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10" name="Text Placeholder 8"/>
          <p:cNvSpPr>
            <a:spLocks noGrp="1"/>
          </p:cNvSpPr>
          <p:nvPr>
            <p:ph type="body" sz="quarter" idx="14"/>
          </p:nvPr>
        </p:nvSpPr>
        <p:spPr>
          <a:xfrm>
            <a:off x="4387977" y="1676400"/>
            <a:ext cx="3412871" cy="4419600"/>
          </a:xfrm>
        </p:spPr>
        <p:txBody>
          <a:bodyPr>
            <a:normAutofit/>
          </a:bodyPr>
          <a:lstStyle>
            <a:lvl1pPr>
              <a:defRPr sz="1600"/>
            </a:lvl1pPr>
            <a:lvl2pPr>
              <a:defRPr sz="14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11" name="Text Placeholder 8"/>
          <p:cNvSpPr>
            <a:spLocks noGrp="1"/>
          </p:cNvSpPr>
          <p:nvPr>
            <p:ph type="body" sz="quarter" idx="15"/>
          </p:nvPr>
        </p:nvSpPr>
        <p:spPr>
          <a:xfrm>
            <a:off x="8166513" y="1676400"/>
            <a:ext cx="3412871" cy="4419600"/>
          </a:xfrm>
        </p:spPr>
        <p:txBody>
          <a:bodyPr>
            <a:normAutofit/>
          </a:bodyPr>
          <a:lstStyle>
            <a:lvl1pPr>
              <a:defRPr sz="1600"/>
            </a:lvl1pPr>
            <a:lvl2pPr>
              <a:defRPr sz="14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Tree>
    <p:extLst>
      <p:ext uri="{BB962C8B-B14F-4D97-AF65-F5344CB8AC3E}">
        <p14:creationId xmlns:p14="http://schemas.microsoft.com/office/powerpoint/2010/main" val="1066967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ree Content, Subtitle and Headings">
    <p:spTree>
      <p:nvGrpSpPr>
        <p:cNvPr id="1" name=""/>
        <p:cNvGrpSpPr/>
        <p:nvPr/>
      </p:nvGrpSpPr>
      <p:grpSpPr>
        <a:xfrm>
          <a:off x="0" y="0"/>
          <a:ext cx="0" cy="0"/>
          <a:chOff x="0" y="0"/>
          <a:chExt cx="0" cy="0"/>
        </a:xfrm>
      </p:grpSpPr>
      <p:sp>
        <p:nvSpPr>
          <p:cNvPr id="2" name="Title 1"/>
          <p:cNvSpPr>
            <a:spLocks noGrp="1"/>
          </p:cNvSpPr>
          <p:nvPr>
            <p:ph type="title"/>
          </p:nvPr>
        </p:nvSpPr>
        <p:spPr>
          <a:xfrm>
            <a:off x="609441" y="304800"/>
            <a:ext cx="10969943" cy="762000"/>
          </a:xfrm>
        </p:spPr>
        <p:txBody>
          <a:bodyPr/>
          <a:lstStyle/>
          <a:p>
            <a:r>
              <a:rPr lang="en-US" smtClean="0"/>
              <a:t>Click to edit Master title style</a:t>
            </a:r>
            <a:endParaRPr lang="en-US"/>
          </a:p>
        </p:txBody>
      </p:sp>
      <p:sp>
        <p:nvSpPr>
          <p:cNvPr id="5" name="Date Placeholder 4"/>
          <p:cNvSpPr>
            <a:spLocks noGrp="1"/>
          </p:cNvSpPr>
          <p:nvPr>
            <p:ph type="dt" sz="half" idx="10"/>
          </p:nvPr>
        </p:nvSpPr>
        <p:spPr/>
        <p:txBody>
          <a:bodyPr/>
          <a:lstStyle/>
          <a:p>
            <a:fld id="{80C853A8-1CF5-4118-9D6D-C132E8FC53CB}" type="datetimeFigureOut">
              <a:rPr lang="en-US" smtClean="0"/>
              <a:t>6/11/2015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DE720E-C72B-42F0-AD69-52D60E3C605E}" type="slidenum">
              <a:rPr lang="en-US" smtClean="0"/>
              <a:t>‹#›</a:t>
            </a:fld>
            <a:endParaRPr lang="en-US"/>
          </a:p>
        </p:txBody>
      </p:sp>
      <p:sp>
        <p:nvSpPr>
          <p:cNvPr id="15" name="Text Placeholder 7"/>
          <p:cNvSpPr>
            <a:spLocks noGrp="1"/>
          </p:cNvSpPr>
          <p:nvPr>
            <p:ph type="body" sz="quarter" idx="18" hasCustomPrompt="1"/>
          </p:nvPr>
        </p:nvSpPr>
        <p:spPr>
          <a:xfrm>
            <a:off x="609441" y="1133856"/>
            <a:ext cx="10969943" cy="260574"/>
          </a:xfrm>
        </p:spPr>
        <p:txBody>
          <a:bodyPr>
            <a:noAutofit/>
          </a:bodyPr>
          <a:lstStyle>
            <a:lvl1pPr marL="0" indent="0">
              <a:spcBef>
                <a:spcPts val="0"/>
              </a:spcBef>
              <a:buNone/>
              <a:defRPr sz="1800">
                <a:solidFill>
                  <a:schemeClr val="accent1"/>
                </a:solidFill>
              </a:defRPr>
            </a:lvl1pPr>
            <a:lvl2pPr marL="0" indent="0">
              <a:spcBef>
                <a:spcPts val="0"/>
              </a:spcBef>
              <a:buNone/>
              <a:defRPr sz="1800"/>
            </a:lvl2pPr>
            <a:lvl3pPr marL="0" indent="0">
              <a:spcBef>
                <a:spcPts val="0"/>
              </a:spcBef>
              <a:buNone/>
              <a:defRPr sz="1800"/>
            </a:lvl3pPr>
            <a:lvl4pPr marL="0" indent="0">
              <a:spcBef>
                <a:spcPts val="0"/>
              </a:spcBef>
              <a:buNone/>
              <a:defRPr sz="1800"/>
            </a:lvl4pPr>
            <a:lvl5pPr marL="0" indent="0">
              <a:spcBef>
                <a:spcPts val="0"/>
              </a:spcBef>
              <a:buNone/>
              <a:defRPr sz="1800"/>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rPr lang="en-US" dirty="0" smtClean="0"/>
              <a:t>Click to add subtitle</a:t>
            </a:r>
          </a:p>
        </p:txBody>
      </p:sp>
      <p:sp>
        <p:nvSpPr>
          <p:cNvPr id="12" name="Text Placeholder 2"/>
          <p:cNvSpPr>
            <a:spLocks noGrp="1"/>
          </p:cNvSpPr>
          <p:nvPr>
            <p:ph type="body" idx="1" hasCustomPrompt="1"/>
          </p:nvPr>
        </p:nvSpPr>
        <p:spPr>
          <a:xfrm>
            <a:off x="609441" y="1676399"/>
            <a:ext cx="3412871" cy="274320"/>
          </a:xfrm>
        </p:spPr>
        <p:txBody>
          <a:bodyPr anchor="t">
            <a:noAutofit/>
          </a:bodyPr>
          <a:lstStyle>
            <a:lvl1pPr marL="0" indent="0">
              <a:spcBef>
                <a:spcPts val="0"/>
              </a:spcBef>
              <a:buNone/>
              <a:defRPr sz="1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add heading</a:t>
            </a:r>
          </a:p>
        </p:txBody>
      </p:sp>
      <p:sp>
        <p:nvSpPr>
          <p:cNvPr id="13" name="Text Placeholder 2"/>
          <p:cNvSpPr>
            <a:spLocks noGrp="1"/>
          </p:cNvSpPr>
          <p:nvPr>
            <p:ph type="body" idx="16" hasCustomPrompt="1"/>
          </p:nvPr>
        </p:nvSpPr>
        <p:spPr>
          <a:xfrm>
            <a:off x="4387977" y="1676399"/>
            <a:ext cx="3412871" cy="274320"/>
          </a:xfrm>
        </p:spPr>
        <p:txBody>
          <a:bodyPr anchor="t">
            <a:noAutofit/>
          </a:bodyPr>
          <a:lstStyle>
            <a:lvl1pPr marL="0" indent="0">
              <a:spcBef>
                <a:spcPts val="0"/>
              </a:spcBef>
              <a:buNone/>
              <a:defRPr sz="1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add heading</a:t>
            </a:r>
          </a:p>
        </p:txBody>
      </p:sp>
      <p:sp>
        <p:nvSpPr>
          <p:cNvPr id="14" name="Text Placeholder 2"/>
          <p:cNvSpPr>
            <a:spLocks noGrp="1"/>
          </p:cNvSpPr>
          <p:nvPr>
            <p:ph type="body" idx="17" hasCustomPrompt="1"/>
          </p:nvPr>
        </p:nvSpPr>
        <p:spPr>
          <a:xfrm>
            <a:off x="8166513" y="1676399"/>
            <a:ext cx="3412871" cy="274320"/>
          </a:xfrm>
        </p:spPr>
        <p:txBody>
          <a:bodyPr anchor="t">
            <a:noAutofit/>
          </a:bodyPr>
          <a:lstStyle>
            <a:lvl1pPr marL="0" indent="0">
              <a:spcBef>
                <a:spcPts val="0"/>
              </a:spcBef>
              <a:buNone/>
              <a:defRPr sz="1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add heading</a:t>
            </a:r>
          </a:p>
        </p:txBody>
      </p:sp>
      <p:sp>
        <p:nvSpPr>
          <p:cNvPr id="9" name="Text Placeholder 8"/>
          <p:cNvSpPr>
            <a:spLocks noGrp="1"/>
          </p:cNvSpPr>
          <p:nvPr>
            <p:ph type="body" sz="quarter" idx="13"/>
          </p:nvPr>
        </p:nvSpPr>
        <p:spPr>
          <a:xfrm>
            <a:off x="609441" y="2057400"/>
            <a:ext cx="3412871" cy="4038600"/>
          </a:xfrm>
        </p:spPr>
        <p:txBody>
          <a:bodyPr>
            <a:normAutofit/>
          </a:bodyPr>
          <a:lstStyle>
            <a:lvl1pPr>
              <a:defRPr sz="1600"/>
            </a:lvl1pPr>
            <a:lvl2pPr>
              <a:defRPr sz="14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10" name="Text Placeholder 8"/>
          <p:cNvSpPr>
            <a:spLocks noGrp="1"/>
          </p:cNvSpPr>
          <p:nvPr>
            <p:ph type="body" sz="quarter" idx="14"/>
          </p:nvPr>
        </p:nvSpPr>
        <p:spPr>
          <a:xfrm>
            <a:off x="4387977" y="2057400"/>
            <a:ext cx="3412871" cy="4038600"/>
          </a:xfrm>
        </p:spPr>
        <p:txBody>
          <a:bodyPr>
            <a:normAutofit/>
          </a:bodyPr>
          <a:lstStyle>
            <a:lvl1pPr>
              <a:defRPr sz="1600"/>
            </a:lvl1pPr>
            <a:lvl2pPr>
              <a:defRPr sz="14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11" name="Text Placeholder 8"/>
          <p:cNvSpPr>
            <a:spLocks noGrp="1"/>
          </p:cNvSpPr>
          <p:nvPr>
            <p:ph type="body" sz="quarter" idx="15"/>
          </p:nvPr>
        </p:nvSpPr>
        <p:spPr>
          <a:xfrm>
            <a:off x="8166513" y="2057400"/>
            <a:ext cx="3412871" cy="4038600"/>
          </a:xfrm>
        </p:spPr>
        <p:txBody>
          <a:bodyPr>
            <a:normAutofit/>
          </a:bodyPr>
          <a:lstStyle>
            <a:lvl1pPr>
              <a:defRPr sz="1600"/>
            </a:lvl1pPr>
            <a:lvl2pPr>
              <a:defRPr sz="14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Tree>
    <p:extLst>
      <p:ext uri="{BB962C8B-B14F-4D97-AF65-F5344CB8AC3E}">
        <p14:creationId xmlns:p14="http://schemas.microsoft.com/office/powerpoint/2010/main" val="1793773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41" y="304800"/>
            <a:ext cx="10969943" cy="762000"/>
          </a:xfrm>
        </p:spPr>
        <p:txBody>
          <a:bodyPr anchor="b"/>
          <a:lstStyle>
            <a:lvl1pPr algn="l">
              <a:defRPr sz="2800" b="1"/>
            </a:lvl1pPr>
          </a:lstStyle>
          <a:p>
            <a:r>
              <a:rPr lang="en-US" smtClean="0"/>
              <a:t>Click to edit Master title style</a:t>
            </a:r>
            <a:endParaRPr lang="en-US"/>
          </a:p>
        </p:txBody>
      </p:sp>
      <p:sp>
        <p:nvSpPr>
          <p:cNvPr id="3" name="Content Placeholder 2"/>
          <p:cNvSpPr>
            <a:spLocks noGrp="1"/>
          </p:cNvSpPr>
          <p:nvPr>
            <p:ph idx="1"/>
          </p:nvPr>
        </p:nvSpPr>
        <p:spPr>
          <a:xfrm>
            <a:off x="609441" y="1295401"/>
            <a:ext cx="7618016" cy="48006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Text Placeholder 3"/>
          <p:cNvSpPr>
            <a:spLocks noGrp="1"/>
          </p:cNvSpPr>
          <p:nvPr>
            <p:ph type="body" sz="half" idx="2"/>
          </p:nvPr>
        </p:nvSpPr>
        <p:spPr>
          <a:xfrm>
            <a:off x="8532178" y="1295400"/>
            <a:ext cx="3047206" cy="4800600"/>
          </a:xfrm>
        </p:spPr>
        <p:txBody>
          <a:bodyPr>
            <a:noAutofit/>
          </a:bodyPr>
          <a:lstStyle>
            <a:lvl1pPr marL="0" indent="0">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0C853A8-1CF5-4118-9D6D-C132E8FC53CB}" type="datetimeFigureOut">
              <a:rPr lang="en-US" smtClean="0"/>
              <a:t>6/11/2015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DE720E-C72B-42F0-AD69-52D60E3C605E}" type="slidenum">
              <a:rPr lang="en-US" smtClean="0"/>
              <a:t>‹#›</a:t>
            </a:fld>
            <a:endParaRPr lang="en-US"/>
          </a:p>
        </p:txBody>
      </p:sp>
    </p:spTree>
    <p:extLst>
      <p:ext uri="{BB962C8B-B14F-4D97-AF65-F5344CB8AC3E}">
        <p14:creationId xmlns:p14="http://schemas.microsoft.com/office/powerpoint/2010/main" val="3532802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41" y="304800"/>
            <a:ext cx="10969943" cy="762000"/>
          </a:xfrm>
        </p:spPr>
        <p:txBody>
          <a:bodyPr anchor="b"/>
          <a:lstStyle>
            <a:lvl1pPr algn="l">
              <a:defRPr sz="2800" b="1"/>
            </a:lvl1pPr>
          </a:lstStyle>
          <a:p>
            <a:r>
              <a:rPr lang="en-US" smtClean="0"/>
              <a:t>Click to edit Master title style</a:t>
            </a:r>
            <a:endParaRPr lang="en-US"/>
          </a:p>
        </p:txBody>
      </p:sp>
      <p:sp>
        <p:nvSpPr>
          <p:cNvPr id="3" name="Picture Placeholder 2"/>
          <p:cNvSpPr>
            <a:spLocks noGrp="1"/>
          </p:cNvSpPr>
          <p:nvPr>
            <p:ph type="pic" idx="1"/>
          </p:nvPr>
        </p:nvSpPr>
        <p:spPr>
          <a:xfrm>
            <a:off x="609441" y="1295400"/>
            <a:ext cx="6703854" cy="4800600"/>
          </a:xfrm>
        </p:spPr>
        <p:txBody>
          <a:bodyPr tIns="457200">
            <a:no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7678960" y="1295400"/>
            <a:ext cx="3900424" cy="4800600"/>
          </a:xfrm>
        </p:spPr>
        <p:txBody>
          <a:bodyPr>
            <a:noAutofit/>
          </a:bodyPr>
          <a:lstStyle>
            <a:lvl1pPr marL="0" indent="0">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0C853A8-1CF5-4118-9D6D-C132E8FC53CB}" type="datetimeFigureOut">
              <a:rPr lang="en-US" smtClean="0"/>
              <a:t>6/11/2015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DE720E-C72B-42F0-AD69-52D60E3C605E}" type="slidenum">
              <a:rPr lang="en-US" smtClean="0"/>
              <a:t>‹#›</a:t>
            </a:fld>
            <a:endParaRPr lang="en-US"/>
          </a:p>
        </p:txBody>
      </p:sp>
    </p:spTree>
    <p:extLst>
      <p:ext uri="{BB962C8B-B14F-4D97-AF65-F5344CB8AC3E}">
        <p14:creationId xmlns:p14="http://schemas.microsoft.com/office/powerpoint/2010/main" val="118828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icture with Content">
    <p:spTree>
      <p:nvGrpSpPr>
        <p:cNvPr id="1" name=""/>
        <p:cNvGrpSpPr/>
        <p:nvPr/>
      </p:nvGrpSpPr>
      <p:grpSpPr>
        <a:xfrm>
          <a:off x="0" y="0"/>
          <a:ext cx="0" cy="0"/>
          <a:chOff x="0" y="0"/>
          <a:chExt cx="0" cy="0"/>
        </a:xfrm>
      </p:grpSpPr>
      <p:sp>
        <p:nvSpPr>
          <p:cNvPr id="2" name="Title 1"/>
          <p:cNvSpPr>
            <a:spLocks noGrp="1"/>
          </p:cNvSpPr>
          <p:nvPr>
            <p:ph type="title"/>
          </p:nvPr>
        </p:nvSpPr>
        <p:spPr>
          <a:xfrm>
            <a:off x="609441" y="304800"/>
            <a:ext cx="10969943" cy="762000"/>
          </a:xfrm>
        </p:spPr>
        <p:txBody>
          <a:bodyPr anchor="b"/>
          <a:lstStyle>
            <a:lvl1pPr algn="l">
              <a:defRPr sz="2800" b="1"/>
            </a:lvl1pPr>
          </a:lstStyle>
          <a:p>
            <a:r>
              <a:rPr lang="en-US" smtClean="0"/>
              <a:t>Click to edit Master title style</a:t>
            </a:r>
            <a:endParaRPr lang="en-US"/>
          </a:p>
        </p:txBody>
      </p:sp>
      <p:sp>
        <p:nvSpPr>
          <p:cNvPr id="3" name="Picture Placeholder 2"/>
          <p:cNvSpPr>
            <a:spLocks noGrp="1"/>
          </p:cNvSpPr>
          <p:nvPr>
            <p:ph type="pic" idx="1"/>
          </p:nvPr>
        </p:nvSpPr>
        <p:spPr>
          <a:xfrm>
            <a:off x="609441" y="1295400"/>
            <a:ext cx="6703854" cy="4800600"/>
          </a:xfrm>
        </p:spPr>
        <p:txBody>
          <a:bodyPr tIns="457200">
            <a:no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5" name="Date Placeholder 4"/>
          <p:cNvSpPr>
            <a:spLocks noGrp="1"/>
          </p:cNvSpPr>
          <p:nvPr>
            <p:ph type="dt" sz="half" idx="10"/>
          </p:nvPr>
        </p:nvSpPr>
        <p:spPr/>
        <p:txBody>
          <a:bodyPr/>
          <a:lstStyle/>
          <a:p>
            <a:fld id="{80C853A8-1CF5-4118-9D6D-C132E8FC53CB}" type="datetimeFigureOut">
              <a:rPr lang="en-US" smtClean="0"/>
              <a:t>6/11/2015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DE720E-C72B-42F0-AD69-52D60E3C605E}" type="slidenum">
              <a:rPr lang="en-US" smtClean="0"/>
              <a:t>‹#›</a:t>
            </a:fld>
            <a:endParaRPr lang="en-US"/>
          </a:p>
        </p:txBody>
      </p:sp>
      <p:sp>
        <p:nvSpPr>
          <p:cNvPr id="8" name="Text Placeholder 8"/>
          <p:cNvSpPr>
            <a:spLocks noGrp="1"/>
          </p:cNvSpPr>
          <p:nvPr>
            <p:ph type="body" sz="quarter" idx="13"/>
          </p:nvPr>
        </p:nvSpPr>
        <p:spPr>
          <a:xfrm>
            <a:off x="7678960" y="1295400"/>
            <a:ext cx="3900424" cy="48006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Tree>
    <p:extLst>
      <p:ext uri="{BB962C8B-B14F-4D97-AF65-F5344CB8AC3E}">
        <p14:creationId xmlns:p14="http://schemas.microsoft.com/office/powerpoint/2010/main" val="852440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Two Pictures with Captions">
    <p:spTree>
      <p:nvGrpSpPr>
        <p:cNvPr id="1" name=""/>
        <p:cNvGrpSpPr/>
        <p:nvPr/>
      </p:nvGrpSpPr>
      <p:grpSpPr>
        <a:xfrm>
          <a:off x="0" y="0"/>
          <a:ext cx="0" cy="0"/>
          <a:chOff x="0" y="0"/>
          <a:chExt cx="0" cy="0"/>
        </a:xfrm>
      </p:grpSpPr>
      <p:sp>
        <p:nvSpPr>
          <p:cNvPr id="2" name="Title 1"/>
          <p:cNvSpPr>
            <a:spLocks noGrp="1"/>
          </p:cNvSpPr>
          <p:nvPr>
            <p:ph type="title"/>
          </p:nvPr>
        </p:nvSpPr>
        <p:spPr>
          <a:xfrm>
            <a:off x="609441" y="304800"/>
            <a:ext cx="10969943" cy="762000"/>
          </a:xfrm>
        </p:spPr>
        <p:txBody>
          <a:bodyPr anchor="b"/>
          <a:lstStyle>
            <a:lvl1pPr algn="l">
              <a:defRPr sz="2800" b="1"/>
            </a:lvl1pPr>
          </a:lstStyle>
          <a:p>
            <a:r>
              <a:rPr lang="en-US" smtClean="0"/>
              <a:t>Click to edit Master title style</a:t>
            </a:r>
            <a:endParaRPr lang="en-US"/>
          </a:p>
        </p:txBody>
      </p:sp>
      <p:sp>
        <p:nvSpPr>
          <p:cNvPr id="3" name="Picture Placeholder 2"/>
          <p:cNvSpPr>
            <a:spLocks noGrp="1"/>
          </p:cNvSpPr>
          <p:nvPr>
            <p:ph type="pic" idx="1"/>
          </p:nvPr>
        </p:nvSpPr>
        <p:spPr>
          <a:xfrm>
            <a:off x="609441" y="1295400"/>
            <a:ext cx="5314328" cy="3505200"/>
          </a:xfrm>
        </p:spPr>
        <p:txBody>
          <a:bodyPr tIns="457200">
            <a:no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5" name="Date Placeholder 4"/>
          <p:cNvSpPr>
            <a:spLocks noGrp="1"/>
          </p:cNvSpPr>
          <p:nvPr>
            <p:ph type="dt" sz="half" idx="10"/>
          </p:nvPr>
        </p:nvSpPr>
        <p:spPr/>
        <p:txBody>
          <a:bodyPr/>
          <a:lstStyle/>
          <a:p>
            <a:fld id="{80C853A8-1CF5-4118-9D6D-C132E8FC53CB}" type="datetimeFigureOut">
              <a:rPr lang="en-US" smtClean="0"/>
              <a:t>6/11/2015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DE720E-C72B-42F0-AD69-52D60E3C605E}" type="slidenum">
              <a:rPr lang="en-US" smtClean="0"/>
              <a:t>‹#›</a:t>
            </a:fld>
            <a:endParaRPr lang="en-US"/>
          </a:p>
        </p:txBody>
      </p:sp>
      <p:sp>
        <p:nvSpPr>
          <p:cNvPr id="8" name="Picture Placeholder 2"/>
          <p:cNvSpPr>
            <a:spLocks noGrp="1"/>
          </p:cNvSpPr>
          <p:nvPr>
            <p:ph type="pic" idx="13"/>
          </p:nvPr>
        </p:nvSpPr>
        <p:spPr>
          <a:xfrm>
            <a:off x="6265056" y="1295400"/>
            <a:ext cx="5314328" cy="3505200"/>
          </a:xfrm>
        </p:spPr>
        <p:txBody>
          <a:bodyPr tIns="457200">
            <a:no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609441" y="4953000"/>
            <a:ext cx="5314328" cy="1130490"/>
          </a:xfrm>
        </p:spPr>
        <p:txBody>
          <a:bodyPr>
            <a:noAutofit/>
          </a:bodyPr>
          <a:lstStyle>
            <a:lvl1pPr marL="0" indent="0">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9" name="Text Placeholder 3"/>
          <p:cNvSpPr>
            <a:spLocks noGrp="1"/>
          </p:cNvSpPr>
          <p:nvPr>
            <p:ph type="body" sz="half" idx="14"/>
          </p:nvPr>
        </p:nvSpPr>
        <p:spPr>
          <a:xfrm>
            <a:off x="6265056" y="4953000"/>
            <a:ext cx="5314328" cy="1130490"/>
          </a:xfrm>
        </p:spPr>
        <p:txBody>
          <a:bodyPr>
            <a:noAutofit/>
          </a:bodyPr>
          <a:lstStyle>
            <a:lvl1pPr marL="0" indent="0">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202104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Pictures with Captions">
    <p:spTree>
      <p:nvGrpSpPr>
        <p:cNvPr id="1" name=""/>
        <p:cNvGrpSpPr/>
        <p:nvPr/>
      </p:nvGrpSpPr>
      <p:grpSpPr>
        <a:xfrm>
          <a:off x="0" y="0"/>
          <a:ext cx="0" cy="0"/>
          <a:chOff x="0" y="0"/>
          <a:chExt cx="0" cy="0"/>
        </a:xfrm>
      </p:grpSpPr>
      <p:sp>
        <p:nvSpPr>
          <p:cNvPr id="2" name="Title 1"/>
          <p:cNvSpPr>
            <a:spLocks noGrp="1"/>
          </p:cNvSpPr>
          <p:nvPr>
            <p:ph type="title"/>
          </p:nvPr>
        </p:nvSpPr>
        <p:spPr>
          <a:xfrm>
            <a:off x="609441" y="304800"/>
            <a:ext cx="10969943" cy="762000"/>
          </a:xfrm>
        </p:spPr>
        <p:txBody>
          <a:bodyPr anchor="b"/>
          <a:lstStyle>
            <a:lvl1pPr algn="l">
              <a:defRPr sz="2800" b="1"/>
            </a:lvl1pPr>
          </a:lstStyle>
          <a:p>
            <a:r>
              <a:rPr lang="en-US" smtClean="0"/>
              <a:t>Click to edit Master title style</a:t>
            </a:r>
            <a:endParaRPr lang="en-US"/>
          </a:p>
        </p:txBody>
      </p:sp>
      <p:sp>
        <p:nvSpPr>
          <p:cNvPr id="3" name="Picture Placeholder 2"/>
          <p:cNvSpPr>
            <a:spLocks noGrp="1"/>
          </p:cNvSpPr>
          <p:nvPr>
            <p:ph type="pic" idx="1"/>
          </p:nvPr>
        </p:nvSpPr>
        <p:spPr>
          <a:xfrm>
            <a:off x="609441" y="1295400"/>
            <a:ext cx="3412871" cy="2743200"/>
          </a:xfrm>
        </p:spPr>
        <p:txBody>
          <a:bodyPr tIns="457200">
            <a:no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5" name="Date Placeholder 4"/>
          <p:cNvSpPr>
            <a:spLocks noGrp="1"/>
          </p:cNvSpPr>
          <p:nvPr>
            <p:ph type="dt" sz="half" idx="10"/>
          </p:nvPr>
        </p:nvSpPr>
        <p:spPr/>
        <p:txBody>
          <a:bodyPr/>
          <a:lstStyle/>
          <a:p>
            <a:fld id="{80C853A8-1CF5-4118-9D6D-C132E8FC53CB}" type="datetimeFigureOut">
              <a:rPr lang="en-US" smtClean="0"/>
              <a:t>6/11/2015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DE720E-C72B-42F0-AD69-52D60E3C605E}" type="slidenum">
              <a:rPr lang="en-US" smtClean="0"/>
              <a:t>‹#›</a:t>
            </a:fld>
            <a:endParaRPr lang="en-US"/>
          </a:p>
        </p:txBody>
      </p:sp>
      <p:sp>
        <p:nvSpPr>
          <p:cNvPr id="4" name="Text Placeholder 3"/>
          <p:cNvSpPr>
            <a:spLocks noGrp="1"/>
          </p:cNvSpPr>
          <p:nvPr>
            <p:ph type="body" sz="half" idx="2"/>
          </p:nvPr>
        </p:nvSpPr>
        <p:spPr>
          <a:xfrm>
            <a:off x="609441" y="4211392"/>
            <a:ext cx="3412871" cy="1884608"/>
          </a:xfrm>
        </p:spPr>
        <p:txBody>
          <a:bodyPr>
            <a:no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0" name="Picture Placeholder 2"/>
          <p:cNvSpPr>
            <a:spLocks noGrp="1"/>
          </p:cNvSpPr>
          <p:nvPr>
            <p:ph type="pic" idx="15"/>
          </p:nvPr>
        </p:nvSpPr>
        <p:spPr>
          <a:xfrm>
            <a:off x="4387977" y="1295400"/>
            <a:ext cx="3412871" cy="2743200"/>
          </a:xfrm>
        </p:spPr>
        <p:txBody>
          <a:bodyPr tIns="457200">
            <a:no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11" name="Picture Placeholder 2"/>
          <p:cNvSpPr>
            <a:spLocks noGrp="1"/>
          </p:cNvSpPr>
          <p:nvPr>
            <p:ph type="pic" idx="16"/>
          </p:nvPr>
        </p:nvSpPr>
        <p:spPr>
          <a:xfrm>
            <a:off x="8166513" y="1295400"/>
            <a:ext cx="3412871" cy="2743200"/>
          </a:xfrm>
        </p:spPr>
        <p:txBody>
          <a:bodyPr tIns="457200">
            <a:no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12" name="Text Placeholder 3"/>
          <p:cNvSpPr>
            <a:spLocks noGrp="1"/>
          </p:cNvSpPr>
          <p:nvPr>
            <p:ph type="body" sz="half" idx="17"/>
          </p:nvPr>
        </p:nvSpPr>
        <p:spPr>
          <a:xfrm>
            <a:off x="4387977" y="4211392"/>
            <a:ext cx="3412871" cy="1884608"/>
          </a:xfrm>
        </p:spPr>
        <p:txBody>
          <a:bodyPr>
            <a:no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3" name="Text Placeholder 3"/>
          <p:cNvSpPr>
            <a:spLocks noGrp="1"/>
          </p:cNvSpPr>
          <p:nvPr>
            <p:ph type="body" sz="half" idx="18"/>
          </p:nvPr>
        </p:nvSpPr>
        <p:spPr>
          <a:xfrm>
            <a:off x="8166513" y="4211392"/>
            <a:ext cx="3412871" cy="1884608"/>
          </a:xfrm>
        </p:spPr>
        <p:txBody>
          <a:bodyPr>
            <a:no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096117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0C853A8-1CF5-4118-9D6D-C132E8FC53CB}" type="datetimeFigureOut">
              <a:rPr lang="en-US" smtClean="0"/>
              <a:t>6/11/2015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DE720E-C72B-42F0-AD69-52D60E3C605E}" type="slidenum">
              <a:rPr lang="en-US" smtClean="0"/>
              <a:t>‹#›</a:t>
            </a:fld>
            <a:endParaRPr lang="en-US"/>
          </a:p>
        </p:txBody>
      </p:sp>
    </p:spTree>
    <p:extLst>
      <p:ext uri="{BB962C8B-B14F-4D97-AF65-F5344CB8AC3E}">
        <p14:creationId xmlns:p14="http://schemas.microsoft.com/office/powerpoint/2010/main" val="27092124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567712" y="304801"/>
            <a:ext cx="1011672" cy="57912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441" y="304801"/>
            <a:ext cx="9649486" cy="5791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0C853A8-1CF5-4118-9D6D-C132E8FC53CB}" type="datetimeFigureOut">
              <a:rPr lang="en-US" smtClean="0"/>
              <a:t>6/11/2015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DE720E-C72B-42F0-AD69-52D60E3C605E}" type="slidenum">
              <a:rPr lang="en-US" smtClean="0"/>
              <a:t>‹#›</a:t>
            </a:fld>
            <a:endParaRPr lang="en-US"/>
          </a:p>
        </p:txBody>
      </p:sp>
    </p:spTree>
    <p:extLst>
      <p:ext uri="{BB962C8B-B14F-4D97-AF65-F5344CB8AC3E}">
        <p14:creationId xmlns:p14="http://schemas.microsoft.com/office/powerpoint/2010/main" val="3776537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3_White title slide">
    <p:bg>
      <p:bgPr>
        <a:solidFill>
          <a:schemeClr val="bg1"/>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806" y="0"/>
            <a:ext cx="12185214" cy="6858000"/>
          </a:xfrm>
          <a:prstGeom prst="rect">
            <a:avLst/>
          </a:prstGeom>
        </p:spPr>
      </p:pic>
      <p:sp>
        <p:nvSpPr>
          <p:cNvPr id="8" name="Title 1"/>
          <p:cNvSpPr>
            <a:spLocks noGrp="1"/>
          </p:cNvSpPr>
          <p:nvPr>
            <p:ph type="ctrTitle" hasCustomPrompt="1"/>
          </p:nvPr>
        </p:nvSpPr>
        <p:spPr bwMode="black">
          <a:xfrm>
            <a:off x="438798" y="2715760"/>
            <a:ext cx="9141619" cy="1608645"/>
          </a:xfrm>
        </p:spPr>
        <p:txBody>
          <a:bodyPr anchor="b"/>
          <a:lstStyle>
            <a:lvl1pPr>
              <a:lnSpc>
                <a:spcPct val="90000"/>
              </a:lnSpc>
              <a:defRPr sz="6132" spc="-133">
                <a:solidFill>
                  <a:srgbClr val="000000"/>
                </a:solidFill>
              </a:defRPr>
            </a:lvl1pPr>
          </a:lstStyle>
          <a:p>
            <a:r>
              <a:rPr lang="en-US" dirty="0" smtClean="0"/>
              <a:t>Click to edit master </a:t>
            </a:r>
            <a:br>
              <a:rPr lang="en-US" dirty="0" smtClean="0"/>
            </a:br>
            <a:r>
              <a:rPr lang="en-US" dirty="0" smtClean="0"/>
              <a:t>title style</a:t>
            </a:r>
            <a:endParaRPr lang="en-US" dirty="0"/>
          </a:p>
        </p:txBody>
      </p:sp>
      <p:sp>
        <p:nvSpPr>
          <p:cNvPr id="9" name="Subtitle 2"/>
          <p:cNvSpPr>
            <a:spLocks noGrp="1"/>
          </p:cNvSpPr>
          <p:nvPr>
            <p:ph type="subTitle" idx="1" hasCustomPrompt="1"/>
          </p:nvPr>
        </p:nvSpPr>
        <p:spPr bwMode="black">
          <a:xfrm>
            <a:off x="438798" y="4335579"/>
            <a:ext cx="9141619" cy="1219200"/>
          </a:xfrm>
        </p:spPr>
        <p:txBody>
          <a:bodyPr/>
          <a:lstStyle>
            <a:lvl1pPr marL="0" indent="0" algn="l">
              <a:buNone/>
              <a:defRPr>
                <a:solidFill>
                  <a:srgbClr val="000000"/>
                </a:solidFill>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dirty="0" smtClean="0"/>
              <a:t>Click to edit master subtitle style</a:t>
            </a:r>
            <a:endParaRPr lang="en-US" dirty="0"/>
          </a:p>
        </p:txBody>
      </p:sp>
      <p:sp>
        <p:nvSpPr>
          <p:cNvPr id="6" name="TextBox 5"/>
          <p:cNvSpPr txBox="1"/>
          <p:nvPr userDrawn="1"/>
        </p:nvSpPr>
        <p:spPr>
          <a:xfrm>
            <a:off x="438798" y="6345071"/>
            <a:ext cx="10680611" cy="304800"/>
          </a:xfrm>
          <a:prstGeom prst="rect">
            <a:avLst/>
          </a:prstGeom>
          <a:noFill/>
        </p:spPr>
        <p:txBody>
          <a:bodyPr wrap="square" lIns="0" rtlCol="0">
            <a:noAutofit/>
          </a:bodyPr>
          <a:lstStyle/>
          <a:p>
            <a:pPr>
              <a:defRPr/>
            </a:pPr>
            <a:r>
              <a:rPr lang="en-US" sz="933" dirty="0" smtClean="0">
                <a:solidFill>
                  <a:srgbClr val="B9B8BB"/>
                </a:solidFill>
                <a:cs typeface="HP Simplified"/>
              </a:rPr>
              <a:t>© Copyright 2014 Hewlett-Packard Development Company, L.P.  The information contained herein is subject to change without notice.</a:t>
            </a:r>
          </a:p>
        </p:txBody>
      </p:sp>
    </p:spTree>
    <p:extLst>
      <p:ext uri="{BB962C8B-B14F-4D97-AF65-F5344CB8AC3E}">
        <p14:creationId xmlns:p14="http://schemas.microsoft.com/office/powerpoint/2010/main" val="2112410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userDrawn="1">
  <p:cSld name="2_White title slide">
    <p:spTree>
      <p:nvGrpSpPr>
        <p:cNvPr id="1" name=""/>
        <p:cNvGrpSpPr/>
        <p:nvPr/>
      </p:nvGrpSpPr>
      <p:grpSpPr>
        <a:xfrm>
          <a:off x="0" y="0"/>
          <a:ext cx="0" cy="0"/>
          <a:chOff x="0" y="0"/>
          <a:chExt cx="0" cy="0"/>
        </a:xfrm>
      </p:grpSpPr>
      <p:pic>
        <p:nvPicPr>
          <p:cNvPr id="54274" name="Picture 2" descr="C:\Users\chungd\Desktop\Picture2.png"/>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0" y="0"/>
            <a:ext cx="12188825" cy="6858000"/>
          </a:xfrm>
          <a:prstGeom prst="rect">
            <a:avLst/>
          </a:prstGeom>
          <a:noFill/>
          <a:extLst>
            <a:ext uri="{909E8E84-426E-40DD-AFC4-6F175D3DCCD1}">
              <a14:hiddenFill xmlns:a14="http://schemas.microsoft.com/office/drawing/2010/main">
                <a:solidFill>
                  <a:srgbClr val="FFFFFF"/>
                </a:solidFill>
              </a14:hiddenFill>
            </a:ext>
          </a:extLst>
        </p:spPr>
      </p:pic>
      <p:sp>
        <p:nvSpPr>
          <p:cNvPr id="8" name="Title 1"/>
          <p:cNvSpPr>
            <a:spLocks noGrp="1"/>
          </p:cNvSpPr>
          <p:nvPr>
            <p:ph type="ctrTitle" hasCustomPrompt="1"/>
          </p:nvPr>
        </p:nvSpPr>
        <p:spPr bwMode="black">
          <a:xfrm>
            <a:off x="438798" y="2715760"/>
            <a:ext cx="9141619" cy="1608645"/>
          </a:xfrm>
        </p:spPr>
        <p:txBody>
          <a:bodyPr anchor="b"/>
          <a:lstStyle>
            <a:lvl1pPr>
              <a:lnSpc>
                <a:spcPct val="90000"/>
              </a:lnSpc>
              <a:defRPr sz="6132" spc="-133">
                <a:solidFill>
                  <a:srgbClr val="000000"/>
                </a:solidFill>
              </a:defRPr>
            </a:lvl1pPr>
          </a:lstStyle>
          <a:p>
            <a:r>
              <a:rPr lang="en-US" dirty="0" smtClean="0"/>
              <a:t>Click to edit master </a:t>
            </a:r>
            <a:br>
              <a:rPr lang="en-US" dirty="0" smtClean="0"/>
            </a:br>
            <a:r>
              <a:rPr lang="en-US" dirty="0" smtClean="0"/>
              <a:t>title style</a:t>
            </a:r>
            <a:endParaRPr lang="en-US" dirty="0"/>
          </a:p>
        </p:txBody>
      </p:sp>
      <p:sp>
        <p:nvSpPr>
          <p:cNvPr id="9" name="Subtitle 2"/>
          <p:cNvSpPr>
            <a:spLocks noGrp="1"/>
          </p:cNvSpPr>
          <p:nvPr>
            <p:ph type="subTitle" idx="1" hasCustomPrompt="1"/>
          </p:nvPr>
        </p:nvSpPr>
        <p:spPr bwMode="black">
          <a:xfrm>
            <a:off x="438798" y="4335579"/>
            <a:ext cx="9141619" cy="1219200"/>
          </a:xfrm>
        </p:spPr>
        <p:txBody>
          <a:bodyPr/>
          <a:lstStyle>
            <a:lvl1pPr marL="0" indent="0" algn="l">
              <a:buNone/>
              <a:defRPr>
                <a:solidFill>
                  <a:srgbClr val="000000"/>
                </a:solidFill>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dirty="0" smtClean="0"/>
              <a:t>Click to edit master subtitle style</a:t>
            </a:r>
            <a:endParaRPr lang="en-US" dirty="0"/>
          </a:p>
        </p:txBody>
      </p:sp>
      <p:sp>
        <p:nvSpPr>
          <p:cNvPr id="6" name="TextBox 5"/>
          <p:cNvSpPr txBox="1"/>
          <p:nvPr userDrawn="1"/>
        </p:nvSpPr>
        <p:spPr>
          <a:xfrm>
            <a:off x="438798" y="6345071"/>
            <a:ext cx="10680611" cy="304800"/>
          </a:xfrm>
          <a:prstGeom prst="rect">
            <a:avLst/>
          </a:prstGeom>
          <a:noFill/>
        </p:spPr>
        <p:txBody>
          <a:bodyPr wrap="square" lIns="0" rtlCol="0">
            <a:noAutofit/>
          </a:bodyPr>
          <a:lstStyle/>
          <a:p>
            <a:pPr>
              <a:defRPr/>
            </a:pPr>
            <a:r>
              <a:rPr lang="en-US" sz="933" dirty="0" smtClean="0">
                <a:solidFill>
                  <a:srgbClr val="B9B8BB"/>
                </a:solidFill>
                <a:cs typeface="HP Simplified"/>
              </a:rPr>
              <a:t>© Copyright 2012 Hewlett-Packard Development Company, L.P.  The information contained herein is subject to change without notice.</a:t>
            </a:r>
          </a:p>
        </p:txBody>
      </p:sp>
    </p:spTree>
    <p:extLst>
      <p:ext uri="{BB962C8B-B14F-4D97-AF65-F5344CB8AC3E}">
        <p14:creationId xmlns:p14="http://schemas.microsoft.com/office/powerpoint/2010/main" val="1974884472"/>
      </p:ext>
    </p:extLst>
  </p:cSld>
  <p:clrMapOvr>
    <a:masterClrMapping/>
  </p:clrMapOvr>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162" y="2130426"/>
            <a:ext cx="10360501" cy="1470025"/>
          </a:xfrm>
          <a:prstGeom prst="rect">
            <a:avLst/>
          </a:prstGeom>
        </p:spPr>
        <p:txBody>
          <a:bodyPr/>
          <a:lstStyle/>
          <a:p>
            <a:r>
              <a:rPr lang="en-US" smtClean="0"/>
              <a:t>Click to edit Master title style</a:t>
            </a:r>
            <a:endParaRPr lang="en-US"/>
          </a:p>
        </p:txBody>
      </p:sp>
      <p:sp>
        <p:nvSpPr>
          <p:cNvPr id="3" name="Subtitle 2"/>
          <p:cNvSpPr>
            <a:spLocks noGrp="1"/>
          </p:cNvSpPr>
          <p:nvPr>
            <p:ph type="subTitle" idx="1"/>
          </p:nvPr>
        </p:nvSpPr>
        <p:spPr>
          <a:xfrm>
            <a:off x="1828324" y="3886200"/>
            <a:ext cx="8532178" cy="1752600"/>
          </a:xfrm>
          <a:prstGeom prst="rect">
            <a:avLst/>
          </a:prstGeom>
        </p:spPr>
        <p:txBody>
          <a:bodyPr/>
          <a:lstStyle>
            <a:lvl1pPr marL="0" indent="0" algn="ctr">
              <a:buNone/>
              <a:defRPr>
                <a:solidFill>
                  <a:schemeClr val="tx1">
                    <a:tint val="75000"/>
                  </a:schemeClr>
                </a:solidFill>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a:xfrm>
            <a:off x="609441" y="6356351"/>
            <a:ext cx="2844059" cy="365125"/>
          </a:xfrm>
          <a:prstGeom prst="rect">
            <a:avLst/>
          </a:prstGeom>
        </p:spPr>
        <p:txBody>
          <a:bodyPr/>
          <a:lstStyle/>
          <a:p>
            <a:pPr defTabSz="609448"/>
            <a:fld id="{CFD51B6B-BA15-CE41-AD29-2140DF4ABB4D}" type="datetimeFigureOut">
              <a:rPr lang="en-US" smtClean="0">
                <a:solidFill>
                  <a:prstClr val="black"/>
                </a:solidFill>
              </a:rPr>
              <a:pPr defTabSz="609448"/>
              <a:t>6/11/2015</a:t>
            </a:fld>
            <a:endParaRPr lang="en-US">
              <a:solidFill>
                <a:prstClr val="black"/>
              </a:solidFill>
            </a:endParaRPr>
          </a:p>
        </p:txBody>
      </p:sp>
      <p:sp>
        <p:nvSpPr>
          <p:cNvPr id="5" name="Footer Placeholder 4"/>
          <p:cNvSpPr>
            <a:spLocks noGrp="1"/>
          </p:cNvSpPr>
          <p:nvPr>
            <p:ph type="ftr" sz="quarter" idx="11"/>
          </p:nvPr>
        </p:nvSpPr>
        <p:spPr>
          <a:xfrm>
            <a:off x="4164515" y="6356351"/>
            <a:ext cx="3859795" cy="365125"/>
          </a:xfrm>
          <a:prstGeom prst="rect">
            <a:avLst/>
          </a:prstGeom>
        </p:spPr>
        <p:txBody>
          <a:bodyPr/>
          <a:lstStyle/>
          <a:p>
            <a:pPr defTabSz="609448"/>
            <a:endParaRPr lang="en-US">
              <a:solidFill>
                <a:prstClr val="black"/>
              </a:solidFill>
            </a:endParaRPr>
          </a:p>
        </p:txBody>
      </p:sp>
      <p:sp>
        <p:nvSpPr>
          <p:cNvPr id="6" name="Slide Number Placeholder 5"/>
          <p:cNvSpPr>
            <a:spLocks noGrp="1"/>
          </p:cNvSpPr>
          <p:nvPr>
            <p:ph type="sldNum" sz="quarter" idx="12"/>
          </p:nvPr>
        </p:nvSpPr>
        <p:spPr>
          <a:xfrm>
            <a:off x="8735325" y="6356351"/>
            <a:ext cx="2844059" cy="365125"/>
          </a:xfrm>
          <a:prstGeom prst="rect">
            <a:avLst/>
          </a:prstGeom>
        </p:spPr>
        <p:txBody>
          <a:bodyPr/>
          <a:lstStyle/>
          <a:p>
            <a:pPr defTabSz="609448"/>
            <a:fld id="{42D76A44-4D58-6840-86A0-52BF418DD261}" type="slidenum">
              <a:rPr lang="en-US" smtClean="0">
                <a:solidFill>
                  <a:prstClr val="black"/>
                </a:solidFill>
              </a:rPr>
              <a:pPr defTabSz="609448"/>
              <a:t>‹#›</a:t>
            </a:fld>
            <a:endParaRPr lang="en-US">
              <a:solidFill>
                <a:prstClr val="black"/>
              </a:solidFill>
            </a:endParaRPr>
          </a:p>
        </p:txBody>
      </p:sp>
    </p:spTree>
    <p:extLst>
      <p:ext uri="{BB962C8B-B14F-4D97-AF65-F5344CB8AC3E}">
        <p14:creationId xmlns:p14="http://schemas.microsoft.com/office/powerpoint/2010/main" val="315325848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441" y="274639"/>
            <a:ext cx="10969943"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a:xfrm>
            <a:off x="609441" y="1600201"/>
            <a:ext cx="10969943"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609441" y="6356351"/>
            <a:ext cx="2844059" cy="365125"/>
          </a:xfrm>
          <a:prstGeom prst="rect">
            <a:avLst/>
          </a:prstGeom>
        </p:spPr>
        <p:txBody>
          <a:bodyPr/>
          <a:lstStyle/>
          <a:p>
            <a:pPr defTabSz="609448"/>
            <a:fld id="{CFD51B6B-BA15-CE41-AD29-2140DF4ABB4D}" type="datetimeFigureOut">
              <a:rPr lang="en-US" smtClean="0">
                <a:solidFill>
                  <a:prstClr val="black"/>
                </a:solidFill>
              </a:rPr>
              <a:pPr defTabSz="609448"/>
              <a:t>6/11/2015</a:t>
            </a:fld>
            <a:endParaRPr lang="en-US">
              <a:solidFill>
                <a:prstClr val="black"/>
              </a:solidFill>
            </a:endParaRPr>
          </a:p>
        </p:txBody>
      </p:sp>
      <p:sp>
        <p:nvSpPr>
          <p:cNvPr id="5" name="Footer Placeholder 4"/>
          <p:cNvSpPr>
            <a:spLocks noGrp="1"/>
          </p:cNvSpPr>
          <p:nvPr>
            <p:ph type="ftr" sz="quarter" idx="11"/>
          </p:nvPr>
        </p:nvSpPr>
        <p:spPr>
          <a:xfrm>
            <a:off x="4164515" y="6356351"/>
            <a:ext cx="3859795" cy="365125"/>
          </a:xfrm>
          <a:prstGeom prst="rect">
            <a:avLst/>
          </a:prstGeom>
        </p:spPr>
        <p:txBody>
          <a:bodyPr/>
          <a:lstStyle/>
          <a:p>
            <a:pPr defTabSz="609448"/>
            <a:endParaRPr lang="en-US">
              <a:solidFill>
                <a:prstClr val="black"/>
              </a:solidFill>
            </a:endParaRPr>
          </a:p>
        </p:txBody>
      </p:sp>
      <p:sp>
        <p:nvSpPr>
          <p:cNvPr id="6" name="Slide Number Placeholder 5"/>
          <p:cNvSpPr>
            <a:spLocks noGrp="1"/>
          </p:cNvSpPr>
          <p:nvPr>
            <p:ph type="sldNum" sz="quarter" idx="12"/>
          </p:nvPr>
        </p:nvSpPr>
        <p:spPr>
          <a:xfrm>
            <a:off x="8735325" y="6356351"/>
            <a:ext cx="2844059" cy="365125"/>
          </a:xfrm>
          <a:prstGeom prst="rect">
            <a:avLst/>
          </a:prstGeom>
        </p:spPr>
        <p:txBody>
          <a:bodyPr/>
          <a:lstStyle/>
          <a:p>
            <a:pPr defTabSz="609448"/>
            <a:fld id="{42D76A44-4D58-6840-86A0-52BF418DD261}" type="slidenum">
              <a:rPr lang="en-US" smtClean="0">
                <a:solidFill>
                  <a:prstClr val="black"/>
                </a:solidFill>
              </a:rPr>
              <a:pPr defTabSz="609448"/>
              <a:t>‹#›</a:t>
            </a:fld>
            <a:endParaRPr lang="en-US">
              <a:solidFill>
                <a:prstClr val="black"/>
              </a:solidFill>
            </a:endParaRPr>
          </a:p>
        </p:txBody>
      </p:sp>
    </p:spTree>
    <p:extLst>
      <p:ext uri="{BB962C8B-B14F-4D97-AF65-F5344CB8AC3E}">
        <p14:creationId xmlns:p14="http://schemas.microsoft.com/office/powerpoint/2010/main" val="1590405615"/>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2833" y="4406901"/>
            <a:ext cx="10360501" cy="1362075"/>
          </a:xfrm>
          <a:prstGeom prst="rect">
            <a:avLst/>
          </a:prstGeom>
        </p:spPr>
        <p:txBody>
          <a:bodyPr anchor="t"/>
          <a:lstStyle>
            <a:lvl1pPr algn="l">
              <a:defRPr sz="5332" b="1" cap="all"/>
            </a:lvl1pPr>
          </a:lstStyle>
          <a:p>
            <a:r>
              <a:rPr lang="en-US" smtClean="0"/>
              <a:t>Click to edit Master title style</a:t>
            </a:r>
            <a:endParaRPr lang="en-US"/>
          </a:p>
        </p:txBody>
      </p:sp>
      <p:sp>
        <p:nvSpPr>
          <p:cNvPr id="3" name="Text Placeholder 2"/>
          <p:cNvSpPr>
            <a:spLocks noGrp="1"/>
          </p:cNvSpPr>
          <p:nvPr>
            <p:ph type="body" idx="1"/>
          </p:nvPr>
        </p:nvSpPr>
        <p:spPr>
          <a:xfrm>
            <a:off x="962833" y="2906713"/>
            <a:ext cx="10360501" cy="1500187"/>
          </a:xfrm>
          <a:prstGeom prst="rect">
            <a:avLst/>
          </a:prstGeom>
        </p:spPr>
        <p:txBody>
          <a:bodyPr anchor="b"/>
          <a:lstStyle>
            <a:lvl1pPr marL="0" indent="0">
              <a:buNone/>
              <a:defRPr sz="2666">
                <a:solidFill>
                  <a:schemeClr val="tx1">
                    <a:tint val="75000"/>
                  </a:schemeClr>
                </a:solidFill>
              </a:defRPr>
            </a:lvl1pPr>
            <a:lvl2pPr marL="609448" indent="0">
              <a:buNone/>
              <a:defRPr sz="2399">
                <a:solidFill>
                  <a:schemeClr val="tx1">
                    <a:tint val="75000"/>
                  </a:schemeClr>
                </a:solidFill>
              </a:defRPr>
            </a:lvl2pPr>
            <a:lvl3pPr marL="1218895" indent="0">
              <a:buNone/>
              <a:defRPr sz="2133">
                <a:solidFill>
                  <a:schemeClr val="tx1">
                    <a:tint val="75000"/>
                  </a:schemeClr>
                </a:solidFill>
              </a:defRPr>
            </a:lvl3pPr>
            <a:lvl4pPr marL="1828343" indent="0">
              <a:buNone/>
              <a:defRPr sz="1866">
                <a:solidFill>
                  <a:schemeClr val="tx1">
                    <a:tint val="75000"/>
                  </a:schemeClr>
                </a:solidFill>
              </a:defRPr>
            </a:lvl4pPr>
            <a:lvl5pPr marL="2437790" indent="0">
              <a:buNone/>
              <a:defRPr sz="1866">
                <a:solidFill>
                  <a:schemeClr val="tx1">
                    <a:tint val="75000"/>
                  </a:schemeClr>
                </a:solidFill>
              </a:defRPr>
            </a:lvl5pPr>
            <a:lvl6pPr marL="3047238" indent="0">
              <a:buNone/>
              <a:defRPr sz="1866">
                <a:solidFill>
                  <a:schemeClr val="tx1">
                    <a:tint val="75000"/>
                  </a:schemeClr>
                </a:solidFill>
              </a:defRPr>
            </a:lvl6pPr>
            <a:lvl7pPr marL="3656686" indent="0">
              <a:buNone/>
              <a:defRPr sz="1866">
                <a:solidFill>
                  <a:schemeClr val="tx1">
                    <a:tint val="75000"/>
                  </a:schemeClr>
                </a:solidFill>
              </a:defRPr>
            </a:lvl7pPr>
            <a:lvl8pPr marL="4266133" indent="0">
              <a:buNone/>
              <a:defRPr sz="1866">
                <a:solidFill>
                  <a:schemeClr val="tx1">
                    <a:tint val="75000"/>
                  </a:schemeClr>
                </a:solidFill>
              </a:defRPr>
            </a:lvl8pPr>
            <a:lvl9pPr marL="4875581" indent="0">
              <a:buNone/>
              <a:defRPr sz="1866">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609441" y="6356351"/>
            <a:ext cx="2844059" cy="365125"/>
          </a:xfrm>
          <a:prstGeom prst="rect">
            <a:avLst/>
          </a:prstGeom>
        </p:spPr>
        <p:txBody>
          <a:bodyPr/>
          <a:lstStyle/>
          <a:p>
            <a:pPr defTabSz="609448"/>
            <a:fld id="{CFD51B6B-BA15-CE41-AD29-2140DF4ABB4D}" type="datetimeFigureOut">
              <a:rPr lang="en-US" smtClean="0">
                <a:solidFill>
                  <a:prstClr val="black"/>
                </a:solidFill>
              </a:rPr>
              <a:pPr defTabSz="609448"/>
              <a:t>6/11/2015</a:t>
            </a:fld>
            <a:endParaRPr lang="en-US">
              <a:solidFill>
                <a:prstClr val="black"/>
              </a:solidFill>
            </a:endParaRPr>
          </a:p>
        </p:txBody>
      </p:sp>
      <p:sp>
        <p:nvSpPr>
          <p:cNvPr id="5" name="Footer Placeholder 4"/>
          <p:cNvSpPr>
            <a:spLocks noGrp="1"/>
          </p:cNvSpPr>
          <p:nvPr>
            <p:ph type="ftr" sz="quarter" idx="11"/>
          </p:nvPr>
        </p:nvSpPr>
        <p:spPr>
          <a:xfrm>
            <a:off x="4164515" y="6356351"/>
            <a:ext cx="3859795" cy="365125"/>
          </a:xfrm>
          <a:prstGeom prst="rect">
            <a:avLst/>
          </a:prstGeom>
        </p:spPr>
        <p:txBody>
          <a:bodyPr/>
          <a:lstStyle/>
          <a:p>
            <a:pPr defTabSz="609448"/>
            <a:endParaRPr lang="en-US">
              <a:solidFill>
                <a:prstClr val="black"/>
              </a:solidFill>
            </a:endParaRPr>
          </a:p>
        </p:txBody>
      </p:sp>
      <p:sp>
        <p:nvSpPr>
          <p:cNvPr id="6" name="Slide Number Placeholder 5"/>
          <p:cNvSpPr>
            <a:spLocks noGrp="1"/>
          </p:cNvSpPr>
          <p:nvPr>
            <p:ph type="sldNum" sz="quarter" idx="12"/>
          </p:nvPr>
        </p:nvSpPr>
        <p:spPr>
          <a:xfrm>
            <a:off x="8735325" y="6356351"/>
            <a:ext cx="2844059" cy="365125"/>
          </a:xfrm>
          <a:prstGeom prst="rect">
            <a:avLst/>
          </a:prstGeom>
        </p:spPr>
        <p:txBody>
          <a:bodyPr/>
          <a:lstStyle/>
          <a:p>
            <a:pPr defTabSz="609448"/>
            <a:fld id="{42D76A44-4D58-6840-86A0-52BF418DD261}" type="slidenum">
              <a:rPr lang="en-US" smtClean="0">
                <a:solidFill>
                  <a:prstClr val="black"/>
                </a:solidFill>
              </a:rPr>
              <a:pPr defTabSz="609448"/>
              <a:t>‹#›</a:t>
            </a:fld>
            <a:endParaRPr lang="en-US">
              <a:solidFill>
                <a:prstClr val="black"/>
              </a:solidFill>
            </a:endParaRPr>
          </a:p>
        </p:txBody>
      </p:sp>
    </p:spTree>
    <p:extLst>
      <p:ext uri="{BB962C8B-B14F-4D97-AF65-F5344CB8AC3E}">
        <p14:creationId xmlns:p14="http://schemas.microsoft.com/office/powerpoint/2010/main" val="313284240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441" y="274639"/>
            <a:ext cx="10969943"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sz="half" idx="1"/>
          </p:nvPr>
        </p:nvSpPr>
        <p:spPr>
          <a:xfrm>
            <a:off x="609441" y="1200151"/>
            <a:ext cx="5383398" cy="3394075"/>
          </a:xfrm>
          <a:prstGeom prst="rect">
            <a:avLst/>
          </a:prstGeom>
        </p:spPr>
        <p:txBody>
          <a:bodyPr/>
          <a:lstStyle>
            <a:lvl1pPr>
              <a:defRPr sz="3732"/>
            </a:lvl1pPr>
            <a:lvl2pPr>
              <a:defRPr sz="3199"/>
            </a:lvl2pPr>
            <a:lvl3pPr>
              <a:defRPr sz="2666"/>
            </a:lvl3pPr>
            <a:lvl4pPr>
              <a:defRPr sz="2399"/>
            </a:lvl4pPr>
            <a:lvl5pPr>
              <a:defRPr sz="2399"/>
            </a:lvl5pPr>
            <a:lvl6pPr>
              <a:defRPr sz="2399"/>
            </a:lvl6pPr>
            <a:lvl7pPr>
              <a:defRPr sz="2399"/>
            </a:lvl7pPr>
            <a:lvl8pPr>
              <a:defRPr sz="2399"/>
            </a:lvl8pPr>
            <a:lvl9pPr>
              <a:defRPr sz="2399"/>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5986" y="1200151"/>
            <a:ext cx="5383398" cy="3394075"/>
          </a:xfrm>
          <a:prstGeom prst="rect">
            <a:avLst/>
          </a:prstGeom>
        </p:spPr>
        <p:txBody>
          <a:bodyPr/>
          <a:lstStyle>
            <a:lvl1pPr>
              <a:defRPr sz="3732"/>
            </a:lvl1pPr>
            <a:lvl2pPr>
              <a:defRPr sz="3199"/>
            </a:lvl2pPr>
            <a:lvl3pPr>
              <a:defRPr sz="2666"/>
            </a:lvl3pPr>
            <a:lvl4pPr>
              <a:defRPr sz="2399"/>
            </a:lvl4pPr>
            <a:lvl5pPr>
              <a:defRPr sz="2399"/>
            </a:lvl5pPr>
            <a:lvl6pPr>
              <a:defRPr sz="2399"/>
            </a:lvl6pPr>
            <a:lvl7pPr>
              <a:defRPr sz="2399"/>
            </a:lvl7pPr>
            <a:lvl8pPr>
              <a:defRPr sz="2399"/>
            </a:lvl8pPr>
            <a:lvl9pPr>
              <a:defRPr sz="2399"/>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609441" y="6356351"/>
            <a:ext cx="2844059" cy="365125"/>
          </a:xfrm>
          <a:prstGeom prst="rect">
            <a:avLst/>
          </a:prstGeom>
        </p:spPr>
        <p:txBody>
          <a:bodyPr/>
          <a:lstStyle/>
          <a:p>
            <a:pPr defTabSz="609448"/>
            <a:fld id="{CFD51B6B-BA15-CE41-AD29-2140DF4ABB4D}" type="datetimeFigureOut">
              <a:rPr lang="en-US" smtClean="0">
                <a:solidFill>
                  <a:prstClr val="black"/>
                </a:solidFill>
              </a:rPr>
              <a:pPr defTabSz="609448"/>
              <a:t>6/11/2015</a:t>
            </a:fld>
            <a:endParaRPr lang="en-US">
              <a:solidFill>
                <a:prstClr val="black"/>
              </a:solidFill>
            </a:endParaRPr>
          </a:p>
        </p:txBody>
      </p:sp>
      <p:sp>
        <p:nvSpPr>
          <p:cNvPr id="6" name="Footer Placeholder 5"/>
          <p:cNvSpPr>
            <a:spLocks noGrp="1"/>
          </p:cNvSpPr>
          <p:nvPr>
            <p:ph type="ftr" sz="quarter" idx="11"/>
          </p:nvPr>
        </p:nvSpPr>
        <p:spPr>
          <a:xfrm>
            <a:off x="4164515" y="6356351"/>
            <a:ext cx="3859795" cy="365125"/>
          </a:xfrm>
          <a:prstGeom prst="rect">
            <a:avLst/>
          </a:prstGeom>
        </p:spPr>
        <p:txBody>
          <a:bodyPr/>
          <a:lstStyle/>
          <a:p>
            <a:pPr defTabSz="609448"/>
            <a:endParaRPr lang="en-US">
              <a:solidFill>
                <a:prstClr val="black"/>
              </a:solidFill>
            </a:endParaRPr>
          </a:p>
        </p:txBody>
      </p:sp>
      <p:sp>
        <p:nvSpPr>
          <p:cNvPr id="7" name="Slide Number Placeholder 6"/>
          <p:cNvSpPr>
            <a:spLocks noGrp="1"/>
          </p:cNvSpPr>
          <p:nvPr>
            <p:ph type="sldNum" sz="quarter" idx="12"/>
          </p:nvPr>
        </p:nvSpPr>
        <p:spPr>
          <a:xfrm>
            <a:off x="8735325" y="6356351"/>
            <a:ext cx="2844059" cy="365125"/>
          </a:xfrm>
          <a:prstGeom prst="rect">
            <a:avLst/>
          </a:prstGeom>
        </p:spPr>
        <p:txBody>
          <a:bodyPr/>
          <a:lstStyle/>
          <a:p>
            <a:pPr defTabSz="609448"/>
            <a:fld id="{42D76A44-4D58-6840-86A0-52BF418DD261}" type="slidenum">
              <a:rPr lang="en-US" smtClean="0">
                <a:solidFill>
                  <a:prstClr val="black"/>
                </a:solidFill>
              </a:rPr>
              <a:pPr defTabSz="609448"/>
              <a:t>‹#›</a:t>
            </a:fld>
            <a:endParaRPr lang="en-US">
              <a:solidFill>
                <a:prstClr val="black"/>
              </a:solidFill>
            </a:endParaRPr>
          </a:p>
        </p:txBody>
      </p:sp>
    </p:spTree>
    <p:extLst>
      <p:ext uri="{BB962C8B-B14F-4D97-AF65-F5344CB8AC3E}">
        <p14:creationId xmlns:p14="http://schemas.microsoft.com/office/powerpoint/2010/main" val="342964178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441" y="274639"/>
            <a:ext cx="10969943" cy="1143000"/>
          </a:xfrm>
          <a:prstGeom prst="rect">
            <a:avLst/>
          </a:prstGeo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441" y="1535113"/>
            <a:ext cx="5385514" cy="639763"/>
          </a:xfrm>
          <a:prstGeom prst="rect">
            <a:avLst/>
          </a:prstGeom>
        </p:spPr>
        <p:txBody>
          <a:bodyPr anchor="b"/>
          <a:lstStyle>
            <a:lvl1pPr marL="0" indent="0">
              <a:buNone/>
              <a:defRPr sz="3199" b="1"/>
            </a:lvl1pPr>
            <a:lvl2pPr marL="609448" indent="0">
              <a:buNone/>
              <a:defRPr sz="2666" b="1"/>
            </a:lvl2pPr>
            <a:lvl3pPr marL="1218895" indent="0">
              <a:buNone/>
              <a:defRPr sz="2399" b="1"/>
            </a:lvl3pPr>
            <a:lvl4pPr marL="1828343" indent="0">
              <a:buNone/>
              <a:defRPr sz="2133" b="1"/>
            </a:lvl4pPr>
            <a:lvl5pPr marL="2437790" indent="0">
              <a:buNone/>
              <a:defRPr sz="2133" b="1"/>
            </a:lvl5pPr>
            <a:lvl6pPr marL="3047238" indent="0">
              <a:buNone/>
              <a:defRPr sz="2133" b="1"/>
            </a:lvl6pPr>
            <a:lvl7pPr marL="3656686" indent="0">
              <a:buNone/>
              <a:defRPr sz="2133" b="1"/>
            </a:lvl7pPr>
            <a:lvl8pPr marL="4266133" indent="0">
              <a:buNone/>
              <a:defRPr sz="2133" b="1"/>
            </a:lvl8pPr>
            <a:lvl9pPr marL="4875581" indent="0">
              <a:buNone/>
              <a:defRPr sz="2133" b="1"/>
            </a:lvl9pPr>
          </a:lstStyle>
          <a:p>
            <a:pPr lvl="0"/>
            <a:r>
              <a:rPr lang="en-US" smtClean="0"/>
              <a:t>Click to edit Master text styles</a:t>
            </a:r>
          </a:p>
        </p:txBody>
      </p:sp>
      <p:sp>
        <p:nvSpPr>
          <p:cNvPr id="4" name="Content Placeholder 3"/>
          <p:cNvSpPr>
            <a:spLocks noGrp="1"/>
          </p:cNvSpPr>
          <p:nvPr>
            <p:ph sz="half" idx="2"/>
          </p:nvPr>
        </p:nvSpPr>
        <p:spPr>
          <a:xfrm>
            <a:off x="609441" y="2174875"/>
            <a:ext cx="5385514" cy="3951288"/>
          </a:xfrm>
          <a:prstGeom prst="rect">
            <a:avLst/>
          </a:prstGeom>
        </p:spPr>
        <p:txBody>
          <a:bodyPr/>
          <a:lstStyle>
            <a:lvl1pPr>
              <a:defRPr sz="3199"/>
            </a:lvl1pPr>
            <a:lvl2pPr>
              <a:defRPr sz="2666"/>
            </a:lvl2pPr>
            <a:lvl3pPr>
              <a:defRPr sz="2399"/>
            </a:lvl3pPr>
            <a:lvl4pPr>
              <a:defRPr sz="2133"/>
            </a:lvl4pPr>
            <a:lvl5pPr>
              <a:defRPr sz="2133"/>
            </a:lvl5pPr>
            <a:lvl6pPr>
              <a:defRPr sz="2133"/>
            </a:lvl6pPr>
            <a:lvl7pPr>
              <a:defRPr sz="2133"/>
            </a:lvl7pPr>
            <a:lvl8pPr>
              <a:defRPr sz="2133"/>
            </a:lvl8pPr>
            <a:lvl9pPr>
              <a:defRPr sz="2133"/>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1756" y="1535113"/>
            <a:ext cx="5387630" cy="639763"/>
          </a:xfrm>
          <a:prstGeom prst="rect">
            <a:avLst/>
          </a:prstGeom>
        </p:spPr>
        <p:txBody>
          <a:bodyPr anchor="b"/>
          <a:lstStyle>
            <a:lvl1pPr marL="0" indent="0">
              <a:buNone/>
              <a:defRPr sz="3199" b="1"/>
            </a:lvl1pPr>
            <a:lvl2pPr marL="609448" indent="0">
              <a:buNone/>
              <a:defRPr sz="2666" b="1"/>
            </a:lvl2pPr>
            <a:lvl3pPr marL="1218895" indent="0">
              <a:buNone/>
              <a:defRPr sz="2399" b="1"/>
            </a:lvl3pPr>
            <a:lvl4pPr marL="1828343" indent="0">
              <a:buNone/>
              <a:defRPr sz="2133" b="1"/>
            </a:lvl4pPr>
            <a:lvl5pPr marL="2437790" indent="0">
              <a:buNone/>
              <a:defRPr sz="2133" b="1"/>
            </a:lvl5pPr>
            <a:lvl6pPr marL="3047238" indent="0">
              <a:buNone/>
              <a:defRPr sz="2133" b="1"/>
            </a:lvl6pPr>
            <a:lvl7pPr marL="3656686" indent="0">
              <a:buNone/>
              <a:defRPr sz="2133" b="1"/>
            </a:lvl7pPr>
            <a:lvl8pPr marL="4266133" indent="0">
              <a:buNone/>
              <a:defRPr sz="2133" b="1"/>
            </a:lvl8pPr>
            <a:lvl9pPr marL="4875581" indent="0">
              <a:buNone/>
              <a:defRPr sz="2133" b="1"/>
            </a:lvl9pPr>
          </a:lstStyle>
          <a:p>
            <a:pPr lvl="0"/>
            <a:r>
              <a:rPr lang="en-US" smtClean="0"/>
              <a:t>Click to edit Master text styles</a:t>
            </a:r>
          </a:p>
        </p:txBody>
      </p:sp>
      <p:sp>
        <p:nvSpPr>
          <p:cNvPr id="6" name="Content Placeholder 5"/>
          <p:cNvSpPr>
            <a:spLocks noGrp="1"/>
          </p:cNvSpPr>
          <p:nvPr>
            <p:ph sz="quarter" idx="4"/>
          </p:nvPr>
        </p:nvSpPr>
        <p:spPr>
          <a:xfrm>
            <a:off x="6191756" y="2174875"/>
            <a:ext cx="5387630" cy="3951288"/>
          </a:xfrm>
          <a:prstGeom prst="rect">
            <a:avLst/>
          </a:prstGeom>
        </p:spPr>
        <p:txBody>
          <a:bodyPr/>
          <a:lstStyle>
            <a:lvl1pPr>
              <a:defRPr sz="3199"/>
            </a:lvl1pPr>
            <a:lvl2pPr>
              <a:defRPr sz="2666"/>
            </a:lvl2pPr>
            <a:lvl3pPr>
              <a:defRPr sz="2399"/>
            </a:lvl3pPr>
            <a:lvl4pPr>
              <a:defRPr sz="2133"/>
            </a:lvl4pPr>
            <a:lvl5pPr>
              <a:defRPr sz="2133"/>
            </a:lvl5pPr>
            <a:lvl6pPr>
              <a:defRPr sz="2133"/>
            </a:lvl6pPr>
            <a:lvl7pPr>
              <a:defRPr sz="2133"/>
            </a:lvl7pPr>
            <a:lvl8pPr>
              <a:defRPr sz="2133"/>
            </a:lvl8pPr>
            <a:lvl9pPr>
              <a:defRPr sz="2133"/>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609441" y="6356351"/>
            <a:ext cx="2844059" cy="365125"/>
          </a:xfrm>
          <a:prstGeom prst="rect">
            <a:avLst/>
          </a:prstGeom>
        </p:spPr>
        <p:txBody>
          <a:bodyPr/>
          <a:lstStyle/>
          <a:p>
            <a:pPr defTabSz="609448"/>
            <a:fld id="{CFD51B6B-BA15-CE41-AD29-2140DF4ABB4D}" type="datetimeFigureOut">
              <a:rPr lang="en-US" smtClean="0">
                <a:solidFill>
                  <a:prstClr val="black"/>
                </a:solidFill>
              </a:rPr>
              <a:pPr defTabSz="609448"/>
              <a:t>6/11/2015</a:t>
            </a:fld>
            <a:endParaRPr lang="en-US">
              <a:solidFill>
                <a:prstClr val="black"/>
              </a:solidFill>
            </a:endParaRPr>
          </a:p>
        </p:txBody>
      </p:sp>
      <p:sp>
        <p:nvSpPr>
          <p:cNvPr id="8" name="Footer Placeholder 7"/>
          <p:cNvSpPr>
            <a:spLocks noGrp="1"/>
          </p:cNvSpPr>
          <p:nvPr>
            <p:ph type="ftr" sz="quarter" idx="11"/>
          </p:nvPr>
        </p:nvSpPr>
        <p:spPr>
          <a:xfrm>
            <a:off x="4164515" y="6356351"/>
            <a:ext cx="3859795" cy="365125"/>
          </a:xfrm>
          <a:prstGeom prst="rect">
            <a:avLst/>
          </a:prstGeom>
        </p:spPr>
        <p:txBody>
          <a:bodyPr/>
          <a:lstStyle/>
          <a:p>
            <a:pPr defTabSz="609448"/>
            <a:endParaRPr lang="en-US">
              <a:solidFill>
                <a:prstClr val="black"/>
              </a:solidFill>
            </a:endParaRPr>
          </a:p>
        </p:txBody>
      </p:sp>
      <p:sp>
        <p:nvSpPr>
          <p:cNvPr id="9" name="Slide Number Placeholder 8"/>
          <p:cNvSpPr>
            <a:spLocks noGrp="1"/>
          </p:cNvSpPr>
          <p:nvPr>
            <p:ph type="sldNum" sz="quarter" idx="12"/>
          </p:nvPr>
        </p:nvSpPr>
        <p:spPr>
          <a:xfrm>
            <a:off x="8735325" y="6356351"/>
            <a:ext cx="2844059" cy="365125"/>
          </a:xfrm>
          <a:prstGeom prst="rect">
            <a:avLst/>
          </a:prstGeom>
        </p:spPr>
        <p:txBody>
          <a:bodyPr/>
          <a:lstStyle/>
          <a:p>
            <a:pPr defTabSz="609448"/>
            <a:fld id="{42D76A44-4D58-6840-86A0-52BF418DD261}" type="slidenum">
              <a:rPr lang="en-US" smtClean="0">
                <a:solidFill>
                  <a:prstClr val="black"/>
                </a:solidFill>
              </a:rPr>
              <a:pPr defTabSz="609448"/>
              <a:t>‹#›</a:t>
            </a:fld>
            <a:endParaRPr lang="en-US">
              <a:solidFill>
                <a:prstClr val="black"/>
              </a:solidFill>
            </a:endParaRPr>
          </a:p>
        </p:txBody>
      </p:sp>
    </p:spTree>
    <p:extLst>
      <p:ext uri="{BB962C8B-B14F-4D97-AF65-F5344CB8AC3E}">
        <p14:creationId xmlns:p14="http://schemas.microsoft.com/office/powerpoint/2010/main" val="223978532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441" y="274639"/>
            <a:ext cx="10969943" cy="1143000"/>
          </a:xfrm>
          <a:prstGeom prst="rect">
            <a:avLst/>
          </a:prstGeom>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609441" y="6356351"/>
            <a:ext cx="2844059" cy="365125"/>
          </a:xfrm>
          <a:prstGeom prst="rect">
            <a:avLst/>
          </a:prstGeom>
        </p:spPr>
        <p:txBody>
          <a:bodyPr/>
          <a:lstStyle/>
          <a:p>
            <a:pPr defTabSz="609448"/>
            <a:fld id="{CFD51B6B-BA15-CE41-AD29-2140DF4ABB4D}" type="datetimeFigureOut">
              <a:rPr lang="en-US" smtClean="0">
                <a:solidFill>
                  <a:prstClr val="black"/>
                </a:solidFill>
              </a:rPr>
              <a:pPr defTabSz="609448"/>
              <a:t>6/11/2015</a:t>
            </a:fld>
            <a:endParaRPr lang="en-US">
              <a:solidFill>
                <a:prstClr val="black"/>
              </a:solidFill>
            </a:endParaRPr>
          </a:p>
        </p:txBody>
      </p:sp>
      <p:sp>
        <p:nvSpPr>
          <p:cNvPr id="4" name="Footer Placeholder 3"/>
          <p:cNvSpPr>
            <a:spLocks noGrp="1"/>
          </p:cNvSpPr>
          <p:nvPr>
            <p:ph type="ftr" sz="quarter" idx="11"/>
          </p:nvPr>
        </p:nvSpPr>
        <p:spPr>
          <a:xfrm>
            <a:off x="4164515" y="6356351"/>
            <a:ext cx="3859795" cy="365125"/>
          </a:xfrm>
          <a:prstGeom prst="rect">
            <a:avLst/>
          </a:prstGeom>
        </p:spPr>
        <p:txBody>
          <a:bodyPr/>
          <a:lstStyle/>
          <a:p>
            <a:pPr defTabSz="609448"/>
            <a:endParaRPr lang="en-US">
              <a:solidFill>
                <a:prstClr val="black"/>
              </a:solidFill>
            </a:endParaRPr>
          </a:p>
        </p:txBody>
      </p:sp>
      <p:sp>
        <p:nvSpPr>
          <p:cNvPr id="5" name="Slide Number Placeholder 4"/>
          <p:cNvSpPr>
            <a:spLocks noGrp="1"/>
          </p:cNvSpPr>
          <p:nvPr>
            <p:ph type="sldNum" sz="quarter" idx="12"/>
          </p:nvPr>
        </p:nvSpPr>
        <p:spPr>
          <a:xfrm>
            <a:off x="8735325" y="6356351"/>
            <a:ext cx="2844059" cy="365125"/>
          </a:xfrm>
          <a:prstGeom prst="rect">
            <a:avLst/>
          </a:prstGeom>
        </p:spPr>
        <p:txBody>
          <a:bodyPr/>
          <a:lstStyle/>
          <a:p>
            <a:pPr defTabSz="609448"/>
            <a:fld id="{42D76A44-4D58-6840-86A0-52BF418DD261}" type="slidenum">
              <a:rPr lang="en-US" smtClean="0">
                <a:solidFill>
                  <a:prstClr val="black"/>
                </a:solidFill>
              </a:rPr>
              <a:pPr defTabSz="609448"/>
              <a:t>‹#›</a:t>
            </a:fld>
            <a:endParaRPr lang="en-US">
              <a:solidFill>
                <a:prstClr val="black"/>
              </a:solidFill>
            </a:endParaRPr>
          </a:p>
        </p:txBody>
      </p:sp>
    </p:spTree>
    <p:extLst>
      <p:ext uri="{BB962C8B-B14F-4D97-AF65-F5344CB8AC3E}">
        <p14:creationId xmlns:p14="http://schemas.microsoft.com/office/powerpoint/2010/main" val="71448896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441" y="6356351"/>
            <a:ext cx="2844059" cy="365125"/>
          </a:xfrm>
          <a:prstGeom prst="rect">
            <a:avLst/>
          </a:prstGeom>
        </p:spPr>
        <p:txBody>
          <a:bodyPr/>
          <a:lstStyle/>
          <a:p>
            <a:pPr defTabSz="609448"/>
            <a:fld id="{CFD51B6B-BA15-CE41-AD29-2140DF4ABB4D}" type="datetimeFigureOut">
              <a:rPr lang="en-US" smtClean="0">
                <a:solidFill>
                  <a:prstClr val="black"/>
                </a:solidFill>
              </a:rPr>
              <a:pPr defTabSz="609448"/>
              <a:t>6/11/2015</a:t>
            </a:fld>
            <a:endParaRPr lang="en-US">
              <a:solidFill>
                <a:prstClr val="black"/>
              </a:solidFill>
            </a:endParaRPr>
          </a:p>
        </p:txBody>
      </p:sp>
      <p:sp>
        <p:nvSpPr>
          <p:cNvPr id="3" name="Footer Placeholder 2"/>
          <p:cNvSpPr>
            <a:spLocks noGrp="1"/>
          </p:cNvSpPr>
          <p:nvPr>
            <p:ph type="ftr" sz="quarter" idx="11"/>
          </p:nvPr>
        </p:nvSpPr>
        <p:spPr>
          <a:xfrm>
            <a:off x="4164515" y="6356351"/>
            <a:ext cx="3859795" cy="365125"/>
          </a:xfrm>
          <a:prstGeom prst="rect">
            <a:avLst/>
          </a:prstGeom>
        </p:spPr>
        <p:txBody>
          <a:bodyPr/>
          <a:lstStyle/>
          <a:p>
            <a:pPr defTabSz="609448"/>
            <a:endParaRPr lang="en-US">
              <a:solidFill>
                <a:prstClr val="black"/>
              </a:solidFill>
            </a:endParaRPr>
          </a:p>
        </p:txBody>
      </p:sp>
      <p:sp>
        <p:nvSpPr>
          <p:cNvPr id="4" name="Slide Number Placeholder 3"/>
          <p:cNvSpPr>
            <a:spLocks noGrp="1"/>
          </p:cNvSpPr>
          <p:nvPr>
            <p:ph type="sldNum" sz="quarter" idx="12"/>
          </p:nvPr>
        </p:nvSpPr>
        <p:spPr>
          <a:xfrm>
            <a:off x="8735325" y="6356351"/>
            <a:ext cx="2844059" cy="365125"/>
          </a:xfrm>
          <a:prstGeom prst="rect">
            <a:avLst/>
          </a:prstGeom>
        </p:spPr>
        <p:txBody>
          <a:bodyPr/>
          <a:lstStyle/>
          <a:p>
            <a:pPr defTabSz="609448"/>
            <a:fld id="{42D76A44-4D58-6840-86A0-52BF418DD261}" type="slidenum">
              <a:rPr lang="en-US" smtClean="0">
                <a:solidFill>
                  <a:prstClr val="black"/>
                </a:solidFill>
              </a:rPr>
              <a:pPr defTabSz="609448"/>
              <a:t>‹#›</a:t>
            </a:fld>
            <a:endParaRPr lang="en-US">
              <a:solidFill>
                <a:prstClr val="black"/>
              </a:solidFill>
            </a:endParaRPr>
          </a:p>
        </p:txBody>
      </p:sp>
    </p:spTree>
    <p:extLst>
      <p:ext uri="{BB962C8B-B14F-4D97-AF65-F5344CB8AC3E}">
        <p14:creationId xmlns:p14="http://schemas.microsoft.com/office/powerpoint/2010/main" val="336753707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43" y="273049"/>
            <a:ext cx="4010039" cy="1162051"/>
          </a:xfrm>
          <a:prstGeom prst="rect">
            <a:avLst/>
          </a:prstGeom>
        </p:spPr>
        <p:txBody>
          <a:bodyPr anchor="b"/>
          <a:lstStyle>
            <a:lvl1pPr algn="l">
              <a:defRPr sz="2666" b="1"/>
            </a:lvl1pPr>
          </a:lstStyle>
          <a:p>
            <a:r>
              <a:rPr lang="en-US" smtClean="0"/>
              <a:t>Click to edit Master title style</a:t>
            </a:r>
            <a:endParaRPr lang="en-US"/>
          </a:p>
        </p:txBody>
      </p:sp>
      <p:sp>
        <p:nvSpPr>
          <p:cNvPr id="3" name="Content Placeholder 2"/>
          <p:cNvSpPr>
            <a:spLocks noGrp="1"/>
          </p:cNvSpPr>
          <p:nvPr>
            <p:ph idx="1"/>
          </p:nvPr>
        </p:nvSpPr>
        <p:spPr>
          <a:xfrm>
            <a:off x="4765492" y="273052"/>
            <a:ext cx="6813892" cy="5853113"/>
          </a:xfrm>
          <a:prstGeom prst="rect">
            <a:avLst/>
          </a:prstGeom>
        </p:spPr>
        <p:txBody>
          <a:bodyPr/>
          <a:lstStyle>
            <a:lvl1pPr>
              <a:defRPr sz="4266"/>
            </a:lvl1pPr>
            <a:lvl2pPr>
              <a:defRPr sz="3732"/>
            </a:lvl2pPr>
            <a:lvl3pPr>
              <a:defRPr sz="3199"/>
            </a:lvl3pPr>
            <a:lvl4pPr>
              <a:defRPr sz="2666"/>
            </a:lvl4pPr>
            <a:lvl5pPr>
              <a:defRPr sz="2666"/>
            </a:lvl5pPr>
            <a:lvl6pPr>
              <a:defRPr sz="2666"/>
            </a:lvl6pPr>
            <a:lvl7pPr>
              <a:defRPr sz="2666"/>
            </a:lvl7pPr>
            <a:lvl8pPr>
              <a:defRPr sz="2666"/>
            </a:lvl8pPr>
            <a:lvl9pPr>
              <a:defRPr sz="2666"/>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443" y="1435102"/>
            <a:ext cx="4010039" cy="4691063"/>
          </a:xfrm>
          <a:prstGeom prst="rect">
            <a:avLst/>
          </a:prstGeom>
        </p:spPr>
        <p:txBody>
          <a:bodyPr/>
          <a:lstStyle>
            <a:lvl1pPr marL="0" indent="0">
              <a:buNone/>
              <a:defRPr sz="1866"/>
            </a:lvl1pPr>
            <a:lvl2pPr marL="609448" indent="0">
              <a:buNone/>
              <a:defRPr sz="1600"/>
            </a:lvl2pPr>
            <a:lvl3pPr marL="1218895" indent="0">
              <a:buNone/>
              <a:defRPr sz="1333"/>
            </a:lvl3pPr>
            <a:lvl4pPr marL="1828343" indent="0">
              <a:buNone/>
              <a:defRPr sz="1200"/>
            </a:lvl4pPr>
            <a:lvl5pPr marL="2437790" indent="0">
              <a:buNone/>
              <a:defRPr sz="1200"/>
            </a:lvl5pPr>
            <a:lvl6pPr marL="3047238" indent="0">
              <a:buNone/>
              <a:defRPr sz="1200"/>
            </a:lvl6pPr>
            <a:lvl7pPr marL="3656686" indent="0">
              <a:buNone/>
              <a:defRPr sz="1200"/>
            </a:lvl7pPr>
            <a:lvl8pPr marL="4266133" indent="0">
              <a:buNone/>
              <a:defRPr sz="1200"/>
            </a:lvl8pPr>
            <a:lvl9pPr marL="4875581" indent="0">
              <a:buNone/>
              <a:defRPr sz="1200"/>
            </a:lvl9pPr>
          </a:lstStyle>
          <a:p>
            <a:pPr lvl="0"/>
            <a:r>
              <a:rPr lang="en-US" smtClean="0"/>
              <a:t>Click to edit Master text styles</a:t>
            </a:r>
          </a:p>
        </p:txBody>
      </p:sp>
      <p:sp>
        <p:nvSpPr>
          <p:cNvPr id="5" name="Date Placeholder 4"/>
          <p:cNvSpPr>
            <a:spLocks noGrp="1"/>
          </p:cNvSpPr>
          <p:nvPr>
            <p:ph type="dt" sz="half" idx="10"/>
          </p:nvPr>
        </p:nvSpPr>
        <p:spPr>
          <a:xfrm>
            <a:off x="609441" y="6356351"/>
            <a:ext cx="2844059" cy="365125"/>
          </a:xfrm>
          <a:prstGeom prst="rect">
            <a:avLst/>
          </a:prstGeom>
        </p:spPr>
        <p:txBody>
          <a:bodyPr/>
          <a:lstStyle/>
          <a:p>
            <a:pPr defTabSz="609448"/>
            <a:fld id="{CFD51B6B-BA15-CE41-AD29-2140DF4ABB4D}" type="datetimeFigureOut">
              <a:rPr lang="en-US" smtClean="0">
                <a:solidFill>
                  <a:prstClr val="black"/>
                </a:solidFill>
              </a:rPr>
              <a:pPr defTabSz="609448"/>
              <a:t>6/11/2015</a:t>
            </a:fld>
            <a:endParaRPr lang="en-US">
              <a:solidFill>
                <a:prstClr val="black"/>
              </a:solidFill>
            </a:endParaRPr>
          </a:p>
        </p:txBody>
      </p:sp>
      <p:sp>
        <p:nvSpPr>
          <p:cNvPr id="6" name="Footer Placeholder 5"/>
          <p:cNvSpPr>
            <a:spLocks noGrp="1"/>
          </p:cNvSpPr>
          <p:nvPr>
            <p:ph type="ftr" sz="quarter" idx="11"/>
          </p:nvPr>
        </p:nvSpPr>
        <p:spPr>
          <a:xfrm>
            <a:off x="4164515" y="6356351"/>
            <a:ext cx="3859795" cy="365125"/>
          </a:xfrm>
          <a:prstGeom prst="rect">
            <a:avLst/>
          </a:prstGeom>
        </p:spPr>
        <p:txBody>
          <a:bodyPr/>
          <a:lstStyle/>
          <a:p>
            <a:pPr defTabSz="609448"/>
            <a:endParaRPr lang="en-US">
              <a:solidFill>
                <a:prstClr val="black"/>
              </a:solidFill>
            </a:endParaRPr>
          </a:p>
        </p:txBody>
      </p:sp>
      <p:sp>
        <p:nvSpPr>
          <p:cNvPr id="7" name="Slide Number Placeholder 6"/>
          <p:cNvSpPr>
            <a:spLocks noGrp="1"/>
          </p:cNvSpPr>
          <p:nvPr>
            <p:ph type="sldNum" sz="quarter" idx="12"/>
          </p:nvPr>
        </p:nvSpPr>
        <p:spPr>
          <a:xfrm>
            <a:off x="8735325" y="6356351"/>
            <a:ext cx="2844059" cy="365125"/>
          </a:xfrm>
          <a:prstGeom prst="rect">
            <a:avLst/>
          </a:prstGeom>
        </p:spPr>
        <p:txBody>
          <a:bodyPr/>
          <a:lstStyle/>
          <a:p>
            <a:pPr defTabSz="609448"/>
            <a:fld id="{42D76A44-4D58-6840-86A0-52BF418DD261}" type="slidenum">
              <a:rPr lang="en-US" smtClean="0">
                <a:solidFill>
                  <a:prstClr val="black"/>
                </a:solidFill>
              </a:rPr>
              <a:pPr defTabSz="609448"/>
              <a:t>‹#›</a:t>
            </a:fld>
            <a:endParaRPr lang="en-US">
              <a:solidFill>
                <a:prstClr val="black"/>
              </a:solidFill>
            </a:endParaRPr>
          </a:p>
        </p:txBody>
      </p:sp>
    </p:spTree>
    <p:extLst>
      <p:ext uri="{BB962C8B-B14F-4D97-AF65-F5344CB8AC3E}">
        <p14:creationId xmlns:p14="http://schemas.microsoft.com/office/powerpoint/2010/main" val="343319958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095" y="4800600"/>
            <a:ext cx="7313295" cy="566739"/>
          </a:xfrm>
          <a:prstGeom prst="rect">
            <a:avLst/>
          </a:prstGeom>
        </p:spPr>
        <p:txBody>
          <a:bodyPr anchor="b"/>
          <a:lstStyle>
            <a:lvl1pPr algn="l">
              <a:defRPr sz="2666" b="1"/>
            </a:lvl1pPr>
          </a:lstStyle>
          <a:p>
            <a:r>
              <a:rPr lang="en-US" smtClean="0"/>
              <a:t>Click to edit Master title style</a:t>
            </a:r>
            <a:endParaRPr lang="en-US"/>
          </a:p>
        </p:txBody>
      </p:sp>
      <p:sp>
        <p:nvSpPr>
          <p:cNvPr id="3" name="Picture Placeholder 2"/>
          <p:cNvSpPr>
            <a:spLocks noGrp="1"/>
          </p:cNvSpPr>
          <p:nvPr>
            <p:ph type="pic" idx="1"/>
          </p:nvPr>
        </p:nvSpPr>
        <p:spPr>
          <a:xfrm>
            <a:off x="2389095" y="612775"/>
            <a:ext cx="7313295" cy="4114800"/>
          </a:xfrm>
          <a:prstGeom prst="rect">
            <a:avLst/>
          </a:prstGeom>
        </p:spPr>
        <p:txBody>
          <a:bodyPr/>
          <a:lstStyle>
            <a:lvl1pPr marL="0" indent="0">
              <a:buNone/>
              <a:defRPr sz="4266"/>
            </a:lvl1pPr>
            <a:lvl2pPr marL="609448" indent="0">
              <a:buNone/>
              <a:defRPr sz="3732"/>
            </a:lvl2pPr>
            <a:lvl3pPr marL="1218895" indent="0">
              <a:buNone/>
              <a:defRPr sz="3199"/>
            </a:lvl3pPr>
            <a:lvl4pPr marL="1828343" indent="0">
              <a:buNone/>
              <a:defRPr sz="2666"/>
            </a:lvl4pPr>
            <a:lvl5pPr marL="2437790" indent="0">
              <a:buNone/>
              <a:defRPr sz="2666"/>
            </a:lvl5pPr>
            <a:lvl6pPr marL="3047238" indent="0">
              <a:buNone/>
              <a:defRPr sz="2666"/>
            </a:lvl6pPr>
            <a:lvl7pPr marL="3656686" indent="0">
              <a:buNone/>
              <a:defRPr sz="2666"/>
            </a:lvl7pPr>
            <a:lvl8pPr marL="4266133" indent="0">
              <a:buNone/>
              <a:defRPr sz="2666"/>
            </a:lvl8pPr>
            <a:lvl9pPr marL="4875581" indent="0">
              <a:buNone/>
              <a:defRPr sz="2666"/>
            </a:lvl9pPr>
          </a:lstStyle>
          <a:p>
            <a:endParaRPr lang="en-US"/>
          </a:p>
        </p:txBody>
      </p:sp>
      <p:sp>
        <p:nvSpPr>
          <p:cNvPr id="4" name="Text Placeholder 3"/>
          <p:cNvSpPr>
            <a:spLocks noGrp="1"/>
          </p:cNvSpPr>
          <p:nvPr>
            <p:ph type="body" sz="half" idx="2"/>
          </p:nvPr>
        </p:nvSpPr>
        <p:spPr>
          <a:xfrm>
            <a:off x="2389095" y="5367338"/>
            <a:ext cx="7313295" cy="804863"/>
          </a:xfrm>
          <a:prstGeom prst="rect">
            <a:avLst/>
          </a:prstGeom>
        </p:spPr>
        <p:txBody>
          <a:bodyPr/>
          <a:lstStyle>
            <a:lvl1pPr marL="0" indent="0">
              <a:buNone/>
              <a:defRPr sz="1866"/>
            </a:lvl1pPr>
            <a:lvl2pPr marL="609448" indent="0">
              <a:buNone/>
              <a:defRPr sz="1600"/>
            </a:lvl2pPr>
            <a:lvl3pPr marL="1218895" indent="0">
              <a:buNone/>
              <a:defRPr sz="1333"/>
            </a:lvl3pPr>
            <a:lvl4pPr marL="1828343" indent="0">
              <a:buNone/>
              <a:defRPr sz="1200"/>
            </a:lvl4pPr>
            <a:lvl5pPr marL="2437790" indent="0">
              <a:buNone/>
              <a:defRPr sz="1200"/>
            </a:lvl5pPr>
            <a:lvl6pPr marL="3047238" indent="0">
              <a:buNone/>
              <a:defRPr sz="1200"/>
            </a:lvl6pPr>
            <a:lvl7pPr marL="3656686" indent="0">
              <a:buNone/>
              <a:defRPr sz="1200"/>
            </a:lvl7pPr>
            <a:lvl8pPr marL="4266133" indent="0">
              <a:buNone/>
              <a:defRPr sz="1200"/>
            </a:lvl8pPr>
            <a:lvl9pPr marL="4875581" indent="0">
              <a:buNone/>
              <a:defRPr sz="1200"/>
            </a:lvl9pPr>
          </a:lstStyle>
          <a:p>
            <a:pPr lvl="0"/>
            <a:r>
              <a:rPr lang="en-US" smtClean="0"/>
              <a:t>Click to edit Master text styles</a:t>
            </a:r>
          </a:p>
        </p:txBody>
      </p:sp>
      <p:sp>
        <p:nvSpPr>
          <p:cNvPr id="5" name="Date Placeholder 4"/>
          <p:cNvSpPr>
            <a:spLocks noGrp="1"/>
          </p:cNvSpPr>
          <p:nvPr>
            <p:ph type="dt" sz="half" idx="10"/>
          </p:nvPr>
        </p:nvSpPr>
        <p:spPr>
          <a:xfrm>
            <a:off x="609441" y="6356351"/>
            <a:ext cx="2844059" cy="365125"/>
          </a:xfrm>
          <a:prstGeom prst="rect">
            <a:avLst/>
          </a:prstGeom>
        </p:spPr>
        <p:txBody>
          <a:bodyPr/>
          <a:lstStyle/>
          <a:p>
            <a:pPr defTabSz="609448"/>
            <a:fld id="{CFD51B6B-BA15-CE41-AD29-2140DF4ABB4D}" type="datetimeFigureOut">
              <a:rPr lang="en-US" smtClean="0">
                <a:solidFill>
                  <a:prstClr val="black"/>
                </a:solidFill>
              </a:rPr>
              <a:pPr defTabSz="609448"/>
              <a:t>6/11/2015</a:t>
            </a:fld>
            <a:endParaRPr lang="en-US">
              <a:solidFill>
                <a:prstClr val="black"/>
              </a:solidFill>
            </a:endParaRPr>
          </a:p>
        </p:txBody>
      </p:sp>
      <p:sp>
        <p:nvSpPr>
          <p:cNvPr id="6" name="Footer Placeholder 5"/>
          <p:cNvSpPr>
            <a:spLocks noGrp="1"/>
          </p:cNvSpPr>
          <p:nvPr>
            <p:ph type="ftr" sz="quarter" idx="11"/>
          </p:nvPr>
        </p:nvSpPr>
        <p:spPr>
          <a:xfrm>
            <a:off x="4164515" y="6356351"/>
            <a:ext cx="3859795" cy="365125"/>
          </a:xfrm>
          <a:prstGeom prst="rect">
            <a:avLst/>
          </a:prstGeom>
        </p:spPr>
        <p:txBody>
          <a:bodyPr/>
          <a:lstStyle/>
          <a:p>
            <a:pPr defTabSz="609448"/>
            <a:endParaRPr lang="en-US">
              <a:solidFill>
                <a:prstClr val="black"/>
              </a:solidFill>
            </a:endParaRPr>
          </a:p>
        </p:txBody>
      </p:sp>
      <p:sp>
        <p:nvSpPr>
          <p:cNvPr id="7" name="Slide Number Placeholder 6"/>
          <p:cNvSpPr>
            <a:spLocks noGrp="1"/>
          </p:cNvSpPr>
          <p:nvPr>
            <p:ph type="sldNum" sz="quarter" idx="12"/>
          </p:nvPr>
        </p:nvSpPr>
        <p:spPr>
          <a:xfrm>
            <a:off x="8735325" y="6356351"/>
            <a:ext cx="2844059" cy="365125"/>
          </a:xfrm>
          <a:prstGeom prst="rect">
            <a:avLst/>
          </a:prstGeom>
        </p:spPr>
        <p:txBody>
          <a:bodyPr/>
          <a:lstStyle/>
          <a:p>
            <a:pPr defTabSz="609448"/>
            <a:fld id="{42D76A44-4D58-6840-86A0-52BF418DD261}" type="slidenum">
              <a:rPr lang="en-US" smtClean="0">
                <a:solidFill>
                  <a:prstClr val="black"/>
                </a:solidFill>
              </a:rPr>
              <a:pPr defTabSz="609448"/>
              <a:t>‹#›</a:t>
            </a:fld>
            <a:endParaRPr lang="en-US">
              <a:solidFill>
                <a:prstClr val="black"/>
              </a:solidFill>
            </a:endParaRPr>
          </a:p>
        </p:txBody>
      </p:sp>
    </p:spTree>
    <p:extLst>
      <p:ext uri="{BB962C8B-B14F-4D97-AF65-F5344CB8AC3E}">
        <p14:creationId xmlns:p14="http://schemas.microsoft.com/office/powerpoint/2010/main" val="32165856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441" y="274639"/>
            <a:ext cx="10969943" cy="1143000"/>
          </a:xfrm>
          <a:prstGeom prst="rect">
            <a:avLst/>
          </a:prstGeo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609441" y="1600201"/>
            <a:ext cx="10969943" cy="4525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609441" y="6356351"/>
            <a:ext cx="2844059" cy="365125"/>
          </a:xfrm>
          <a:prstGeom prst="rect">
            <a:avLst/>
          </a:prstGeom>
        </p:spPr>
        <p:txBody>
          <a:bodyPr/>
          <a:lstStyle/>
          <a:p>
            <a:pPr defTabSz="609448"/>
            <a:fld id="{CFD51B6B-BA15-CE41-AD29-2140DF4ABB4D}" type="datetimeFigureOut">
              <a:rPr lang="en-US" smtClean="0">
                <a:solidFill>
                  <a:prstClr val="black"/>
                </a:solidFill>
              </a:rPr>
              <a:pPr defTabSz="609448"/>
              <a:t>6/11/2015</a:t>
            </a:fld>
            <a:endParaRPr lang="en-US">
              <a:solidFill>
                <a:prstClr val="black"/>
              </a:solidFill>
            </a:endParaRPr>
          </a:p>
        </p:txBody>
      </p:sp>
      <p:sp>
        <p:nvSpPr>
          <p:cNvPr id="5" name="Footer Placeholder 4"/>
          <p:cNvSpPr>
            <a:spLocks noGrp="1"/>
          </p:cNvSpPr>
          <p:nvPr>
            <p:ph type="ftr" sz="quarter" idx="11"/>
          </p:nvPr>
        </p:nvSpPr>
        <p:spPr>
          <a:xfrm>
            <a:off x="4164515" y="6356351"/>
            <a:ext cx="3859795" cy="365125"/>
          </a:xfrm>
          <a:prstGeom prst="rect">
            <a:avLst/>
          </a:prstGeom>
        </p:spPr>
        <p:txBody>
          <a:bodyPr/>
          <a:lstStyle/>
          <a:p>
            <a:pPr defTabSz="609448"/>
            <a:endParaRPr lang="en-US">
              <a:solidFill>
                <a:prstClr val="black"/>
              </a:solidFill>
            </a:endParaRPr>
          </a:p>
        </p:txBody>
      </p:sp>
      <p:sp>
        <p:nvSpPr>
          <p:cNvPr id="6" name="Slide Number Placeholder 5"/>
          <p:cNvSpPr>
            <a:spLocks noGrp="1"/>
          </p:cNvSpPr>
          <p:nvPr>
            <p:ph type="sldNum" sz="quarter" idx="12"/>
          </p:nvPr>
        </p:nvSpPr>
        <p:spPr>
          <a:xfrm>
            <a:off x="8735325" y="6356351"/>
            <a:ext cx="2844059" cy="365125"/>
          </a:xfrm>
          <a:prstGeom prst="rect">
            <a:avLst/>
          </a:prstGeom>
        </p:spPr>
        <p:txBody>
          <a:bodyPr/>
          <a:lstStyle/>
          <a:p>
            <a:pPr defTabSz="609448"/>
            <a:fld id="{42D76A44-4D58-6840-86A0-52BF418DD261}" type="slidenum">
              <a:rPr lang="en-US" smtClean="0">
                <a:solidFill>
                  <a:prstClr val="black"/>
                </a:solidFill>
              </a:rPr>
              <a:pPr defTabSz="609448"/>
              <a:t>‹#›</a:t>
            </a:fld>
            <a:endParaRPr lang="en-US">
              <a:solidFill>
                <a:prstClr val="black"/>
              </a:solidFill>
            </a:endParaRPr>
          </a:p>
        </p:txBody>
      </p:sp>
    </p:spTree>
    <p:extLst>
      <p:ext uri="{BB962C8B-B14F-4D97-AF65-F5344CB8AC3E}">
        <p14:creationId xmlns:p14="http://schemas.microsoft.com/office/powerpoint/2010/main" val="351656208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206375"/>
            <a:ext cx="2742486" cy="4387851"/>
          </a:xfrm>
          <a:prstGeom prst="rect">
            <a:avLst/>
          </a:prstGeo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441" y="206375"/>
            <a:ext cx="8024310" cy="4387851"/>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609441" y="6356351"/>
            <a:ext cx="2844059" cy="365125"/>
          </a:xfrm>
          <a:prstGeom prst="rect">
            <a:avLst/>
          </a:prstGeom>
        </p:spPr>
        <p:txBody>
          <a:bodyPr/>
          <a:lstStyle/>
          <a:p>
            <a:pPr defTabSz="609448"/>
            <a:fld id="{CFD51B6B-BA15-CE41-AD29-2140DF4ABB4D}" type="datetimeFigureOut">
              <a:rPr lang="en-US" smtClean="0">
                <a:solidFill>
                  <a:prstClr val="black"/>
                </a:solidFill>
              </a:rPr>
              <a:pPr defTabSz="609448"/>
              <a:t>6/11/2015</a:t>
            </a:fld>
            <a:endParaRPr lang="en-US">
              <a:solidFill>
                <a:prstClr val="black"/>
              </a:solidFill>
            </a:endParaRPr>
          </a:p>
        </p:txBody>
      </p:sp>
      <p:sp>
        <p:nvSpPr>
          <p:cNvPr id="5" name="Footer Placeholder 4"/>
          <p:cNvSpPr>
            <a:spLocks noGrp="1"/>
          </p:cNvSpPr>
          <p:nvPr>
            <p:ph type="ftr" sz="quarter" idx="11"/>
          </p:nvPr>
        </p:nvSpPr>
        <p:spPr>
          <a:xfrm>
            <a:off x="4164515" y="6356351"/>
            <a:ext cx="3859795" cy="365125"/>
          </a:xfrm>
          <a:prstGeom prst="rect">
            <a:avLst/>
          </a:prstGeom>
        </p:spPr>
        <p:txBody>
          <a:bodyPr/>
          <a:lstStyle/>
          <a:p>
            <a:pPr defTabSz="609448"/>
            <a:endParaRPr lang="en-US">
              <a:solidFill>
                <a:prstClr val="black"/>
              </a:solidFill>
            </a:endParaRPr>
          </a:p>
        </p:txBody>
      </p:sp>
      <p:sp>
        <p:nvSpPr>
          <p:cNvPr id="6" name="Slide Number Placeholder 5"/>
          <p:cNvSpPr>
            <a:spLocks noGrp="1"/>
          </p:cNvSpPr>
          <p:nvPr>
            <p:ph type="sldNum" sz="quarter" idx="12"/>
          </p:nvPr>
        </p:nvSpPr>
        <p:spPr>
          <a:xfrm>
            <a:off x="8735325" y="6356351"/>
            <a:ext cx="2844059" cy="365125"/>
          </a:xfrm>
          <a:prstGeom prst="rect">
            <a:avLst/>
          </a:prstGeom>
        </p:spPr>
        <p:txBody>
          <a:bodyPr/>
          <a:lstStyle/>
          <a:p>
            <a:pPr defTabSz="609448"/>
            <a:fld id="{42D76A44-4D58-6840-86A0-52BF418DD261}" type="slidenum">
              <a:rPr lang="en-US" smtClean="0">
                <a:solidFill>
                  <a:prstClr val="black"/>
                </a:solidFill>
              </a:rPr>
              <a:pPr defTabSz="609448"/>
              <a:t>‹#›</a:t>
            </a:fld>
            <a:endParaRPr lang="en-US">
              <a:solidFill>
                <a:prstClr val="black"/>
              </a:solidFill>
            </a:endParaRPr>
          </a:p>
        </p:txBody>
      </p:sp>
    </p:spTree>
    <p:extLst>
      <p:ext uri="{BB962C8B-B14F-4D97-AF65-F5344CB8AC3E}">
        <p14:creationId xmlns:p14="http://schemas.microsoft.com/office/powerpoint/2010/main" val="279444337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162" y="2130426"/>
            <a:ext cx="10360501" cy="1470025"/>
          </a:xfrm>
          <a:prstGeom prst="rect">
            <a:avLst/>
          </a:prstGeom>
        </p:spPr>
        <p:txBody>
          <a:bodyPr/>
          <a:lstStyle/>
          <a:p>
            <a:r>
              <a:rPr lang="en-US" smtClean="0"/>
              <a:t>Click to edit Master title style</a:t>
            </a:r>
            <a:endParaRPr lang="en-US"/>
          </a:p>
        </p:txBody>
      </p:sp>
      <p:sp>
        <p:nvSpPr>
          <p:cNvPr id="3" name="Subtitle 2"/>
          <p:cNvSpPr>
            <a:spLocks noGrp="1"/>
          </p:cNvSpPr>
          <p:nvPr>
            <p:ph type="subTitle" idx="1"/>
          </p:nvPr>
        </p:nvSpPr>
        <p:spPr>
          <a:xfrm>
            <a:off x="1828324" y="3886200"/>
            <a:ext cx="8532178" cy="1752600"/>
          </a:xfrm>
          <a:prstGeom prst="rect">
            <a:avLst/>
          </a:prstGeom>
        </p:spPr>
        <p:txBody>
          <a:bodyPr/>
          <a:lstStyle>
            <a:lvl1pPr marL="0" indent="0" algn="ctr">
              <a:buNone/>
              <a:defRPr>
                <a:solidFill>
                  <a:schemeClr val="tx1">
                    <a:tint val="75000"/>
                  </a:schemeClr>
                </a:solidFill>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a:xfrm>
            <a:off x="609441" y="6356351"/>
            <a:ext cx="2844059" cy="365125"/>
          </a:xfrm>
          <a:prstGeom prst="rect">
            <a:avLst/>
          </a:prstGeom>
        </p:spPr>
        <p:txBody>
          <a:bodyPr/>
          <a:lstStyle/>
          <a:p>
            <a:pPr defTabSz="609448"/>
            <a:fld id="{CFD51B6B-BA15-CE41-AD29-2140DF4ABB4D}" type="datetimeFigureOut">
              <a:rPr lang="en-US" smtClean="0">
                <a:solidFill>
                  <a:prstClr val="black"/>
                </a:solidFill>
              </a:rPr>
              <a:pPr defTabSz="609448"/>
              <a:t>6/11/2015</a:t>
            </a:fld>
            <a:endParaRPr lang="en-US">
              <a:solidFill>
                <a:prstClr val="black"/>
              </a:solidFill>
            </a:endParaRPr>
          </a:p>
        </p:txBody>
      </p:sp>
      <p:sp>
        <p:nvSpPr>
          <p:cNvPr id="5" name="Footer Placeholder 4"/>
          <p:cNvSpPr>
            <a:spLocks noGrp="1"/>
          </p:cNvSpPr>
          <p:nvPr>
            <p:ph type="ftr" sz="quarter" idx="11"/>
          </p:nvPr>
        </p:nvSpPr>
        <p:spPr>
          <a:xfrm>
            <a:off x="4164515" y="6356351"/>
            <a:ext cx="3859795" cy="365125"/>
          </a:xfrm>
          <a:prstGeom prst="rect">
            <a:avLst/>
          </a:prstGeom>
        </p:spPr>
        <p:txBody>
          <a:bodyPr/>
          <a:lstStyle/>
          <a:p>
            <a:pPr defTabSz="609448"/>
            <a:endParaRPr lang="en-US">
              <a:solidFill>
                <a:prstClr val="black"/>
              </a:solidFill>
            </a:endParaRPr>
          </a:p>
        </p:txBody>
      </p:sp>
      <p:sp>
        <p:nvSpPr>
          <p:cNvPr id="6" name="Slide Number Placeholder 5"/>
          <p:cNvSpPr>
            <a:spLocks noGrp="1"/>
          </p:cNvSpPr>
          <p:nvPr>
            <p:ph type="sldNum" sz="quarter" idx="12"/>
          </p:nvPr>
        </p:nvSpPr>
        <p:spPr>
          <a:xfrm>
            <a:off x="8735325" y="6356351"/>
            <a:ext cx="2844059" cy="365125"/>
          </a:xfrm>
          <a:prstGeom prst="rect">
            <a:avLst/>
          </a:prstGeom>
        </p:spPr>
        <p:txBody>
          <a:bodyPr/>
          <a:lstStyle/>
          <a:p>
            <a:pPr defTabSz="609448"/>
            <a:fld id="{42D76A44-4D58-6840-86A0-52BF418DD261}" type="slidenum">
              <a:rPr lang="en-US" smtClean="0">
                <a:solidFill>
                  <a:prstClr val="black"/>
                </a:solidFill>
              </a:rPr>
              <a:pPr defTabSz="609448"/>
              <a:t>‹#›</a:t>
            </a:fld>
            <a:endParaRPr lang="en-US">
              <a:solidFill>
                <a:prstClr val="black"/>
              </a:solidFill>
            </a:endParaRPr>
          </a:p>
        </p:txBody>
      </p:sp>
    </p:spTree>
    <p:extLst>
      <p:ext uri="{BB962C8B-B14F-4D97-AF65-F5344CB8AC3E}">
        <p14:creationId xmlns:p14="http://schemas.microsoft.com/office/powerpoint/2010/main" val="71287008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441" y="274639"/>
            <a:ext cx="10969943"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a:xfrm>
            <a:off x="609441" y="1600201"/>
            <a:ext cx="10969943"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609441" y="6356351"/>
            <a:ext cx="2844059" cy="365125"/>
          </a:xfrm>
          <a:prstGeom prst="rect">
            <a:avLst/>
          </a:prstGeom>
        </p:spPr>
        <p:txBody>
          <a:bodyPr/>
          <a:lstStyle/>
          <a:p>
            <a:pPr defTabSz="609448"/>
            <a:fld id="{CFD51B6B-BA15-CE41-AD29-2140DF4ABB4D}" type="datetimeFigureOut">
              <a:rPr lang="en-US" smtClean="0">
                <a:solidFill>
                  <a:prstClr val="black"/>
                </a:solidFill>
              </a:rPr>
              <a:pPr defTabSz="609448"/>
              <a:t>6/11/2015</a:t>
            </a:fld>
            <a:endParaRPr lang="en-US">
              <a:solidFill>
                <a:prstClr val="black"/>
              </a:solidFill>
            </a:endParaRPr>
          </a:p>
        </p:txBody>
      </p:sp>
      <p:sp>
        <p:nvSpPr>
          <p:cNvPr id="5" name="Footer Placeholder 4"/>
          <p:cNvSpPr>
            <a:spLocks noGrp="1"/>
          </p:cNvSpPr>
          <p:nvPr>
            <p:ph type="ftr" sz="quarter" idx="11"/>
          </p:nvPr>
        </p:nvSpPr>
        <p:spPr>
          <a:xfrm>
            <a:off x="4164515" y="6356351"/>
            <a:ext cx="3859795" cy="365125"/>
          </a:xfrm>
          <a:prstGeom prst="rect">
            <a:avLst/>
          </a:prstGeom>
        </p:spPr>
        <p:txBody>
          <a:bodyPr/>
          <a:lstStyle/>
          <a:p>
            <a:pPr defTabSz="609448"/>
            <a:endParaRPr lang="en-US">
              <a:solidFill>
                <a:prstClr val="black"/>
              </a:solidFill>
            </a:endParaRPr>
          </a:p>
        </p:txBody>
      </p:sp>
      <p:sp>
        <p:nvSpPr>
          <p:cNvPr id="6" name="Slide Number Placeholder 5"/>
          <p:cNvSpPr>
            <a:spLocks noGrp="1"/>
          </p:cNvSpPr>
          <p:nvPr>
            <p:ph type="sldNum" sz="quarter" idx="12"/>
          </p:nvPr>
        </p:nvSpPr>
        <p:spPr>
          <a:xfrm>
            <a:off x="8735325" y="6356351"/>
            <a:ext cx="2844059" cy="365125"/>
          </a:xfrm>
          <a:prstGeom prst="rect">
            <a:avLst/>
          </a:prstGeom>
        </p:spPr>
        <p:txBody>
          <a:bodyPr/>
          <a:lstStyle/>
          <a:p>
            <a:pPr defTabSz="609448"/>
            <a:fld id="{42D76A44-4D58-6840-86A0-52BF418DD261}" type="slidenum">
              <a:rPr lang="en-US" smtClean="0">
                <a:solidFill>
                  <a:prstClr val="black"/>
                </a:solidFill>
              </a:rPr>
              <a:pPr defTabSz="609448"/>
              <a:t>‹#›</a:t>
            </a:fld>
            <a:endParaRPr lang="en-US">
              <a:solidFill>
                <a:prstClr val="black"/>
              </a:solidFill>
            </a:endParaRPr>
          </a:p>
        </p:txBody>
      </p:sp>
    </p:spTree>
    <p:extLst>
      <p:ext uri="{BB962C8B-B14F-4D97-AF65-F5344CB8AC3E}">
        <p14:creationId xmlns:p14="http://schemas.microsoft.com/office/powerpoint/2010/main" val="3395083281"/>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2833" y="4406901"/>
            <a:ext cx="10360501" cy="1362075"/>
          </a:xfrm>
          <a:prstGeom prst="rect">
            <a:avLst/>
          </a:prstGeom>
        </p:spPr>
        <p:txBody>
          <a:bodyPr anchor="t"/>
          <a:lstStyle>
            <a:lvl1pPr algn="l">
              <a:defRPr sz="5332" b="1" cap="all"/>
            </a:lvl1pPr>
          </a:lstStyle>
          <a:p>
            <a:r>
              <a:rPr lang="en-US" smtClean="0"/>
              <a:t>Click to edit Master title style</a:t>
            </a:r>
            <a:endParaRPr lang="en-US"/>
          </a:p>
        </p:txBody>
      </p:sp>
      <p:sp>
        <p:nvSpPr>
          <p:cNvPr id="3" name="Text Placeholder 2"/>
          <p:cNvSpPr>
            <a:spLocks noGrp="1"/>
          </p:cNvSpPr>
          <p:nvPr>
            <p:ph type="body" idx="1"/>
          </p:nvPr>
        </p:nvSpPr>
        <p:spPr>
          <a:xfrm>
            <a:off x="962833" y="2906713"/>
            <a:ext cx="10360501" cy="1500187"/>
          </a:xfrm>
          <a:prstGeom prst="rect">
            <a:avLst/>
          </a:prstGeom>
        </p:spPr>
        <p:txBody>
          <a:bodyPr anchor="b"/>
          <a:lstStyle>
            <a:lvl1pPr marL="0" indent="0">
              <a:buNone/>
              <a:defRPr sz="2666">
                <a:solidFill>
                  <a:schemeClr val="tx1">
                    <a:tint val="75000"/>
                  </a:schemeClr>
                </a:solidFill>
              </a:defRPr>
            </a:lvl1pPr>
            <a:lvl2pPr marL="609448" indent="0">
              <a:buNone/>
              <a:defRPr sz="2399">
                <a:solidFill>
                  <a:schemeClr val="tx1">
                    <a:tint val="75000"/>
                  </a:schemeClr>
                </a:solidFill>
              </a:defRPr>
            </a:lvl2pPr>
            <a:lvl3pPr marL="1218895" indent="0">
              <a:buNone/>
              <a:defRPr sz="2133">
                <a:solidFill>
                  <a:schemeClr val="tx1">
                    <a:tint val="75000"/>
                  </a:schemeClr>
                </a:solidFill>
              </a:defRPr>
            </a:lvl3pPr>
            <a:lvl4pPr marL="1828343" indent="0">
              <a:buNone/>
              <a:defRPr sz="1866">
                <a:solidFill>
                  <a:schemeClr val="tx1">
                    <a:tint val="75000"/>
                  </a:schemeClr>
                </a:solidFill>
              </a:defRPr>
            </a:lvl4pPr>
            <a:lvl5pPr marL="2437790" indent="0">
              <a:buNone/>
              <a:defRPr sz="1866">
                <a:solidFill>
                  <a:schemeClr val="tx1">
                    <a:tint val="75000"/>
                  </a:schemeClr>
                </a:solidFill>
              </a:defRPr>
            </a:lvl5pPr>
            <a:lvl6pPr marL="3047238" indent="0">
              <a:buNone/>
              <a:defRPr sz="1866">
                <a:solidFill>
                  <a:schemeClr val="tx1">
                    <a:tint val="75000"/>
                  </a:schemeClr>
                </a:solidFill>
              </a:defRPr>
            </a:lvl6pPr>
            <a:lvl7pPr marL="3656686" indent="0">
              <a:buNone/>
              <a:defRPr sz="1866">
                <a:solidFill>
                  <a:schemeClr val="tx1">
                    <a:tint val="75000"/>
                  </a:schemeClr>
                </a:solidFill>
              </a:defRPr>
            </a:lvl7pPr>
            <a:lvl8pPr marL="4266133" indent="0">
              <a:buNone/>
              <a:defRPr sz="1866">
                <a:solidFill>
                  <a:schemeClr val="tx1">
                    <a:tint val="75000"/>
                  </a:schemeClr>
                </a:solidFill>
              </a:defRPr>
            </a:lvl8pPr>
            <a:lvl9pPr marL="4875581" indent="0">
              <a:buNone/>
              <a:defRPr sz="1866">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609441" y="6356351"/>
            <a:ext cx="2844059" cy="365125"/>
          </a:xfrm>
          <a:prstGeom prst="rect">
            <a:avLst/>
          </a:prstGeom>
        </p:spPr>
        <p:txBody>
          <a:bodyPr/>
          <a:lstStyle/>
          <a:p>
            <a:pPr defTabSz="609448"/>
            <a:fld id="{CFD51B6B-BA15-CE41-AD29-2140DF4ABB4D}" type="datetimeFigureOut">
              <a:rPr lang="en-US" smtClean="0">
                <a:solidFill>
                  <a:prstClr val="black"/>
                </a:solidFill>
              </a:rPr>
              <a:pPr defTabSz="609448"/>
              <a:t>6/11/2015</a:t>
            </a:fld>
            <a:endParaRPr lang="en-US">
              <a:solidFill>
                <a:prstClr val="black"/>
              </a:solidFill>
            </a:endParaRPr>
          </a:p>
        </p:txBody>
      </p:sp>
      <p:sp>
        <p:nvSpPr>
          <p:cNvPr id="5" name="Footer Placeholder 4"/>
          <p:cNvSpPr>
            <a:spLocks noGrp="1"/>
          </p:cNvSpPr>
          <p:nvPr>
            <p:ph type="ftr" sz="quarter" idx="11"/>
          </p:nvPr>
        </p:nvSpPr>
        <p:spPr>
          <a:xfrm>
            <a:off x="4164515" y="6356351"/>
            <a:ext cx="3859795" cy="365125"/>
          </a:xfrm>
          <a:prstGeom prst="rect">
            <a:avLst/>
          </a:prstGeom>
        </p:spPr>
        <p:txBody>
          <a:bodyPr/>
          <a:lstStyle/>
          <a:p>
            <a:pPr defTabSz="609448"/>
            <a:endParaRPr lang="en-US">
              <a:solidFill>
                <a:prstClr val="black"/>
              </a:solidFill>
            </a:endParaRPr>
          </a:p>
        </p:txBody>
      </p:sp>
      <p:sp>
        <p:nvSpPr>
          <p:cNvPr id="6" name="Slide Number Placeholder 5"/>
          <p:cNvSpPr>
            <a:spLocks noGrp="1"/>
          </p:cNvSpPr>
          <p:nvPr>
            <p:ph type="sldNum" sz="quarter" idx="12"/>
          </p:nvPr>
        </p:nvSpPr>
        <p:spPr>
          <a:xfrm>
            <a:off x="8735325" y="6356351"/>
            <a:ext cx="2844059" cy="365125"/>
          </a:xfrm>
          <a:prstGeom prst="rect">
            <a:avLst/>
          </a:prstGeom>
        </p:spPr>
        <p:txBody>
          <a:bodyPr/>
          <a:lstStyle/>
          <a:p>
            <a:pPr defTabSz="609448"/>
            <a:fld id="{42D76A44-4D58-6840-86A0-52BF418DD261}" type="slidenum">
              <a:rPr lang="en-US" smtClean="0">
                <a:solidFill>
                  <a:prstClr val="black"/>
                </a:solidFill>
              </a:rPr>
              <a:pPr defTabSz="609448"/>
              <a:t>‹#›</a:t>
            </a:fld>
            <a:endParaRPr lang="en-US">
              <a:solidFill>
                <a:prstClr val="black"/>
              </a:solidFill>
            </a:endParaRPr>
          </a:p>
        </p:txBody>
      </p:sp>
    </p:spTree>
    <p:extLst>
      <p:ext uri="{BB962C8B-B14F-4D97-AF65-F5344CB8AC3E}">
        <p14:creationId xmlns:p14="http://schemas.microsoft.com/office/powerpoint/2010/main" val="239971358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441" y="274639"/>
            <a:ext cx="10969943"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sz="half" idx="1"/>
          </p:nvPr>
        </p:nvSpPr>
        <p:spPr>
          <a:xfrm>
            <a:off x="609441" y="1200151"/>
            <a:ext cx="5383398" cy="3394075"/>
          </a:xfrm>
          <a:prstGeom prst="rect">
            <a:avLst/>
          </a:prstGeom>
        </p:spPr>
        <p:txBody>
          <a:bodyPr/>
          <a:lstStyle>
            <a:lvl1pPr>
              <a:defRPr sz="3732"/>
            </a:lvl1pPr>
            <a:lvl2pPr>
              <a:defRPr sz="3199"/>
            </a:lvl2pPr>
            <a:lvl3pPr>
              <a:defRPr sz="2666"/>
            </a:lvl3pPr>
            <a:lvl4pPr>
              <a:defRPr sz="2399"/>
            </a:lvl4pPr>
            <a:lvl5pPr>
              <a:defRPr sz="2399"/>
            </a:lvl5pPr>
            <a:lvl6pPr>
              <a:defRPr sz="2399"/>
            </a:lvl6pPr>
            <a:lvl7pPr>
              <a:defRPr sz="2399"/>
            </a:lvl7pPr>
            <a:lvl8pPr>
              <a:defRPr sz="2399"/>
            </a:lvl8pPr>
            <a:lvl9pPr>
              <a:defRPr sz="2399"/>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5986" y="1200151"/>
            <a:ext cx="5383398" cy="3394075"/>
          </a:xfrm>
          <a:prstGeom prst="rect">
            <a:avLst/>
          </a:prstGeom>
        </p:spPr>
        <p:txBody>
          <a:bodyPr/>
          <a:lstStyle>
            <a:lvl1pPr>
              <a:defRPr sz="3732"/>
            </a:lvl1pPr>
            <a:lvl2pPr>
              <a:defRPr sz="3199"/>
            </a:lvl2pPr>
            <a:lvl3pPr>
              <a:defRPr sz="2666"/>
            </a:lvl3pPr>
            <a:lvl4pPr>
              <a:defRPr sz="2399"/>
            </a:lvl4pPr>
            <a:lvl5pPr>
              <a:defRPr sz="2399"/>
            </a:lvl5pPr>
            <a:lvl6pPr>
              <a:defRPr sz="2399"/>
            </a:lvl6pPr>
            <a:lvl7pPr>
              <a:defRPr sz="2399"/>
            </a:lvl7pPr>
            <a:lvl8pPr>
              <a:defRPr sz="2399"/>
            </a:lvl8pPr>
            <a:lvl9pPr>
              <a:defRPr sz="2399"/>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609441" y="6356351"/>
            <a:ext cx="2844059" cy="365125"/>
          </a:xfrm>
          <a:prstGeom prst="rect">
            <a:avLst/>
          </a:prstGeom>
        </p:spPr>
        <p:txBody>
          <a:bodyPr/>
          <a:lstStyle/>
          <a:p>
            <a:pPr defTabSz="609448"/>
            <a:fld id="{CFD51B6B-BA15-CE41-AD29-2140DF4ABB4D}" type="datetimeFigureOut">
              <a:rPr lang="en-US" smtClean="0">
                <a:solidFill>
                  <a:prstClr val="black"/>
                </a:solidFill>
              </a:rPr>
              <a:pPr defTabSz="609448"/>
              <a:t>6/11/2015</a:t>
            </a:fld>
            <a:endParaRPr lang="en-US">
              <a:solidFill>
                <a:prstClr val="black"/>
              </a:solidFill>
            </a:endParaRPr>
          </a:p>
        </p:txBody>
      </p:sp>
      <p:sp>
        <p:nvSpPr>
          <p:cNvPr id="6" name="Footer Placeholder 5"/>
          <p:cNvSpPr>
            <a:spLocks noGrp="1"/>
          </p:cNvSpPr>
          <p:nvPr>
            <p:ph type="ftr" sz="quarter" idx="11"/>
          </p:nvPr>
        </p:nvSpPr>
        <p:spPr>
          <a:xfrm>
            <a:off x="4164515" y="6356351"/>
            <a:ext cx="3859795" cy="365125"/>
          </a:xfrm>
          <a:prstGeom prst="rect">
            <a:avLst/>
          </a:prstGeom>
        </p:spPr>
        <p:txBody>
          <a:bodyPr/>
          <a:lstStyle/>
          <a:p>
            <a:pPr defTabSz="609448"/>
            <a:endParaRPr lang="en-US">
              <a:solidFill>
                <a:prstClr val="black"/>
              </a:solidFill>
            </a:endParaRPr>
          </a:p>
        </p:txBody>
      </p:sp>
      <p:sp>
        <p:nvSpPr>
          <p:cNvPr id="7" name="Slide Number Placeholder 6"/>
          <p:cNvSpPr>
            <a:spLocks noGrp="1"/>
          </p:cNvSpPr>
          <p:nvPr>
            <p:ph type="sldNum" sz="quarter" idx="12"/>
          </p:nvPr>
        </p:nvSpPr>
        <p:spPr>
          <a:xfrm>
            <a:off x="8735325" y="6356351"/>
            <a:ext cx="2844059" cy="365125"/>
          </a:xfrm>
          <a:prstGeom prst="rect">
            <a:avLst/>
          </a:prstGeom>
        </p:spPr>
        <p:txBody>
          <a:bodyPr/>
          <a:lstStyle/>
          <a:p>
            <a:pPr defTabSz="609448"/>
            <a:fld id="{42D76A44-4D58-6840-86A0-52BF418DD261}" type="slidenum">
              <a:rPr lang="en-US" smtClean="0">
                <a:solidFill>
                  <a:prstClr val="black"/>
                </a:solidFill>
              </a:rPr>
              <a:pPr defTabSz="609448"/>
              <a:t>‹#›</a:t>
            </a:fld>
            <a:endParaRPr lang="en-US">
              <a:solidFill>
                <a:prstClr val="black"/>
              </a:solidFill>
            </a:endParaRPr>
          </a:p>
        </p:txBody>
      </p:sp>
    </p:spTree>
    <p:extLst>
      <p:ext uri="{BB962C8B-B14F-4D97-AF65-F5344CB8AC3E}">
        <p14:creationId xmlns:p14="http://schemas.microsoft.com/office/powerpoint/2010/main" val="382291997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441" y="274639"/>
            <a:ext cx="10969943" cy="1143000"/>
          </a:xfrm>
          <a:prstGeom prst="rect">
            <a:avLst/>
          </a:prstGeo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441" y="1535113"/>
            <a:ext cx="5385514" cy="639763"/>
          </a:xfrm>
          <a:prstGeom prst="rect">
            <a:avLst/>
          </a:prstGeom>
        </p:spPr>
        <p:txBody>
          <a:bodyPr anchor="b"/>
          <a:lstStyle>
            <a:lvl1pPr marL="0" indent="0">
              <a:buNone/>
              <a:defRPr sz="3199" b="1"/>
            </a:lvl1pPr>
            <a:lvl2pPr marL="609448" indent="0">
              <a:buNone/>
              <a:defRPr sz="2666" b="1"/>
            </a:lvl2pPr>
            <a:lvl3pPr marL="1218895" indent="0">
              <a:buNone/>
              <a:defRPr sz="2399" b="1"/>
            </a:lvl3pPr>
            <a:lvl4pPr marL="1828343" indent="0">
              <a:buNone/>
              <a:defRPr sz="2133" b="1"/>
            </a:lvl4pPr>
            <a:lvl5pPr marL="2437790" indent="0">
              <a:buNone/>
              <a:defRPr sz="2133" b="1"/>
            </a:lvl5pPr>
            <a:lvl6pPr marL="3047238" indent="0">
              <a:buNone/>
              <a:defRPr sz="2133" b="1"/>
            </a:lvl6pPr>
            <a:lvl7pPr marL="3656686" indent="0">
              <a:buNone/>
              <a:defRPr sz="2133" b="1"/>
            </a:lvl7pPr>
            <a:lvl8pPr marL="4266133" indent="0">
              <a:buNone/>
              <a:defRPr sz="2133" b="1"/>
            </a:lvl8pPr>
            <a:lvl9pPr marL="4875581" indent="0">
              <a:buNone/>
              <a:defRPr sz="2133" b="1"/>
            </a:lvl9pPr>
          </a:lstStyle>
          <a:p>
            <a:pPr lvl="0"/>
            <a:r>
              <a:rPr lang="en-US" smtClean="0"/>
              <a:t>Click to edit Master text styles</a:t>
            </a:r>
          </a:p>
        </p:txBody>
      </p:sp>
      <p:sp>
        <p:nvSpPr>
          <p:cNvPr id="4" name="Content Placeholder 3"/>
          <p:cNvSpPr>
            <a:spLocks noGrp="1"/>
          </p:cNvSpPr>
          <p:nvPr>
            <p:ph sz="half" idx="2"/>
          </p:nvPr>
        </p:nvSpPr>
        <p:spPr>
          <a:xfrm>
            <a:off x="609441" y="2174875"/>
            <a:ext cx="5385514" cy="3951288"/>
          </a:xfrm>
          <a:prstGeom prst="rect">
            <a:avLst/>
          </a:prstGeom>
        </p:spPr>
        <p:txBody>
          <a:bodyPr/>
          <a:lstStyle>
            <a:lvl1pPr>
              <a:defRPr sz="3199"/>
            </a:lvl1pPr>
            <a:lvl2pPr>
              <a:defRPr sz="2666"/>
            </a:lvl2pPr>
            <a:lvl3pPr>
              <a:defRPr sz="2399"/>
            </a:lvl3pPr>
            <a:lvl4pPr>
              <a:defRPr sz="2133"/>
            </a:lvl4pPr>
            <a:lvl5pPr>
              <a:defRPr sz="2133"/>
            </a:lvl5pPr>
            <a:lvl6pPr>
              <a:defRPr sz="2133"/>
            </a:lvl6pPr>
            <a:lvl7pPr>
              <a:defRPr sz="2133"/>
            </a:lvl7pPr>
            <a:lvl8pPr>
              <a:defRPr sz="2133"/>
            </a:lvl8pPr>
            <a:lvl9pPr>
              <a:defRPr sz="2133"/>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1756" y="1535113"/>
            <a:ext cx="5387630" cy="639763"/>
          </a:xfrm>
          <a:prstGeom prst="rect">
            <a:avLst/>
          </a:prstGeom>
        </p:spPr>
        <p:txBody>
          <a:bodyPr anchor="b"/>
          <a:lstStyle>
            <a:lvl1pPr marL="0" indent="0">
              <a:buNone/>
              <a:defRPr sz="3199" b="1"/>
            </a:lvl1pPr>
            <a:lvl2pPr marL="609448" indent="0">
              <a:buNone/>
              <a:defRPr sz="2666" b="1"/>
            </a:lvl2pPr>
            <a:lvl3pPr marL="1218895" indent="0">
              <a:buNone/>
              <a:defRPr sz="2399" b="1"/>
            </a:lvl3pPr>
            <a:lvl4pPr marL="1828343" indent="0">
              <a:buNone/>
              <a:defRPr sz="2133" b="1"/>
            </a:lvl4pPr>
            <a:lvl5pPr marL="2437790" indent="0">
              <a:buNone/>
              <a:defRPr sz="2133" b="1"/>
            </a:lvl5pPr>
            <a:lvl6pPr marL="3047238" indent="0">
              <a:buNone/>
              <a:defRPr sz="2133" b="1"/>
            </a:lvl6pPr>
            <a:lvl7pPr marL="3656686" indent="0">
              <a:buNone/>
              <a:defRPr sz="2133" b="1"/>
            </a:lvl7pPr>
            <a:lvl8pPr marL="4266133" indent="0">
              <a:buNone/>
              <a:defRPr sz="2133" b="1"/>
            </a:lvl8pPr>
            <a:lvl9pPr marL="4875581" indent="0">
              <a:buNone/>
              <a:defRPr sz="2133" b="1"/>
            </a:lvl9pPr>
          </a:lstStyle>
          <a:p>
            <a:pPr lvl="0"/>
            <a:r>
              <a:rPr lang="en-US" smtClean="0"/>
              <a:t>Click to edit Master text styles</a:t>
            </a:r>
          </a:p>
        </p:txBody>
      </p:sp>
      <p:sp>
        <p:nvSpPr>
          <p:cNvPr id="6" name="Content Placeholder 5"/>
          <p:cNvSpPr>
            <a:spLocks noGrp="1"/>
          </p:cNvSpPr>
          <p:nvPr>
            <p:ph sz="quarter" idx="4"/>
          </p:nvPr>
        </p:nvSpPr>
        <p:spPr>
          <a:xfrm>
            <a:off x="6191756" y="2174875"/>
            <a:ext cx="5387630" cy="3951288"/>
          </a:xfrm>
          <a:prstGeom prst="rect">
            <a:avLst/>
          </a:prstGeom>
        </p:spPr>
        <p:txBody>
          <a:bodyPr/>
          <a:lstStyle>
            <a:lvl1pPr>
              <a:defRPr sz="3199"/>
            </a:lvl1pPr>
            <a:lvl2pPr>
              <a:defRPr sz="2666"/>
            </a:lvl2pPr>
            <a:lvl3pPr>
              <a:defRPr sz="2399"/>
            </a:lvl3pPr>
            <a:lvl4pPr>
              <a:defRPr sz="2133"/>
            </a:lvl4pPr>
            <a:lvl5pPr>
              <a:defRPr sz="2133"/>
            </a:lvl5pPr>
            <a:lvl6pPr>
              <a:defRPr sz="2133"/>
            </a:lvl6pPr>
            <a:lvl7pPr>
              <a:defRPr sz="2133"/>
            </a:lvl7pPr>
            <a:lvl8pPr>
              <a:defRPr sz="2133"/>
            </a:lvl8pPr>
            <a:lvl9pPr>
              <a:defRPr sz="2133"/>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609441" y="6356351"/>
            <a:ext cx="2844059" cy="365125"/>
          </a:xfrm>
          <a:prstGeom prst="rect">
            <a:avLst/>
          </a:prstGeom>
        </p:spPr>
        <p:txBody>
          <a:bodyPr/>
          <a:lstStyle/>
          <a:p>
            <a:pPr defTabSz="609448"/>
            <a:fld id="{CFD51B6B-BA15-CE41-AD29-2140DF4ABB4D}" type="datetimeFigureOut">
              <a:rPr lang="en-US" smtClean="0">
                <a:solidFill>
                  <a:prstClr val="black"/>
                </a:solidFill>
              </a:rPr>
              <a:pPr defTabSz="609448"/>
              <a:t>6/11/2015</a:t>
            </a:fld>
            <a:endParaRPr lang="en-US">
              <a:solidFill>
                <a:prstClr val="black"/>
              </a:solidFill>
            </a:endParaRPr>
          </a:p>
        </p:txBody>
      </p:sp>
      <p:sp>
        <p:nvSpPr>
          <p:cNvPr id="8" name="Footer Placeholder 7"/>
          <p:cNvSpPr>
            <a:spLocks noGrp="1"/>
          </p:cNvSpPr>
          <p:nvPr>
            <p:ph type="ftr" sz="quarter" idx="11"/>
          </p:nvPr>
        </p:nvSpPr>
        <p:spPr>
          <a:xfrm>
            <a:off x="4164515" y="6356351"/>
            <a:ext cx="3859795" cy="365125"/>
          </a:xfrm>
          <a:prstGeom prst="rect">
            <a:avLst/>
          </a:prstGeom>
        </p:spPr>
        <p:txBody>
          <a:bodyPr/>
          <a:lstStyle/>
          <a:p>
            <a:pPr defTabSz="609448"/>
            <a:endParaRPr lang="en-US">
              <a:solidFill>
                <a:prstClr val="black"/>
              </a:solidFill>
            </a:endParaRPr>
          </a:p>
        </p:txBody>
      </p:sp>
      <p:sp>
        <p:nvSpPr>
          <p:cNvPr id="9" name="Slide Number Placeholder 8"/>
          <p:cNvSpPr>
            <a:spLocks noGrp="1"/>
          </p:cNvSpPr>
          <p:nvPr>
            <p:ph type="sldNum" sz="quarter" idx="12"/>
          </p:nvPr>
        </p:nvSpPr>
        <p:spPr>
          <a:xfrm>
            <a:off x="8735325" y="6356351"/>
            <a:ext cx="2844059" cy="365125"/>
          </a:xfrm>
          <a:prstGeom prst="rect">
            <a:avLst/>
          </a:prstGeom>
        </p:spPr>
        <p:txBody>
          <a:bodyPr/>
          <a:lstStyle/>
          <a:p>
            <a:pPr defTabSz="609448"/>
            <a:fld id="{42D76A44-4D58-6840-86A0-52BF418DD261}" type="slidenum">
              <a:rPr lang="en-US" smtClean="0">
                <a:solidFill>
                  <a:prstClr val="black"/>
                </a:solidFill>
              </a:rPr>
              <a:pPr defTabSz="609448"/>
              <a:t>‹#›</a:t>
            </a:fld>
            <a:endParaRPr lang="en-US">
              <a:solidFill>
                <a:prstClr val="black"/>
              </a:solidFill>
            </a:endParaRPr>
          </a:p>
        </p:txBody>
      </p:sp>
    </p:spTree>
    <p:extLst>
      <p:ext uri="{BB962C8B-B14F-4D97-AF65-F5344CB8AC3E}">
        <p14:creationId xmlns:p14="http://schemas.microsoft.com/office/powerpoint/2010/main" val="218047439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441" y="274639"/>
            <a:ext cx="10969943" cy="1143000"/>
          </a:xfrm>
          <a:prstGeom prst="rect">
            <a:avLst/>
          </a:prstGeom>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609441" y="6356351"/>
            <a:ext cx="2844059" cy="365125"/>
          </a:xfrm>
          <a:prstGeom prst="rect">
            <a:avLst/>
          </a:prstGeom>
        </p:spPr>
        <p:txBody>
          <a:bodyPr/>
          <a:lstStyle/>
          <a:p>
            <a:pPr defTabSz="609448"/>
            <a:fld id="{CFD51B6B-BA15-CE41-AD29-2140DF4ABB4D}" type="datetimeFigureOut">
              <a:rPr lang="en-US" smtClean="0">
                <a:solidFill>
                  <a:prstClr val="black"/>
                </a:solidFill>
              </a:rPr>
              <a:pPr defTabSz="609448"/>
              <a:t>6/11/2015</a:t>
            </a:fld>
            <a:endParaRPr lang="en-US">
              <a:solidFill>
                <a:prstClr val="black"/>
              </a:solidFill>
            </a:endParaRPr>
          </a:p>
        </p:txBody>
      </p:sp>
      <p:sp>
        <p:nvSpPr>
          <p:cNvPr id="4" name="Footer Placeholder 3"/>
          <p:cNvSpPr>
            <a:spLocks noGrp="1"/>
          </p:cNvSpPr>
          <p:nvPr>
            <p:ph type="ftr" sz="quarter" idx="11"/>
          </p:nvPr>
        </p:nvSpPr>
        <p:spPr>
          <a:xfrm>
            <a:off x="4164515" y="6356351"/>
            <a:ext cx="3859795" cy="365125"/>
          </a:xfrm>
          <a:prstGeom prst="rect">
            <a:avLst/>
          </a:prstGeom>
        </p:spPr>
        <p:txBody>
          <a:bodyPr/>
          <a:lstStyle/>
          <a:p>
            <a:pPr defTabSz="609448"/>
            <a:endParaRPr lang="en-US">
              <a:solidFill>
                <a:prstClr val="black"/>
              </a:solidFill>
            </a:endParaRPr>
          </a:p>
        </p:txBody>
      </p:sp>
      <p:sp>
        <p:nvSpPr>
          <p:cNvPr id="5" name="Slide Number Placeholder 4"/>
          <p:cNvSpPr>
            <a:spLocks noGrp="1"/>
          </p:cNvSpPr>
          <p:nvPr>
            <p:ph type="sldNum" sz="quarter" idx="12"/>
          </p:nvPr>
        </p:nvSpPr>
        <p:spPr>
          <a:xfrm>
            <a:off x="8735325" y="6356351"/>
            <a:ext cx="2844059" cy="365125"/>
          </a:xfrm>
          <a:prstGeom prst="rect">
            <a:avLst/>
          </a:prstGeom>
        </p:spPr>
        <p:txBody>
          <a:bodyPr/>
          <a:lstStyle/>
          <a:p>
            <a:pPr defTabSz="609448"/>
            <a:fld id="{42D76A44-4D58-6840-86A0-52BF418DD261}" type="slidenum">
              <a:rPr lang="en-US" smtClean="0">
                <a:solidFill>
                  <a:prstClr val="black"/>
                </a:solidFill>
              </a:rPr>
              <a:pPr defTabSz="609448"/>
              <a:t>‹#›</a:t>
            </a:fld>
            <a:endParaRPr lang="en-US">
              <a:solidFill>
                <a:prstClr val="black"/>
              </a:solidFill>
            </a:endParaRPr>
          </a:p>
        </p:txBody>
      </p:sp>
    </p:spTree>
    <p:extLst>
      <p:ext uri="{BB962C8B-B14F-4D97-AF65-F5344CB8AC3E}">
        <p14:creationId xmlns:p14="http://schemas.microsoft.com/office/powerpoint/2010/main" val="234977023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441" y="6356351"/>
            <a:ext cx="2844059" cy="365125"/>
          </a:xfrm>
          <a:prstGeom prst="rect">
            <a:avLst/>
          </a:prstGeom>
        </p:spPr>
        <p:txBody>
          <a:bodyPr/>
          <a:lstStyle/>
          <a:p>
            <a:pPr defTabSz="609448"/>
            <a:fld id="{CFD51B6B-BA15-CE41-AD29-2140DF4ABB4D}" type="datetimeFigureOut">
              <a:rPr lang="en-US" smtClean="0">
                <a:solidFill>
                  <a:prstClr val="black"/>
                </a:solidFill>
              </a:rPr>
              <a:pPr defTabSz="609448"/>
              <a:t>6/11/2015</a:t>
            </a:fld>
            <a:endParaRPr lang="en-US">
              <a:solidFill>
                <a:prstClr val="black"/>
              </a:solidFill>
            </a:endParaRPr>
          </a:p>
        </p:txBody>
      </p:sp>
      <p:sp>
        <p:nvSpPr>
          <p:cNvPr id="3" name="Footer Placeholder 2"/>
          <p:cNvSpPr>
            <a:spLocks noGrp="1"/>
          </p:cNvSpPr>
          <p:nvPr>
            <p:ph type="ftr" sz="quarter" idx="11"/>
          </p:nvPr>
        </p:nvSpPr>
        <p:spPr>
          <a:xfrm>
            <a:off x="4164515" y="6356351"/>
            <a:ext cx="3859795" cy="365125"/>
          </a:xfrm>
          <a:prstGeom prst="rect">
            <a:avLst/>
          </a:prstGeom>
        </p:spPr>
        <p:txBody>
          <a:bodyPr/>
          <a:lstStyle/>
          <a:p>
            <a:pPr defTabSz="609448"/>
            <a:endParaRPr lang="en-US">
              <a:solidFill>
                <a:prstClr val="black"/>
              </a:solidFill>
            </a:endParaRPr>
          </a:p>
        </p:txBody>
      </p:sp>
      <p:sp>
        <p:nvSpPr>
          <p:cNvPr id="4" name="Slide Number Placeholder 3"/>
          <p:cNvSpPr>
            <a:spLocks noGrp="1"/>
          </p:cNvSpPr>
          <p:nvPr>
            <p:ph type="sldNum" sz="quarter" idx="12"/>
          </p:nvPr>
        </p:nvSpPr>
        <p:spPr>
          <a:xfrm>
            <a:off x="8735325" y="6356351"/>
            <a:ext cx="2844059" cy="365125"/>
          </a:xfrm>
          <a:prstGeom prst="rect">
            <a:avLst/>
          </a:prstGeom>
        </p:spPr>
        <p:txBody>
          <a:bodyPr/>
          <a:lstStyle/>
          <a:p>
            <a:pPr defTabSz="609448"/>
            <a:fld id="{42D76A44-4D58-6840-86A0-52BF418DD261}" type="slidenum">
              <a:rPr lang="en-US" smtClean="0">
                <a:solidFill>
                  <a:prstClr val="black"/>
                </a:solidFill>
              </a:rPr>
              <a:pPr defTabSz="609448"/>
              <a:t>‹#›</a:t>
            </a:fld>
            <a:endParaRPr lang="en-US">
              <a:solidFill>
                <a:prstClr val="black"/>
              </a:solidFill>
            </a:endParaRPr>
          </a:p>
        </p:txBody>
      </p:sp>
    </p:spTree>
    <p:extLst>
      <p:ext uri="{BB962C8B-B14F-4D97-AF65-F5344CB8AC3E}">
        <p14:creationId xmlns:p14="http://schemas.microsoft.com/office/powerpoint/2010/main" val="110322787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43" y="273049"/>
            <a:ext cx="4010039" cy="1162051"/>
          </a:xfrm>
          <a:prstGeom prst="rect">
            <a:avLst/>
          </a:prstGeom>
        </p:spPr>
        <p:txBody>
          <a:bodyPr anchor="b"/>
          <a:lstStyle>
            <a:lvl1pPr algn="l">
              <a:defRPr sz="2666" b="1"/>
            </a:lvl1pPr>
          </a:lstStyle>
          <a:p>
            <a:r>
              <a:rPr lang="en-US" smtClean="0"/>
              <a:t>Click to edit Master title style</a:t>
            </a:r>
            <a:endParaRPr lang="en-US"/>
          </a:p>
        </p:txBody>
      </p:sp>
      <p:sp>
        <p:nvSpPr>
          <p:cNvPr id="3" name="Content Placeholder 2"/>
          <p:cNvSpPr>
            <a:spLocks noGrp="1"/>
          </p:cNvSpPr>
          <p:nvPr>
            <p:ph idx="1"/>
          </p:nvPr>
        </p:nvSpPr>
        <p:spPr>
          <a:xfrm>
            <a:off x="4765492" y="273052"/>
            <a:ext cx="6813892" cy="5853113"/>
          </a:xfrm>
          <a:prstGeom prst="rect">
            <a:avLst/>
          </a:prstGeom>
        </p:spPr>
        <p:txBody>
          <a:bodyPr/>
          <a:lstStyle>
            <a:lvl1pPr>
              <a:defRPr sz="4266"/>
            </a:lvl1pPr>
            <a:lvl2pPr>
              <a:defRPr sz="3732"/>
            </a:lvl2pPr>
            <a:lvl3pPr>
              <a:defRPr sz="3199"/>
            </a:lvl3pPr>
            <a:lvl4pPr>
              <a:defRPr sz="2666"/>
            </a:lvl4pPr>
            <a:lvl5pPr>
              <a:defRPr sz="2666"/>
            </a:lvl5pPr>
            <a:lvl6pPr>
              <a:defRPr sz="2666"/>
            </a:lvl6pPr>
            <a:lvl7pPr>
              <a:defRPr sz="2666"/>
            </a:lvl7pPr>
            <a:lvl8pPr>
              <a:defRPr sz="2666"/>
            </a:lvl8pPr>
            <a:lvl9pPr>
              <a:defRPr sz="2666"/>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443" y="1435102"/>
            <a:ext cx="4010039" cy="4691063"/>
          </a:xfrm>
          <a:prstGeom prst="rect">
            <a:avLst/>
          </a:prstGeom>
        </p:spPr>
        <p:txBody>
          <a:bodyPr/>
          <a:lstStyle>
            <a:lvl1pPr marL="0" indent="0">
              <a:buNone/>
              <a:defRPr sz="1866"/>
            </a:lvl1pPr>
            <a:lvl2pPr marL="609448" indent="0">
              <a:buNone/>
              <a:defRPr sz="1600"/>
            </a:lvl2pPr>
            <a:lvl3pPr marL="1218895" indent="0">
              <a:buNone/>
              <a:defRPr sz="1333"/>
            </a:lvl3pPr>
            <a:lvl4pPr marL="1828343" indent="0">
              <a:buNone/>
              <a:defRPr sz="1200"/>
            </a:lvl4pPr>
            <a:lvl5pPr marL="2437790" indent="0">
              <a:buNone/>
              <a:defRPr sz="1200"/>
            </a:lvl5pPr>
            <a:lvl6pPr marL="3047238" indent="0">
              <a:buNone/>
              <a:defRPr sz="1200"/>
            </a:lvl6pPr>
            <a:lvl7pPr marL="3656686" indent="0">
              <a:buNone/>
              <a:defRPr sz="1200"/>
            </a:lvl7pPr>
            <a:lvl8pPr marL="4266133" indent="0">
              <a:buNone/>
              <a:defRPr sz="1200"/>
            </a:lvl8pPr>
            <a:lvl9pPr marL="4875581" indent="0">
              <a:buNone/>
              <a:defRPr sz="1200"/>
            </a:lvl9pPr>
          </a:lstStyle>
          <a:p>
            <a:pPr lvl="0"/>
            <a:r>
              <a:rPr lang="en-US" smtClean="0"/>
              <a:t>Click to edit Master text styles</a:t>
            </a:r>
          </a:p>
        </p:txBody>
      </p:sp>
      <p:sp>
        <p:nvSpPr>
          <p:cNvPr id="5" name="Date Placeholder 4"/>
          <p:cNvSpPr>
            <a:spLocks noGrp="1"/>
          </p:cNvSpPr>
          <p:nvPr>
            <p:ph type="dt" sz="half" idx="10"/>
          </p:nvPr>
        </p:nvSpPr>
        <p:spPr>
          <a:xfrm>
            <a:off x="609441" y="6356351"/>
            <a:ext cx="2844059" cy="365125"/>
          </a:xfrm>
          <a:prstGeom prst="rect">
            <a:avLst/>
          </a:prstGeom>
        </p:spPr>
        <p:txBody>
          <a:bodyPr/>
          <a:lstStyle/>
          <a:p>
            <a:pPr defTabSz="609448"/>
            <a:fld id="{CFD51B6B-BA15-CE41-AD29-2140DF4ABB4D}" type="datetimeFigureOut">
              <a:rPr lang="en-US" smtClean="0">
                <a:solidFill>
                  <a:prstClr val="black"/>
                </a:solidFill>
              </a:rPr>
              <a:pPr defTabSz="609448"/>
              <a:t>6/11/2015</a:t>
            </a:fld>
            <a:endParaRPr lang="en-US">
              <a:solidFill>
                <a:prstClr val="black"/>
              </a:solidFill>
            </a:endParaRPr>
          </a:p>
        </p:txBody>
      </p:sp>
      <p:sp>
        <p:nvSpPr>
          <p:cNvPr id="6" name="Footer Placeholder 5"/>
          <p:cNvSpPr>
            <a:spLocks noGrp="1"/>
          </p:cNvSpPr>
          <p:nvPr>
            <p:ph type="ftr" sz="quarter" idx="11"/>
          </p:nvPr>
        </p:nvSpPr>
        <p:spPr>
          <a:xfrm>
            <a:off x="4164515" y="6356351"/>
            <a:ext cx="3859795" cy="365125"/>
          </a:xfrm>
          <a:prstGeom prst="rect">
            <a:avLst/>
          </a:prstGeom>
        </p:spPr>
        <p:txBody>
          <a:bodyPr/>
          <a:lstStyle/>
          <a:p>
            <a:pPr defTabSz="609448"/>
            <a:endParaRPr lang="en-US">
              <a:solidFill>
                <a:prstClr val="black"/>
              </a:solidFill>
            </a:endParaRPr>
          </a:p>
        </p:txBody>
      </p:sp>
      <p:sp>
        <p:nvSpPr>
          <p:cNvPr id="7" name="Slide Number Placeholder 6"/>
          <p:cNvSpPr>
            <a:spLocks noGrp="1"/>
          </p:cNvSpPr>
          <p:nvPr>
            <p:ph type="sldNum" sz="quarter" idx="12"/>
          </p:nvPr>
        </p:nvSpPr>
        <p:spPr>
          <a:xfrm>
            <a:off x="8735325" y="6356351"/>
            <a:ext cx="2844059" cy="365125"/>
          </a:xfrm>
          <a:prstGeom prst="rect">
            <a:avLst/>
          </a:prstGeom>
        </p:spPr>
        <p:txBody>
          <a:bodyPr/>
          <a:lstStyle/>
          <a:p>
            <a:pPr defTabSz="609448"/>
            <a:fld id="{42D76A44-4D58-6840-86A0-52BF418DD261}" type="slidenum">
              <a:rPr lang="en-US" smtClean="0">
                <a:solidFill>
                  <a:prstClr val="black"/>
                </a:solidFill>
              </a:rPr>
              <a:pPr defTabSz="609448"/>
              <a:t>‹#›</a:t>
            </a:fld>
            <a:endParaRPr lang="en-US">
              <a:solidFill>
                <a:prstClr val="black"/>
              </a:solidFill>
            </a:endParaRPr>
          </a:p>
        </p:txBody>
      </p:sp>
    </p:spTree>
    <p:extLst>
      <p:ext uri="{BB962C8B-B14F-4D97-AF65-F5344CB8AC3E}">
        <p14:creationId xmlns:p14="http://schemas.microsoft.com/office/powerpoint/2010/main" val="81428894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095" y="4800600"/>
            <a:ext cx="7313295" cy="566739"/>
          </a:xfrm>
          <a:prstGeom prst="rect">
            <a:avLst/>
          </a:prstGeom>
        </p:spPr>
        <p:txBody>
          <a:bodyPr anchor="b"/>
          <a:lstStyle>
            <a:lvl1pPr algn="l">
              <a:defRPr sz="2666" b="1"/>
            </a:lvl1pPr>
          </a:lstStyle>
          <a:p>
            <a:r>
              <a:rPr lang="en-US" smtClean="0"/>
              <a:t>Click to edit Master title style</a:t>
            </a:r>
            <a:endParaRPr lang="en-US"/>
          </a:p>
        </p:txBody>
      </p:sp>
      <p:sp>
        <p:nvSpPr>
          <p:cNvPr id="3" name="Picture Placeholder 2"/>
          <p:cNvSpPr>
            <a:spLocks noGrp="1"/>
          </p:cNvSpPr>
          <p:nvPr>
            <p:ph type="pic" idx="1"/>
          </p:nvPr>
        </p:nvSpPr>
        <p:spPr>
          <a:xfrm>
            <a:off x="2389095" y="612775"/>
            <a:ext cx="7313295" cy="4114800"/>
          </a:xfrm>
          <a:prstGeom prst="rect">
            <a:avLst/>
          </a:prstGeom>
        </p:spPr>
        <p:txBody>
          <a:bodyPr/>
          <a:lstStyle>
            <a:lvl1pPr marL="0" indent="0">
              <a:buNone/>
              <a:defRPr sz="4266"/>
            </a:lvl1pPr>
            <a:lvl2pPr marL="609448" indent="0">
              <a:buNone/>
              <a:defRPr sz="3732"/>
            </a:lvl2pPr>
            <a:lvl3pPr marL="1218895" indent="0">
              <a:buNone/>
              <a:defRPr sz="3199"/>
            </a:lvl3pPr>
            <a:lvl4pPr marL="1828343" indent="0">
              <a:buNone/>
              <a:defRPr sz="2666"/>
            </a:lvl4pPr>
            <a:lvl5pPr marL="2437790" indent="0">
              <a:buNone/>
              <a:defRPr sz="2666"/>
            </a:lvl5pPr>
            <a:lvl6pPr marL="3047238" indent="0">
              <a:buNone/>
              <a:defRPr sz="2666"/>
            </a:lvl6pPr>
            <a:lvl7pPr marL="3656686" indent="0">
              <a:buNone/>
              <a:defRPr sz="2666"/>
            </a:lvl7pPr>
            <a:lvl8pPr marL="4266133" indent="0">
              <a:buNone/>
              <a:defRPr sz="2666"/>
            </a:lvl8pPr>
            <a:lvl9pPr marL="4875581" indent="0">
              <a:buNone/>
              <a:defRPr sz="2666"/>
            </a:lvl9pPr>
          </a:lstStyle>
          <a:p>
            <a:endParaRPr lang="en-US"/>
          </a:p>
        </p:txBody>
      </p:sp>
      <p:sp>
        <p:nvSpPr>
          <p:cNvPr id="4" name="Text Placeholder 3"/>
          <p:cNvSpPr>
            <a:spLocks noGrp="1"/>
          </p:cNvSpPr>
          <p:nvPr>
            <p:ph type="body" sz="half" idx="2"/>
          </p:nvPr>
        </p:nvSpPr>
        <p:spPr>
          <a:xfrm>
            <a:off x="2389095" y="5367338"/>
            <a:ext cx="7313295" cy="804863"/>
          </a:xfrm>
          <a:prstGeom prst="rect">
            <a:avLst/>
          </a:prstGeom>
        </p:spPr>
        <p:txBody>
          <a:bodyPr/>
          <a:lstStyle>
            <a:lvl1pPr marL="0" indent="0">
              <a:buNone/>
              <a:defRPr sz="1866"/>
            </a:lvl1pPr>
            <a:lvl2pPr marL="609448" indent="0">
              <a:buNone/>
              <a:defRPr sz="1600"/>
            </a:lvl2pPr>
            <a:lvl3pPr marL="1218895" indent="0">
              <a:buNone/>
              <a:defRPr sz="1333"/>
            </a:lvl3pPr>
            <a:lvl4pPr marL="1828343" indent="0">
              <a:buNone/>
              <a:defRPr sz="1200"/>
            </a:lvl4pPr>
            <a:lvl5pPr marL="2437790" indent="0">
              <a:buNone/>
              <a:defRPr sz="1200"/>
            </a:lvl5pPr>
            <a:lvl6pPr marL="3047238" indent="0">
              <a:buNone/>
              <a:defRPr sz="1200"/>
            </a:lvl6pPr>
            <a:lvl7pPr marL="3656686" indent="0">
              <a:buNone/>
              <a:defRPr sz="1200"/>
            </a:lvl7pPr>
            <a:lvl8pPr marL="4266133" indent="0">
              <a:buNone/>
              <a:defRPr sz="1200"/>
            </a:lvl8pPr>
            <a:lvl9pPr marL="4875581" indent="0">
              <a:buNone/>
              <a:defRPr sz="1200"/>
            </a:lvl9pPr>
          </a:lstStyle>
          <a:p>
            <a:pPr lvl="0"/>
            <a:r>
              <a:rPr lang="en-US" smtClean="0"/>
              <a:t>Click to edit Master text styles</a:t>
            </a:r>
          </a:p>
        </p:txBody>
      </p:sp>
      <p:sp>
        <p:nvSpPr>
          <p:cNvPr id="5" name="Date Placeholder 4"/>
          <p:cNvSpPr>
            <a:spLocks noGrp="1"/>
          </p:cNvSpPr>
          <p:nvPr>
            <p:ph type="dt" sz="half" idx="10"/>
          </p:nvPr>
        </p:nvSpPr>
        <p:spPr>
          <a:xfrm>
            <a:off x="609441" y="6356351"/>
            <a:ext cx="2844059" cy="365125"/>
          </a:xfrm>
          <a:prstGeom prst="rect">
            <a:avLst/>
          </a:prstGeom>
        </p:spPr>
        <p:txBody>
          <a:bodyPr/>
          <a:lstStyle/>
          <a:p>
            <a:pPr defTabSz="609448"/>
            <a:fld id="{CFD51B6B-BA15-CE41-AD29-2140DF4ABB4D}" type="datetimeFigureOut">
              <a:rPr lang="en-US" smtClean="0">
                <a:solidFill>
                  <a:prstClr val="black"/>
                </a:solidFill>
              </a:rPr>
              <a:pPr defTabSz="609448"/>
              <a:t>6/11/2015</a:t>
            </a:fld>
            <a:endParaRPr lang="en-US">
              <a:solidFill>
                <a:prstClr val="black"/>
              </a:solidFill>
            </a:endParaRPr>
          </a:p>
        </p:txBody>
      </p:sp>
      <p:sp>
        <p:nvSpPr>
          <p:cNvPr id="6" name="Footer Placeholder 5"/>
          <p:cNvSpPr>
            <a:spLocks noGrp="1"/>
          </p:cNvSpPr>
          <p:nvPr>
            <p:ph type="ftr" sz="quarter" idx="11"/>
          </p:nvPr>
        </p:nvSpPr>
        <p:spPr>
          <a:xfrm>
            <a:off x="4164515" y="6356351"/>
            <a:ext cx="3859795" cy="365125"/>
          </a:xfrm>
          <a:prstGeom prst="rect">
            <a:avLst/>
          </a:prstGeom>
        </p:spPr>
        <p:txBody>
          <a:bodyPr/>
          <a:lstStyle/>
          <a:p>
            <a:pPr defTabSz="609448"/>
            <a:endParaRPr lang="en-US">
              <a:solidFill>
                <a:prstClr val="black"/>
              </a:solidFill>
            </a:endParaRPr>
          </a:p>
        </p:txBody>
      </p:sp>
      <p:sp>
        <p:nvSpPr>
          <p:cNvPr id="7" name="Slide Number Placeholder 6"/>
          <p:cNvSpPr>
            <a:spLocks noGrp="1"/>
          </p:cNvSpPr>
          <p:nvPr>
            <p:ph type="sldNum" sz="quarter" idx="12"/>
          </p:nvPr>
        </p:nvSpPr>
        <p:spPr>
          <a:xfrm>
            <a:off x="8735325" y="6356351"/>
            <a:ext cx="2844059" cy="365125"/>
          </a:xfrm>
          <a:prstGeom prst="rect">
            <a:avLst/>
          </a:prstGeom>
        </p:spPr>
        <p:txBody>
          <a:bodyPr/>
          <a:lstStyle/>
          <a:p>
            <a:pPr defTabSz="609448"/>
            <a:fld id="{42D76A44-4D58-6840-86A0-52BF418DD261}" type="slidenum">
              <a:rPr lang="en-US" smtClean="0">
                <a:solidFill>
                  <a:prstClr val="black"/>
                </a:solidFill>
              </a:rPr>
              <a:pPr defTabSz="609448"/>
              <a:t>‹#›</a:t>
            </a:fld>
            <a:endParaRPr lang="en-US">
              <a:solidFill>
                <a:prstClr val="black"/>
              </a:solidFill>
            </a:endParaRPr>
          </a:p>
        </p:txBody>
      </p:sp>
    </p:spTree>
    <p:extLst>
      <p:ext uri="{BB962C8B-B14F-4D97-AF65-F5344CB8AC3E}">
        <p14:creationId xmlns:p14="http://schemas.microsoft.com/office/powerpoint/2010/main" val="222277025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441" y="274639"/>
            <a:ext cx="10969943" cy="1143000"/>
          </a:xfrm>
          <a:prstGeom prst="rect">
            <a:avLst/>
          </a:prstGeo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609441" y="1600201"/>
            <a:ext cx="10969943" cy="4525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609441" y="6356351"/>
            <a:ext cx="2844059" cy="365125"/>
          </a:xfrm>
          <a:prstGeom prst="rect">
            <a:avLst/>
          </a:prstGeom>
        </p:spPr>
        <p:txBody>
          <a:bodyPr/>
          <a:lstStyle/>
          <a:p>
            <a:pPr defTabSz="609448"/>
            <a:fld id="{CFD51B6B-BA15-CE41-AD29-2140DF4ABB4D}" type="datetimeFigureOut">
              <a:rPr lang="en-US" smtClean="0">
                <a:solidFill>
                  <a:prstClr val="black"/>
                </a:solidFill>
              </a:rPr>
              <a:pPr defTabSz="609448"/>
              <a:t>6/11/2015</a:t>
            </a:fld>
            <a:endParaRPr lang="en-US">
              <a:solidFill>
                <a:prstClr val="black"/>
              </a:solidFill>
            </a:endParaRPr>
          </a:p>
        </p:txBody>
      </p:sp>
      <p:sp>
        <p:nvSpPr>
          <p:cNvPr id="5" name="Footer Placeholder 4"/>
          <p:cNvSpPr>
            <a:spLocks noGrp="1"/>
          </p:cNvSpPr>
          <p:nvPr>
            <p:ph type="ftr" sz="quarter" idx="11"/>
          </p:nvPr>
        </p:nvSpPr>
        <p:spPr>
          <a:xfrm>
            <a:off x="4164515" y="6356351"/>
            <a:ext cx="3859795" cy="365125"/>
          </a:xfrm>
          <a:prstGeom prst="rect">
            <a:avLst/>
          </a:prstGeom>
        </p:spPr>
        <p:txBody>
          <a:bodyPr/>
          <a:lstStyle/>
          <a:p>
            <a:pPr defTabSz="609448"/>
            <a:endParaRPr lang="en-US">
              <a:solidFill>
                <a:prstClr val="black"/>
              </a:solidFill>
            </a:endParaRPr>
          </a:p>
        </p:txBody>
      </p:sp>
      <p:sp>
        <p:nvSpPr>
          <p:cNvPr id="6" name="Slide Number Placeholder 5"/>
          <p:cNvSpPr>
            <a:spLocks noGrp="1"/>
          </p:cNvSpPr>
          <p:nvPr>
            <p:ph type="sldNum" sz="quarter" idx="12"/>
          </p:nvPr>
        </p:nvSpPr>
        <p:spPr>
          <a:xfrm>
            <a:off x="8735325" y="6356351"/>
            <a:ext cx="2844059" cy="365125"/>
          </a:xfrm>
          <a:prstGeom prst="rect">
            <a:avLst/>
          </a:prstGeom>
        </p:spPr>
        <p:txBody>
          <a:bodyPr/>
          <a:lstStyle/>
          <a:p>
            <a:pPr defTabSz="609448"/>
            <a:fld id="{42D76A44-4D58-6840-86A0-52BF418DD261}" type="slidenum">
              <a:rPr lang="en-US" smtClean="0">
                <a:solidFill>
                  <a:prstClr val="black"/>
                </a:solidFill>
              </a:rPr>
              <a:pPr defTabSz="609448"/>
              <a:t>‹#›</a:t>
            </a:fld>
            <a:endParaRPr lang="en-US">
              <a:solidFill>
                <a:prstClr val="black"/>
              </a:solidFill>
            </a:endParaRPr>
          </a:p>
        </p:txBody>
      </p:sp>
    </p:spTree>
    <p:extLst>
      <p:ext uri="{BB962C8B-B14F-4D97-AF65-F5344CB8AC3E}">
        <p14:creationId xmlns:p14="http://schemas.microsoft.com/office/powerpoint/2010/main" val="231654745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206375"/>
            <a:ext cx="2742486" cy="4387851"/>
          </a:xfrm>
          <a:prstGeom prst="rect">
            <a:avLst/>
          </a:prstGeo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441" y="206375"/>
            <a:ext cx="8024310" cy="4387851"/>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609441" y="6356351"/>
            <a:ext cx="2844059" cy="365125"/>
          </a:xfrm>
          <a:prstGeom prst="rect">
            <a:avLst/>
          </a:prstGeom>
        </p:spPr>
        <p:txBody>
          <a:bodyPr/>
          <a:lstStyle/>
          <a:p>
            <a:pPr defTabSz="609448"/>
            <a:fld id="{CFD51B6B-BA15-CE41-AD29-2140DF4ABB4D}" type="datetimeFigureOut">
              <a:rPr lang="en-US" smtClean="0">
                <a:solidFill>
                  <a:prstClr val="black"/>
                </a:solidFill>
              </a:rPr>
              <a:pPr defTabSz="609448"/>
              <a:t>6/11/2015</a:t>
            </a:fld>
            <a:endParaRPr lang="en-US">
              <a:solidFill>
                <a:prstClr val="black"/>
              </a:solidFill>
            </a:endParaRPr>
          </a:p>
        </p:txBody>
      </p:sp>
      <p:sp>
        <p:nvSpPr>
          <p:cNvPr id="5" name="Footer Placeholder 4"/>
          <p:cNvSpPr>
            <a:spLocks noGrp="1"/>
          </p:cNvSpPr>
          <p:nvPr>
            <p:ph type="ftr" sz="quarter" idx="11"/>
          </p:nvPr>
        </p:nvSpPr>
        <p:spPr>
          <a:xfrm>
            <a:off x="4164515" y="6356351"/>
            <a:ext cx="3859795" cy="365125"/>
          </a:xfrm>
          <a:prstGeom prst="rect">
            <a:avLst/>
          </a:prstGeom>
        </p:spPr>
        <p:txBody>
          <a:bodyPr/>
          <a:lstStyle/>
          <a:p>
            <a:pPr defTabSz="609448"/>
            <a:endParaRPr lang="en-US">
              <a:solidFill>
                <a:prstClr val="black"/>
              </a:solidFill>
            </a:endParaRPr>
          </a:p>
        </p:txBody>
      </p:sp>
      <p:sp>
        <p:nvSpPr>
          <p:cNvPr id="6" name="Slide Number Placeholder 5"/>
          <p:cNvSpPr>
            <a:spLocks noGrp="1"/>
          </p:cNvSpPr>
          <p:nvPr>
            <p:ph type="sldNum" sz="quarter" idx="12"/>
          </p:nvPr>
        </p:nvSpPr>
        <p:spPr>
          <a:xfrm>
            <a:off x="8735325" y="6356351"/>
            <a:ext cx="2844059" cy="365125"/>
          </a:xfrm>
          <a:prstGeom prst="rect">
            <a:avLst/>
          </a:prstGeom>
        </p:spPr>
        <p:txBody>
          <a:bodyPr/>
          <a:lstStyle/>
          <a:p>
            <a:pPr defTabSz="609448"/>
            <a:fld id="{42D76A44-4D58-6840-86A0-52BF418DD261}" type="slidenum">
              <a:rPr lang="en-US" smtClean="0">
                <a:solidFill>
                  <a:prstClr val="black"/>
                </a:solidFill>
              </a:rPr>
              <a:pPr defTabSz="609448"/>
              <a:t>‹#›</a:t>
            </a:fld>
            <a:endParaRPr lang="en-US">
              <a:solidFill>
                <a:prstClr val="black"/>
              </a:solidFill>
            </a:endParaRPr>
          </a:p>
        </p:txBody>
      </p:sp>
    </p:spTree>
    <p:extLst>
      <p:ext uri="{BB962C8B-B14F-4D97-AF65-F5344CB8AC3E}">
        <p14:creationId xmlns:p14="http://schemas.microsoft.com/office/powerpoint/2010/main" val="206085895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1_White title slide">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extLst/>
          </p:nvPr>
        </p:nvGraphicFramePr>
        <p:xfrm>
          <a:off x="0" y="0"/>
          <a:ext cx="211612" cy="211667"/>
        </p:xfrm>
        <a:graphic>
          <a:graphicData uri="http://schemas.openxmlformats.org/presentationml/2006/ole">
            <mc:AlternateContent xmlns:mc="http://schemas.openxmlformats.org/markup-compatibility/2006">
              <mc:Choice xmlns:v="urn:schemas-microsoft-com:vml" Requires="v">
                <p:oleObj spid="_x0000_s3261" name="think-cell Slide" r:id="rId8" imgW="360" imgH="360" progId="">
                  <p:embed/>
                </p:oleObj>
              </mc:Choice>
              <mc:Fallback>
                <p:oleObj name="think-cell Slide" r:id="rId8" imgW="360" imgH="360" progId="">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0"/>
                        <a:ext cx="211612" cy="211667"/>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
        <p:nvSpPr>
          <p:cNvPr id="8" name="Title 1"/>
          <p:cNvSpPr>
            <a:spLocks noGrp="1"/>
          </p:cNvSpPr>
          <p:nvPr>
            <p:ph type="ctrTitle" hasCustomPrompt="1"/>
            <p:custDataLst>
              <p:tags r:id="rId3"/>
            </p:custDataLst>
          </p:nvPr>
        </p:nvSpPr>
        <p:spPr bwMode="black">
          <a:xfrm>
            <a:off x="438798" y="2715760"/>
            <a:ext cx="9141619" cy="1608645"/>
          </a:xfrm>
        </p:spPr>
        <p:txBody>
          <a:bodyPr anchor="b"/>
          <a:lstStyle>
            <a:lvl1pPr>
              <a:lnSpc>
                <a:spcPct val="90000"/>
              </a:lnSpc>
              <a:defRPr sz="6132" spc="-133">
                <a:solidFill>
                  <a:sysClr val="windowText" lastClr="000000"/>
                </a:solidFill>
              </a:defRPr>
            </a:lvl1pPr>
          </a:lstStyle>
          <a:p>
            <a:r>
              <a:rPr lang="en-US" dirty="0" smtClean="0"/>
              <a:t>Click to edit master </a:t>
            </a:r>
            <a:br>
              <a:rPr lang="en-US" dirty="0" smtClean="0"/>
            </a:br>
            <a:r>
              <a:rPr lang="en-US" dirty="0" smtClean="0"/>
              <a:t>title style</a:t>
            </a:r>
            <a:endParaRPr lang="en-US" dirty="0"/>
          </a:p>
        </p:txBody>
      </p:sp>
      <p:sp>
        <p:nvSpPr>
          <p:cNvPr id="9" name="Subtitle 2"/>
          <p:cNvSpPr>
            <a:spLocks noGrp="1"/>
          </p:cNvSpPr>
          <p:nvPr>
            <p:ph type="subTitle" idx="1" hasCustomPrompt="1"/>
            <p:custDataLst>
              <p:tags r:id="rId4"/>
            </p:custDataLst>
          </p:nvPr>
        </p:nvSpPr>
        <p:spPr bwMode="black">
          <a:xfrm>
            <a:off x="438798" y="4335579"/>
            <a:ext cx="9141619" cy="1219200"/>
          </a:xfrm>
        </p:spPr>
        <p:txBody>
          <a:bodyPr/>
          <a:lstStyle>
            <a:lvl1pPr marL="0" indent="0" algn="l">
              <a:buNone/>
              <a:defRPr>
                <a:solidFill>
                  <a:sysClr val="windowText" lastClr="000000"/>
                </a:solidFill>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dirty="0" smtClean="0"/>
              <a:t>Click to edit master subtitle style</a:t>
            </a:r>
            <a:endParaRPr lang="en-US" dirty="0"/>
          </a:p>
        </p:txBody>
      </p:sp>
      <p:sp>
        <p:nvSpPr>
          <p:cNvPr id="6" name="TextBox 5"/>
          <p:cNvSpPr txBox="1"/>
          <p:nvPr userDrawn="1">
            <p:custDataLst>
              <p:tags r:id="rId5"/>
            </p:custDataLst>
          </p:nvPr>
        </p:nvSpPr>
        <p:spPr>
          <a:xfrm>
            <a:off x="438798" y="6345071"/>
            <a:ext cx="10680611" cy="304800"/>
          </a:xfrm>
          <a:prstGeom prst="rect">
            <a:avLst/>
          </a:prstGeom>
          <a:noFill/>
        </p:spPr>
        <p:txBody>
          <a:bodyPr wrap="square" lIns="0" rtlCol="0">
            <a:noAutofit/>
          </a:bodyPr>
          <a:lstStyle/>
          <a:p>
            <a:pPr defTabSz="609448">
              <a:defRPr/>
            </a:pPr>
            <a:r>
              <a:rPr lang="en-US" sz="933" dirty="0" smtClean="0">
                <a:solidFill>
                  <a:srgbClr val="B9B8BB"/>
                </a:solidFill>
                <a:cs typeface="HP Simplified"/>
              </a:rPr>
              <a:t>© Copyright 2013 Hewlett-Packard Development Company, L.P.  The information contained herein is subject to change without notice.</a:t>
            </a:r>
          </a:p>
        </p:txBody>
      </p:sp>
    </p:spTree>
    <p:extLst>
      <p:ext uri="{BB962C8B-B14F-4D97-AF65-F5344CB8AC3E}">
        <p14:creationId xmlns:p14="http://schemas.microsoft.com/office/powerpoint/2010/main" val="897822427"/>
      </p:ext>
    </p:extLst>
  </p:cSld>
  <p:clrMapOvr>
    <a:masterClrMapping/>
  </p:clrMapOvr>
  <p:transition/>
  <p:timing>
    <p:tnLst>
      <p:par>
        <p:cTn id="1" dur="indefinite" restart="never" nodeType="tmRoot"/>
      </p:par>
    </p:tnLst>
  </p:timing>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Blue title slide ">
    <p:bg>
      <p:bgPr>
        <a:solidFill>
          <a:schemeClr val="accent1"/>
        </a:solidFill>
        <a:effectLst/>
      </p:bgPr>
    </p:bg>
    <p:spTree>
      <p:nvGrpSpPr>
        <p:cNvPr id="1" name=""/>
        <p:cNvGrpSpPr/>
        <p:nvPr/>
      </p:nvGrpSpPr>
      <p:grpSpPr>
        <a:xfrm>
          <a:off x="0" y="0"/>
          <a:ext cx="0" cy="0"/>
          <a:chOff x="0" y="0"/>
          <a:chExt cx="0" cy="0"/>
        </a:xfrm>
      </p:grpSpPr>
      <p:sp>
        <p:nvSpPr>
          <p:cNvPr id="10" name="Title 1"/>
          <p:cNvSpPr>
            <a:spLocks noGrp="1"/>
          </p:cNvSpPr>
          <p:nvPr>
            <p:ph type="ctrTitle" hasCustomPrompt="1"/>
          </p:nvPr>
        </p:nvSpPr>
        <p:spPr bwMode="black">
          <a:xfrm>
            <a:off x="438798" y="2715760"/>
            <a:ext cx="9141619" cy="1608645"/>
          </a:xfrm>
        </p:spPr>
        <p:txBody>
          <a:bodyPr anchor="b"/>
          <a:lstStyle>
            <a:lvl1pPr>
              <a:lnSpc>
                <a:spcPct val="90000"/>
              </a:lnSpc>
              <a:defRPr sz="6132" spc="-133">
                <a:solidFill>
                  <a:schemeClr val="bg1"/>
                </a:solidFill>
              </a:defRPr>
            </a:lvl1pPr>
          </a:lstStyle>
          <a:p>
            <a:r>
              <a:rPr lang="en-US" dirty="0" smtClean="0"/>
              <a:t>Click to edit master </a:t>
            </a:r>
            <a:br>
              <a:rPr lang="en-US" dirty="0" smtClean="0"/>
            </a:br>
            <a:r>
              <a:rPr lang="en-US" dirty="0" smtClean="0"/>
              <a:t>title style</a:t>
            </a:r>
            <a:endParaRPr lang="en-US" dirty="0"/>
          </a:p>
        </p:txBody>
      </p:sp>
      <p:sp>
        <p:nvSpPr>
          <p:cNvPr id="11" name="Subtitle 2"/>
          <p:cNvSpPr>
            <a:spLocks noGrp="1"/>
          </p:cNvSpPr>
          <p:nvPr>
            <p:ph type="subTitle" idx="1" hasCustomPrompt="1"/>
          </p:nvPr>
        </p:nvSpPr>
        <p:spPr bwMode="black">
          <a:xfrm>
            <a:off x="438798" y="4335579"/>
            <a:ext cx="9141619" cy="1219200"/>
          </a:xfrm>
        </p:spPr>
        <p:txBody>
          <a:bodyPr/>
          <a:lstStyle>
            <a:lvl1pPr marL="0" indent="0" algn="l">
              <a:buNone/>
              <a:defRPr>
                <a:solidFill>
                  <a:schemeClr val="bg1"/>
                </a:solidFill>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dirty="0" smtClean="0"/>
              <a:t>Click to edit master subtitle style</a:t>
            </a:r>
            <a:endParaRPr lang="en-US" dirty="0"/>
          </a:p>
        </p:txBody>
      </p:sp>
      <p:pic>
        <p:nvPicPr>
          <p:cNvPr id="2" name="Picture 1" descr="HP_White_RGB_150_LG.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263507" y="487680"/>
            <a:ext cx="2510898" cy="2511552"/>
          </a:xfrm>
          <a:prstGeom prst="rect">
            <a:avLst/>
          </a:prstGeom>
        </p:spPr>
      </p:pic>
      <p:sp>
        <p:nvSpPr>
          <p:cNvPr id="6" name="TextBox 5"/>
          <p:cNvSpPr txBox="1"/>
          <p:nvPr userDrawn="1"/>
        </p:nvSpPr>
        <p:spPr>
          <a:xfrm>
            <a:off x="438798" y="6345071"/>
            <a:ext cx="10680611" cy="304800"/>
          </a:xfrm>
          <a:prstGeom prst="rect">
            <a:avLst/>
          </a:prstGeom>
          <a:noFill/>
        </p:spPr>
        <p:txBody>
          <a:bodyPr wrap="square" lIns="0" rtlCol="0">
            <a:noAutofit/>
          </a:bodyPr>
          <a:lstStyle/>
          <a:p>
            <a:pPr defTabSz="609448">
              <a:defRPr/>
            </a:pPr>
            <a:r>
              <a:rPr lang="en-US" sz="933" dirty="0" smtClean="0">
                <a:solidFill>
                  <a:prstClr val="white"/>
                </a:solidFill>
                <a:cs typeface="HP Simplified"/>
              </a:rPr>
              <a:t>© Copyright 2013 Hewlett-Packard Development Company, L.P.  The information contained herein is subject to change without notice.</a:t>
            </a:r>
          </a:p>
        </p:txBody>
      </p:sp>
    </p:spTree>
    <p:extLst>
      <p:ext uri="{BB962C8B-B14F-4D97-AF65-F5344CB8AC3E}">
        <p14:creationId xmlns:p14="http://schemas.microsoft.com/office/powerpoint/2010/main" val="3003060350"/>
      </p:ext>
    </p:extLst>
  </p:cSld>
  <p:clrMapOvr>
    <a:masterClrMapping/>
  </p:clrMapOvr>
  <p:transition/>
  <p:timing>
    <p:tnLst>
      <p:par>
        <p:cTn id="1" dur="indefinite" restart="never" nodeType="tmRoot"/>
      </p:par>
    </p:tnLst>
  </p:timing>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White divider slide">
    <p:spTree>
      <p:nvGrpSpPr>
        <p:cNvPr id="1" name=""/>
        <p:cNvGrpSpPr/>
        <p:nvPr/>
      </p:nvGrpSpPr>
      <p:grpSpPr>
        <a:xfrm>
          <a:off x="0" y="0"/>
          <a:ext cx="0" cy="0"/>
          <a:chOff x="0" y="0"/>
          <a:chExt cx="0" cy="0"/>
        </a:xfrm>
      </p:grpSpPr>
      <p:sp>
        <p:nvSpPr>
          <p:cNvPr id="16" name="Title 1"/>
          <p:cNvSpPr>
            <a:spLocks noGrp="1"/>
          </p:cNvSpPr>
          <p:nvPr>
            <p:ph type="ctrTitle" hasCustomPrompt="1"/>
          </p:nvPr>
        </p:nvSpPr>
        <p:spPr bwMode="black">
          <a:xfrm>
            <a:off x="438798" y="316993"/>
            <a:ext cx="9627295" cy="2675604"/>
          </a:xfrm>
          <a:prstGeom prst="rect">
            <a:avLst/>
          </a:prstGeom>
        </p:spPr>
        <p:txBody>
          <a:bodyPr wrap="square" lIns="0" tIns="0" rIns="0" bIns="0" anchor="t" anchorCtr="0">
            <a:noAutofit/>
          </a:bodyPr>
          <a:lstStyle>
            <a:lvl1pPr algn="l">
              <a:lnSpc>
                <a:spcPct val="90000"/>
              </a:lnSpc>
              <a:defRPr sz="5332" b="1" i="0" spc="-133">
                <a:solidFill>
                  <a:schemeClr val="tx1"/>
                </a:solidFill>
                <a:latin typeface="HP Simplified" pitchFamily="34" charset="0"/>
                <a:cs typeface="HP Simplified" pitchFamily="34" charset="0"/>
              </a:defRPr>
            </a:lvl1pPr>
          </a:lstStyle>
          <a:p>
            <a:r>
              <a:rPr lang="en-US" noProof="0" dirty="0" smtClean="0"/>
              <a:t>Click to edit </a:t>
            </a:r>
            <a:br>
              <a:rPr lang="en-US" noProof="0" dirty="0" smtClean="0"/>
            </a:br>
            <a:r>
              <a:rPr lang="en-US" noProof="0" dirty="0" smtClean="0"/>
              <a:t>master </a:t>
            </a:r>
            <a:br>
              <a:rPr lang="en-US" noProof="0" dirty="0" smtClean="0"/>
            </a:br>
            <a:r>
              <a:rPr lang="en-US" noProof="0" dirty="0" smtClean="0"/>
              <a:t>title style</a:t>
            </a:r>
            <a:endParaRPr lang="en-US" noProof="0" dirty="0"/>
          </a:p>
        </p:txBody>
      </p:sp>
      <p:pic>
        <p:nvPicPr>
          <p:cNvPr id="7" name="Picture 6" descr="HP_White_RGB_150_SM.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37332" y="6047232"/>
            <a:ext cx="487521" cy="487648"/>
          </a:xfrm>
          <a:prstGeom prst="rect">
            <a:avLst/>
          </a:prstGeom>
        </p:spPr>
      </p:pic>
      <p:sp>
        <p:nvSpPr>
          <p:cNvPr id="6" name="TextBox 5"/>
          <p:cNvSpPr txBox="1"/>
          <p:nvPr userDrawn="1"/>
        </p:nvSpPr>
        <p:spPr>
          <a:xfrm>
            <a:off x="438798" y="6345071"/>
            <a:ext cx="10680611" cy="304800"/>
          </a:xfrm>
          <a:prstGeom prst="rect">
            <a:avLst/>
          </a:prstGeom>
          <a:noFill/>
        </p:spPr>
        <p:txBody>
          <a:bodyPr wrap="square" lIns="0" rtlCol="0">
            <a:noAutofit/>
          </a:bodyPr>
          <a:lstStyle/>
          <a:p>
            <a:pPr defTabSz="609448">
              <a:defRPr/>
            </a:pPr>
            <a:r>
              <a:rPr lang="en-US" sz="933" dirty="0" smtClean="0">
                <a:solidFill>
                  <a:srgbClr val="B9B8BB"/>
                </a:solidFill>
                <a:cs typeface="HP Simplified"/>
              </a:rPr>
              <a:t>© Copyright 2013 Hewlett-Packard Development Company, L.P.  The information contained herein is subject to change without notice.</a:t>
            </a:r>
          </a:p>
        </p:txBody>
      </p:sp>
      <p:pic>
        <p:nvPicPr>
          <p:cNvPr id="5" name="Picture 4" descr="HP_Blue_RGB_150_SM.pn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335607" y="6047232"/>
            <a:ext cx="487553" cy="487680"/>
          </a:xfrm>
          <a:prstGeom prst="rect">
            <a:avLst/>
          </a:prstGeom>
        </p:spPr>
      </p:pic>
    </p:spTree>
    <p:extLst>
      <p:ext uri="{BB962C8B-B14F-4D97-AF65-F5344CB8AC3E}">
        <p14:creationId xmlns:p14="http://schemas.microsoft.com/office/powerpoint/2010/main" val="2454181638"/>
      </p:ext>
    </p:extLst>
  </p:cSld>
  <p:clrMapOvr>
    <a:masterClrMapping/>
  </p:clrMapOvr>
  <p:transition/>
  <p:timing>
    <p:tnLst>
      <p:par>
        <p:cTn id="1" dur="indefinite" restart="never" nodeType="tmRoot"/>
      </p:par>
    </p:tnLst>
  </p:timing>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Blue quote slide with subtitle">
    <p:bg>
      <p:bgPr>
        <a:solidFill>
          <a:schemeClr val="accent1"/>
        </a:solidFill>
        <a:effectLst/>
      </p:bgPr>
    </p:bg>
    <p:spTree>
      <p:nvGrpSpPr>
        <p:cNvPr id="1" name=""/>
        <p:cNvGrpSpPr/>
        <p:nvPr/>
      </p:nvGrpSpPr>
      <p:grpSpPr>
        <a:xfrm>
          <a:off x="0" y="0"/>
          <a:ext cx="0" cy="0"/>
          <a:chOff x="0" y="0"/>
          <a:chExt cx="0" cy="0"/>
        </a:xfrm>
      </p:grpSpPr>
      <p:sp>
        <p:nvSpPr>
          <p:cNvPr id="16" name="Title 1"/>
          <p:cNvSpPr>
            <a:spLocks noGrp="1"/>
          </p:cNvSpPr>
          <p:nvPr>
            <p:ph type="ctrTitle" hasCustomPrompt="1"/>
          </p:nvPr>
        </p:nvSpPr>
        <p:spPr bwMode="black">
          <a:xfrm>
            <a:off x="438798" y="321226"/>
            <a:ext cx="9627295" cy="2675604"/>
          </a:xfrm>
          <a:prstGeom prst="rect">
            <a:avLst/>
          </a:prstGeom>
        </p:spPr>
        <p:txBody>
          <a:bodyPr wrap="square" lIns="0" tIns="0" rIns="0" bIns="0" anchor="t" anchorCtr="0">
            <a:noAutofit/>
          </a:bodyPr>
          <a:lstStyle>
            <a:lvl1pPr algn="l" defTabSz="609448" rtl="0" eaLnBrk="1" latinLnBrk="0" hangingPunct="1">
              <a:lnSpc>
                <a:spcPct val="90000"/>
              </a:lnSpc>
              <a:spcBef>
                <a:spcPct val="0"/>
              </a:spcBef>
              <a:spcAft>
                <a:spcPts val="0"/>
              </a:spcAft>
              <a:buNone/>
              <a:defRPr lang="en-US" sz="5332" b="1" i="0" kern="1200" spc="-133" noProof="0" dirty="0">
                <a:solidFill>
                  <a:schemeClr val="bg1"/>
                </a:solidFill>
                <a:latin typeface="HP Simplified" pitchFamily="34" charset="0"/>
                <a:ea typeface="+mj-ea"/>
                <a:cs typeface="HP Simplified" pitchFamily="34" charset="0"/>
              </a:defRPr>
            </a:lvl1pPr>
          </a:lstStyle>
          <a:p>
            <a:r>
              <a:rPr lang="en-US" noProof="0" dirty="0" smtClean="0"/>
              <a:t>Click to edit </a:t>
            </a:r>
            <a:br>
              <a:rPr lang="en-US" noProof="0" dirty="0" smtClean="0"/>
            </a:br>
            <a:r>
              <a:rPr lang="en-US" noProof="0" dirty="0" smtClean="0"/>
              <a:t>master </a:t>
            </a:r>
            <a:br>
              <a:rPr lang="en-US" noProof="0" dirty="0" smtClean="0"/>
            </a:br>
            <a:r>
              <a:rPr lang="en-US" noProof="0" dirty="0" smtClean="0"/>
              <a:t>title style</a:t>
            </a:r>
            <a:endParaRPr lang="en-US" noProof="0" dirty="0"/>
          </a:p>
        </p:txBody>
      </p:sp>
      <p:pic>
        <p:nvPicPr>
          <p:cNvPr id="7" name="Picture 6" descr="HP_White_RGB_150_SM.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37332" y="6047232"/>
            <a:ext cx="487521" cy="487648"/>
          </a:xfrm>
          <a:prstGeom prst="rect">
            <a:avLst/>
          </a:prstGeom>
        </p:spPr>
      </p:pic>
      <p:sp>
        <p:nvSpPr>
          <p:cNvPr id="6" name="TextBox 5"/>
          <p:cNvSpPr txBox="1"/>
          <p:nvPr userDrawn="1"/>
        </p:nvSpPr>
        <p:spPr>
          <a:xfrm>
            <a:off x="438798" y="6345071"/>
            <a:ext cx="10680611" cy="304800"/>
          </a:xfrm>
          <a:prstGeom prst="rect">
            <a:avLst/>
          </a:prstGeom>
          <a:noFill/>
        </p:spPr>
        <p:txBody>
          <a:bodyPr wrap="square" lIns="0" rtlCol="0">
            <a:noAutofit/>
          </a:bodyPr>
          <a:lstStyle/>
          <a:p>
            <a:pPr defTabSz="609448">
              <a:defRPr/>
            </a:pPr>
            <a:r>
              <a:rPr lang="en-US" sz="933" dirty="0" smtClean="0">
                <a:solidFill>
                  <a:prstClr val="white"/>
                </a:solidFill>
                <a:cs typeface="HP Simplified"/>
              </a:rPr>
              <a:t>© Copyright 2013 Hewlett-Packard Development Company, L.P.  The information contained herein is subject to change without notice.</a:t>
            </a:r>
          </a:p>
        </p:txBody>
      </p:sp>
      <p:sp>
        <p:nvSpPr>
          <p:cNvPr id="5" name="Subtitle 2"/>
          <p:cNvSpPr>
            <a:spLocks noGrp="1"/>
          </p:cNvSpPr>
          <p:nvPr>
            <p:ph type="subTitle" idx="1" hasCustomPrompt="1"/>
          </p:nvPr>
        </p:nvSpPr>
        <p:spPr>
          <a:xfrm>
            <a:off x="433579" y="4407148"/>
            <a:ext cx="6862308" cy="865632"/>
          </a:xfrm>
          <a:prstGeom prst="rect">
            <a:avLst/>
          </a:prstGeom>
        </p:spPr>
        <p:txBody>
          <a:bodyPr>
            <a:noAutofit/>
          </a:bodyPr>
          <a:lstStyle>
            <a:lvl1pPr marL="0" indent="0" algn="l">
              <a:lnSpc>
                <a:spcPct val="100000"/>
              </a:lnSpc>
              <a:spcBef>
                <a:spcPts val="0"/>
              </a:spcBef>
              <a:buNone/>
              <a:defRPr sz="2399" b="0">
                <a:solidFill>
                  <a:srgbClr val="FFFFFF"/>
                </a:solidFill>
                <a:latin typeface="+mn-lt"/>
                <a:cs typeface="Arial"/>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noProof="0" dirty="0" smtClean="0"/>
              <a:t>Click to edit master subtitle style</a:t>
            </a:r>
            <a:endParaRPr lang="en-US" noProof="0" dirty="0"/>
          </a:p>
        </p:txBody>
      </p:sp>
    </p:spTree>
    <p:extLst>
      <p:ext uri="{BB962C8B-B14F-4D97-AF65-F5344CB8AC3E}">
        <p14:creationId xmlns:p14="http://schemas.microsoft.com/office/powerpoint/2010/main" val="2075083612"/>
      </p:ext>
    </p:extLst>
  </p:cSld>
  <p:clrMapOvr>
    <a:masterClrMapping/>
  </p:clrMapOvr>
  <p:transition/>
  <p:timing>
    <p:tnLst>
      <p:par>
        <p:cTn id="1" dur="indefinite" restart="never" nodeType="tmRoot"/>
      </p:par>
    </p:tnLst>
  </p:timing>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1"/>
        </a:solidFill>
        <a:effectLst/>
      </p:bgPr>
    </p:bg>
    <p:spTree>
      <p:nvGrpSpPr>
        <p:cNvPr id="1" name=""/>
        <p:cNvGrpSpPr/>
        <p:nvPr/>
      </p:nvGrpSpPr>
      <p:grpSpPr>
        <a:xfrm>
          <a:off x="0" y="0"/>
          <a:ext cx="0" cy="0"/>
          <a:chOff x="0" y="0"/>
          <a:chExt cx="0" cy="0"/>
        </a:xfrm>
      </p:grpSpPr>
      <p:sp>
        <p:nvSpPr>
          <p:cNvPr id="7" name="Title 6"/>
          <p:cNvSpPr>
            <a:spLocks noGrp="1"/>
          </p:cNvSpPr>
          <p:nvPr>
            <p:ph type="title" hasCustomPrompt="1"/>
          </p:nvPr>
        </p:nvSpPr>
        <p:spPr bwMode="black">
          <a:xfrm>
            <a:off x="441845" y="313419"/>
            <a:ext cx="10820123" cy="574516"/>
          </a:xfrm>
        </p:spPr>
        <p:txBody>
          <a:bodyPr wrap="square">
            <a:noAutofit/>
          </a:bodyPr>
          <a:lstStyle>
            <a:lvl1pPr>
              <a:defRPr b="1" i="0">
                <a:solidFill>
                  <a:srgbClr val="000000"/>
                </a:solidFill>
                <a:latin typeface="HP Simplified" pitchFamily="34" charset="0"/>
                <a:cs typeface="HP Simplified" pitchFamily="34" charset="0"/>
              </a:defRPr>
            </a:lvl1pPr>
          </a:lstStyle>
          <a:p>
            <a:r>
              <a:rPr lang="en-US" noProof="0" dirty="0" smtClean="0"/>
              <a:t>Click to edit master title style</a:t>
            </a:r>
            <a:endParaRPr lang="en-US" noProof="0" dirty="0"/>
          </a:p>
        </p:txBody>
      </p:sp>
    </p:spTree>
    <p:extLst>
      <p:ext uri="{BB962C8B-B14F-4D97-AF65-F5344CB8AC3E}">
        <p14:creationId xmlns:p14="http://schemas.microsoft.com/office/powerpoint/2010/main" val="3476752585"/>
      </p:ext>
    </p:extLst>
  </p:cSld>
  <p:clrMapOvr>
    <a:masterClrMapping/>
  </p:clrMapOvr>
  <p:transition/>
  <p:timing>
    <p:tnLst>
      <p:par>
        <p:cTn id="1" dur="indefinite" restart="never" nodeType="tmRoot"/>
      </p:par>
    </p:tnLst>
  </p:timing>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Title, sub title with content">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black">
          <a:xfrm>
            <a:off x="441845" y="1001854"/>
            <a:ext cx="10820123" cy="369332"/>
          </a:xfrm>
          <a:prstGeom prst="rect">
            <a:avLst/>
          </a:prstGeom>
        </p:spPr>
        <p:txBody>
          <a:bodyPr wrap="square" anchor="t">
            <a:noAutofit/>
          </a:bodyPr>
          <a:lstStyle>
            <a:lvl1pPr marL="0" indent="0" algn="l">
              <a:lnSpc>
                <a:spcPct val="100000"/>
              </a:lnSpc>
              <a:buNone/>
              <a:defRPr sz="2399" b="0" i="0">
                <a:solidFill>
                  <a:srgbClr val="000000"/>
                </a:solidFill>
                <a:latin typeface="HP Simplified" pitchFamily="34" charset="0"/>
                <a:cs typeface="HP Simplified" pitchFamily="34" charset="0"/>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noProof="0" dirty="0" smtClean="0"/>
              <a:t>Click to edit master subtitle style</a:t>
            </a:r>
            <a:endParaRPr lang="en-US" noProof="0" dirty="0"/>
          </a:p>
        </p:txBody>
      </p:sp>
      <p:sp>
        <p:nvSpPr>
          <p:cNvPr id="7" name="Title 6"/>
          <p:cNvSpPr>
            <a:spLocks noGrp="1"/>
          </p:cNvSpPr>
          <p:nvPr>
            <p:ph type="title" hasCustomPrompt="1"/>
          </p:nvPr>
        </p:nvSpPr>
        <p:spPr bwMode="black">
          <a:xfrm>
            <a:off x="441845" y="313419"/>
            <a:ext cx="10820123" cy="574516"/>
          </a:xfrm>
        </p:spPr>
        <p:txBody>
          <a:bodyPr wrap="square">
            <a:noAutofit/>
          </a:bodyPr>
          <a:lstStyle>
            <a:lvl1pPr>
              <a:defRPr b="1" i="0">
                <a:solidFill>
                  <a:srgbClr val="000000"/>
                </a:solidFill>
                <a:latin typeface="HP Simplified" pitchFamily="34" charset="0"/>
                <a:cs typeface="HP Simplified" pitchFamily="34" charset="0"/>
              </a:defRPr>
            </a:lvl1pPr>
          </a:lstStyle>
          <a:p>
            <a:r>
              <a:rPr lang="en-US" noProof="0" dirty="0" smtClean="0"/>
              <a:t>Click to edit master title style</a:t>
            </a:r>
            <a:endParaRPr lang="en-US" noProof="0" dirty="0"/>
          </a:p>
        </p:txBody>
      </p:sp>
      <p:sp>
        <p:nvSpPr>
          <p:cNvPr id="6" name="Content Placeholder 5"/>
          <p:cNvSpPr>
            <a:spLocks noGrp="1"/>
          </p:cNvSpPr>
          <p:nvPr>
            <p:ph sz="quarter" idx="10"/>
          </p:nvPr>
        </p:nvSpPr>
        <p:spPr>
          <a:xfrm>
            <a:off x="438798" y="1584962"/>
            <a:ext cx="10823677" cy="4305300"/>
          </a:xfrm>
        </p:spPr>
        <p:txBody>
          <a:bodyPr wrap="square">
            <a:noAutofit/>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255344465"/>
      </p:ext>
    </p:extLst>
  </p:cSld>
  <p:clrMapOvr>
    <a:masterClrMapping/>
  </p:clrMapOvr>
  <p:transition/>
  <p:timing>
    <p:tnLst>
      <p:par>
        <p:cTn id="1" dur="indefinite" restart="never" nodeType="tmRoot"/>
      </p:par>
    </p:tnLst>
  </p:timing>
  <p:hf hdr="0" ftr="0" dt="0"/>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sub title with two columns">
    <p:spTree>
      <p:nvGrpSpPr>
        <p:cNvPr id="1" name=""/>
        <p:cNvGrpSpPr/>
        <p:nvPr/>
      </p:nvGrpSpPr>
      <p:grpSpPr>
        <a:xfrm>
          <a:off x="0" y="0"/>
          <a:ext cx="0" cy="0"/>
          <a:chOff x="0" y="0"/>
          <a:chExt cx="0" cy="0"/>
        </a:xfrm>
      </p:grpSpPr>
      <p:sp>
        <p:nvSpPr>
          <p:cNvPr id="13" name="Title Placeholder 1"/>
          <p:cNvSpPr>
            <a:spLocks noGrp="1"/>
          </p:cNvSpPr>
          <p:nvPr>
            <p:ph type="title" hasCustomPrompt="1"/>
          </p:nvPr>
        </p:nvSpPr>
        <p:spPr bwMode="black">
          <a:xfrm>
            <a:off x="441847" y="313418"/>
            <a:ext cx="11277202" cy="574516"/>
          </a:xfrm>
          <a:prstGeom prst="rect">
            <a:avLst/>
          </a:prstGeom>
          <a:ln>
            <a:noFill/>
          </a:ln>
        </p:spPr>
        <p:txBody>
          <a:bodyPr vert="horz" wrap="square" lIns="0" tIns="0" rIns="0" bIns="0" rtlCol="0" anchor="t" anchorCtr="0">
            <a:spAutoFit/>
          </a:bodyPr>
          <a:lstStyle>
            <a:lvl1pPr>
              <a:defRPr>
                <a:solidFill>
                  <a:srgbClr val="000000"/>
                </a:solidFill>
              </a:defRPr>
            </a:lvl1pPr>
          </a:lstStyle>
          <a:p>
            <a:r>
              <a:rPr lang="en-US" noProof="0" dirty="0" smtClean="0"/>
              <a:t>Click to edit master title style</a:t>
            </a:r>
            <a:endParaRPr lang="en-US" noProof="0" dirty="0"/>
          </a:p>
        </p:txBody>
      </p:sp>
      <p:sp>
        <p:nvSpPr>
          <p:cNvPr id="8" name="Content Placeholder 7"/>
          <p:cNvSpPr>
            <a:spLocks noGrp="1"/>
          </p:cNvSpPr>
          <p:nvPr>
            <p:ph sz="quarter" idx="16"/>
          </p:nvPr>
        </p:nvSpPr>
        <p:spPr>
          <a:xfrm>
            <a:off x="438037" y="1584961"/>
            <a:ext cx="5372816" cy="4293025"/>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0" name="Content Placeholder 9"/>
          <p:cNvSpPr>
            <a:spLocks noGrp="1"/>
          </p:cNvSpPr>
          <p:nvPr>
            <p:ph sz="quarter" idx="17"/>
          </p:nvPr>
        </p:nvSpPr>
        <p:spPr>
          <a:xfrm>
            <a:off x="6090180" y="1581152"/>
            <a:ext cx="5169672" cy="4296832"/>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Subtitle 2"/>
          <p:cNvSpPr>
            <a:spLocks noGrp="1"/>
          </p:cNvSpPr>
          <p:nvPr>
            <p:ph type="subTitle" idx="1" hasCustomPrompt="1"/>
          </p:nvPr>
        </p:nvSpPr>
        <p:spPr bwMode="black">
          <a:xfrm>
            <a:off x="441847" y="1001854"/>
            <a:ext cx="11277202" cy="369332"/>
          </a:xfrm>
          <a:prstGeom prst="rect">
            <a:avLst/>
          </a:prstGeom>
        </p:spPr>
        <p:txBody>
          <a:bodyPr wrap="square" anchor="t">
            <a:noAutofit/>
          </a:bodyPr>
          <a:lstStyle>
            <a:lvl1pPr marL="0" indent="0" algn="l">
              <a:lnSpc>
                <a:spcPct val="100000"/>
              </a:lnSpc>
              <a:buNone/>
              <a:defRPr sz="2399" b="0" i="0">
                <a:solidFill>
                  <a:srgbClr val="000000"/>
                </a:solidFill>
                <a:latin typeface="HP Simplified" pitchFamily="34" charset="0"/>
                <a:cs typeface="HP Simplified" pitchFamily="34" charset="0"/>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noProof="0" dirty="0" smtClean="0"/>
              <a:t>Click to edit master subtitle style</a:t>
            </a:r>
            <a:endParaRPr lang="en-US" noProof="0" dirty="0"/>
          </a:p>
        </p:txBody>
      </p:sp>
    </p:spTree>
    <p:extLst>
      <p:ext uri="{BB962C8B-B14F-4D97-AF65-F5344CB8AC3E}">
        <p14:creationId xmlns:p14="http://schemas.microsoft.com/office/powerpoint/2010/main" val="880098516"/>
      </p:ext>
    </p:extLst>
  </p:cSld>
  <p:clrMapOvr>
    <a:masterClrMapping/>
  </p:clrMapOvr>
  <p:transition/>
  <p:timing>
    <p:tnLst>
      <p:par>
        <p:cTn id="1" dur="indefinite" restart="never" nodeType="tmRoot"/>
      </p:par>
    </p:tnLst>
  </p:timing>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Half page, sub title with image">
    <p:bg>
      <p:bgPr>
        <a:solidFill>
          <a:schemeClr val="bg1"/>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1"/>
          </p:nvPr>
        </p:nvSpPr>
        <p:spPr>
          <a:xfrm>
            <a:off x="6090183" y="1581397"/>
            <a:ext cx="5169671" cy="4296588"/>
          </a:xfrm>
        </p:spPr>
        <p:txBody>
          <a:bodyPr anchor="ctr"/>
          <a:lstStyle>
            <a:lvl1pPr algn="ctr">
              <a:defRPr b="0">
                <a:solidFill>
                  <a:schemeClr val="tx1"/>
                </a:solidFill>
              </a:defRPr>
            </a:lvl1pPr>
          </a:lstStyle>
          <a:p>
            <a:endParaRPr lang="en-US" dirty="0"/>
          </a:p>
        </p:txBody>
      </p:sp>
      <p:sp>
        <p:nvSpPr>
          <p:cNvPr id="7" name="Title 6"/>
          <p:cNvSpPr>
            <a:spLocks noGrp="1"/>
          </p:cNvSpPr>
          <p:nvPr>
            <p:ph type="title" hasCustomPrompt="1"/>
          </p:nvPr>
        </p:nvSpPr>
        <p:spPr bwMode="black">
          <a:xfrm>
            <a:off x="441844" y="313417"/>
            <a:ext cx="11274663" cy="573024"/>
          </a:xfrm>
        </p:spPr>
        <p:txBody>
          <a:bodyPr/>
          <a:lstStyle>
            <a:lvl1pPr>
              <a:defRPr b="1" i="0">
                <a:solidFill>
                  <a:srgbClr val="000000"/>
                </a:solidFill>
                <a:latin typeface="HP Simplified" pitchFamily="34" charset="0"/>
                <a:cs typeface="HP Simplified" pitchFamily="34" charset="0"/>
              </a:defRPr>
            </a:lvl1pPr>
          </a:lstStyle>
          <a:p>
            <a:r>
              <a:rPr lang="en-US" noProof="0" dirty="0" smtClean="0"/>
              <a:t>Click to edit master title style</a:t>
            </a:r>
            <a:endParaRPr lang="en-US" noProof="0" dirty="0"/>
          </a:p>
        </p:txBody>
      </p:sp>
      <p:sp>
        <p:nvSpPr>
          <p:cNvPr id="6" name="Content Placeholder 5"/>
          <p:cNvSpPr>
            <a:spLocks noGrp="1"/>
          </p:cNvSpPr>
          <p:nvPr>
            <p:ph sz="quarter" idx="10"/>
          </p:nvPr>
        </p:nvSpPr>
        <p:spPr>
          <a:xfrm>
            <a:off x="438798" y="1584960"/>
            <a:ext cx="5347423" cy="4293024"/>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Subtitle 2"/>
          <p:cNvSpPr>
            <a:spLocks noGrp="1"/>
          </p:cNvSpPr>
          <p:nvPr>
            <p:ph type="subTitle" idx="1" hasCustomPrompt="1"/>
          </p:nvPr>
        </p:nvSpPr>
        <p:spPr bwMode="black">
          <a:xfrm>
            <a:off x="441847" y="1001854"/>
            <a:ext cx="11277202" cy="369332"/>
          </a:xfrm>
          <a:prstGeom prst="rect">
            <a:avLst/>
          </a:prstGeom>
        </p:spPr>
        <p:txBody>
          <a:bodyPr wrap="square" anchor="t">
            <a:noAutofit/>
          </a:bodyPr>
          <a:lstStyle>
            <a:lvl1pPr marL="0" indent="0" algn="l">
              <a:lnSpc>
                <a:spcPct val="100000"/>
              </a:lnSpc>
              <a:buNone/>
              <a:defRPr sz="2399" b="0" i="0">
                <a:solidFill>
                  <a:srgbClr val="000000"/>
                </a:solidFill>
                <a:latin typeface="HP Simplified" pitchFamily="34" charset="0"/>
                <a:cs typeface="HP Simplified" pitchFamily="34" charset="0"/>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noProof="0" dirty="0" smtClean="0"/>
              <a:t>Click to edit master subtitle style</a:t>
            </a:r>
            <a:endParaRPr lang="en-US" noProof="0" dirty="0"/>
          </a:p>
        </p:txBody>
      </p:sp>
    </p:spTree>
    <p:extLst>
      <p:ext uri="{BB962C8B-B14F-4D97-AF65-F5344CB8AC3E}">
        <p14:creationId xmlns:p14="http://schemas.microsoft.com/office/powerpoint/2010/main" val="122258540"/>
      </p:ext>
    </p:extLst>
  </p:cSld>
  <p:clrMapOvr>
    <a:masterClrMapping/>
  </p:clrMapOvr>
  <p:transition/>
  <p:timing>
    <p:tnLst>
      <p:par>
        <p:cTn id="1" dur="indefinite" restart="never" nodeType="tmRoot"/>
      </p:par>
    </p:tnLst>
  </p:timing>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Ttitle, sub title with three columns">
    <p:spTree>
      <p:nvGrpSpPr>
        <p:cNvPr id="1" name=""/>
        <p:cNvGrpSpPr/>
        <p:nvPr/>
      </p:nvGrpSpPr>
      <p:grpSpPr>
        <a:xfrm>
          <a:off x="0" y="0"/>
          <a:ext cx="0" cy="0"/>
          <a:chOff x="0" y="0"/>
          <a:chExt cx="0" cy="0"/>
        </a:xfrm>
      </p:grpSpPr>
      <p:sp>
        <p:nvSpPr>
          <p:cNvPr id="7" name="Title 6"/>
          <p:cNvSpPr>
            <a:spLocks noGrp="1"/>
          </p:cNvSpPr>
          <p:nvPr>
            <p:ph type="title" hasCustomPrompt="1"/>
          </p:nvPr>
        </p:nvSpPr>
        <p:spPr bwMode="black">
          <a:xfrm>
            <a:off x="441848" y="313417"/>
            <a:ext cx="11277202" cy="573024"/>
          </a:xfrm>
        </p:spPr>
        <p:txBody>
          <a:bodyPr/>
          <a:lstStyle>
            <a:lvl1pPr>
              <a:defRPr>
                <a:solidFill>
                  <a:srgbClr val="000000"/>
                </a:solidFill>
              </a:defRPr>
            </a:lvl1pPr>
          </a:lstStyle>
          <a:p>
            <a:r>
              <a:rPr lang="en-US" noProof="0" dirty="0" smtClean="0"/>
              <a:t>Click to edit master title style</a:t>
            </a:r>
            <a:endParaRPr lang="en-US" noProof="0" dirty="0"/>
          </a:p>
        </p:txBody>
      </p:sp>
      <p:sp>
        <p:nvSpPr>
          <p:cNvPr id="9" name="Content Placeholder 8"/>
          <p:cNvSpPr>
            <a:spLocks noGrp="1"/>
          </p:cNvSpPr>
          <p:nvPr>
            <p:ph sz="quarter" idx="16"/>
          </p:nvPr>
        </p:nvSpPr>
        <p:spPr>
          <a:xfrm>
            <a:off x="438798" y="1585385"/>
            <a:ext cx="3364116" cy="4296832"/>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2" name="Content Placeholder 11"/>
          <p:cNvSpPr>
            <a:spLocks noGrp="1"/>
          </p:cNvSpPr>
          <p:nvPr>
            <p:ph sz="quarter" idx="17"/>
          </p:nvPr>
        </p:nvSpPr>
        <p:spPr>
          <a:xfrm>
            <a:off x="4164896" y="1585386"/>
            <a:ext cx="3364116" cy="4296833"/>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4" name="Content Placeholder 13"/>
          <p:cNvSpPr>
            <a:spLocks noGrp="1"/>
          </p:cNvSpPr>
          <p:nvPr>
            <p:ph sz="quarter" idx="18"/>
          </p:nvPr>
        </p:nvSpPr>
        <p:spPr>
          <a:xfrm>
            <a:off x="7890995" y="1585385"/>
            <a:ext cx="3368856" cy="4296832"/>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Subtitle 2"/>
          <p:cNvSpPr>
            <a:spLocks noGrp="1"/>
          </p:cNvSpPr>
          <p:nvPr>
            <p:ph type="subTitle" idx="1" hasCustomPrompt="1"/>
          </p:nvPr>
        </p:nvSpPr>
        <p:spPr bwMode="black">
          <a:xfrm>
            <a:off x="441847" y="1001854"/>
            <a:ext cx="11277202" cy="369332"/>
          </a:xfrm>
          <a:prstGeom prst="rect">
            <a:avLst/>
          </a:prstGeom>
        </p:spPr>
        <p:txBody>
          <a:bodyPr wrap="square" anchor="t">
            <a:noAutofit/>
          </a:bodyPr>
          <a:lstStyle>
            <a:lvl1pPr marL="0" indent="0" algn="l">
              <a:lnSpc>
                <a:spcPct val="100000"/>
              </a:lnSpc>
              <a:buNone/>
              <a:defRPr sz="2399" b="0" i="0">
                <a:solidFill>
                  <a:srgbClr val="000000"/>
                </a:solidFill>
                <a:latin typeface="HP Simplified" pitchFamily="34" charset="0"/>
                <a:cs typeface="HP Simplified" pitchFamily="34" charset="0"/>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noProof="0" dirty="0" smtClean="0"/>
              <a:t>Click to edit master subtitle style</a:t>
            </a:r>
            <a:endParaRPr lang="en-US" noProof="0" dirty="0"/>
          </a:p>
        </p:txBody>
      </p:sp>
    </p:spTree>
    <p:extLst>
      <p:ext uri="{BB962C8B-B14F-4D97-AF65-F5344CB8AC3E}">
        <p14:creationId xmlns:p14="http://schemas.microsoft.com/office/powerpoint/2010/main" val="2455871770"/>
      </p:ext>
    </p:extLst>
  </p:cSld>
  <p:clrMapOvr>
    <a:masterClrMapping/>
  </p:clrMapOvr>
  <p:transition/>
  <p:timing>
    <p:tnLst>
      <p:par>
        <p:cTn id="1" dur="indefinite" restart="never" nodeType="tmRoot"/>
      </p:par>
    </p:tnLst>
  </p:timing>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Line with Subtitle">
    <p:spTree>
      <p:nvGrpSpPr>
        <p:cNvPr id="1" name=""/>
        <p:cNvGrpSpPr/>
        <p:nvPr/>
      </p:nvGrpSpPr>
      <p:grpSpPr>
        <a:xfrm>
          <a:off x="0" y="0"/>
          <a:ext cx="0" cy="0"/>
          <a:chOff x="0" y="0"/>
          <a:chExt cx="0" cy="0"/>
        </a:xfrm>
      </p:grpSpPr>
      <p:sp>
        <p:nvSpPr>
          <p:cNvPr id="8" name="Date Placeholder 7"/>
          <p:cNvSpPr>
            <a:spLocks noGrp="1"/>
          </p:cNvSpPr>
          <p:nvPr>
            <p:ph type="dt" sz="half" idx="15"/>
          </p:nvPr>
        </p:nvSpPr>
        <p:spPr>
          <a:xfrm>
            <a:off x="5363083" y="6473952"/>
            <a:ext cx="1462659" cy="201168"/>
          </a:xfrm>
          <a:prstGeom prst="rect">
            <a:avLst/>
          </a:prstGeom>
        </p:spPr>
        <p:txBody>
          <a:bodyPr/>
          <a:lstStyle>
            <a:lvl1pPr>
              <a:defRPr>
                <a:latin typeface="Arial"/>
                <a:cs typeface="Arial"/>
              </a:defRPr>
            </a:lvl1pPr>
          </a:lstStyle>
          <a:p>
            <a:pPr defTabSz="609448"/>
            <a:fld id="{49E81A5D-47CB-4239-B753-0649545C4C04}" type="datetime1">
              <a:rPr lang="en-US" smtClean="0">
                <a:solidFill>
                  <a:prstClr val="black"/>
                </a:solidFill>
              </a:rPr>
              <a:pPr defTabSz="609448"/>
              <a:t>6/11/2015</a:t>
            </a:fld>
            <a:endParaRPr lang="en-US" dirty="0">
              <a:solidFill>
                <a:prstClr val="black"/>
              </a:solidFill>
            </a:endParaRPr>
          </a:p>
        </p:txBody>
      </p:sp>
      <p:sp>
        <p:nvSpPr>
          <p:cNvPr id="9" name="Slide Number Placeholder 8"/>
          <p:cNvSpPr>
            <a:spLocks noGrp="1"/>
          </p:cNvSpPr>
          <p:nvPr>
            <p:ph type="sldNum" sz="quarter" idx="16"/>
          </p:nvPr>
        </p:nvSpPr>
        <p:spPr>
          <a:xfrm>
            <a:off x="487553" y="6473952"/>
            <a:ext cx="426609" cy="201168"/>
          </a:xfrm>
          <a:prstGeom prst="rect">
            <a:avLst/>
          </a:prstGeom>
        </p:spPr>
        <p:txBody>
          <a:bodyPr/>
          <a:lstStyle>
            <a:lvl1pPr>
              <a:defRPr>
                <a:latin typeface="Arial"/>
                <a:cs typeface="Arial"/>
              </a:defRPr>
            </a:lvl1pPr>
          </a:lstStyle>
          <a:p>
            <a:pPr defTabSz="609448"/>
            <a:fld id="{39FE57C1-99E3-4342-90AE-63D315326D4A}" type="slidenum">
              <a:rPr lang="en-US" smtClean="0">
                <a:solidFill>
                  <a:prstClr val="black"/>
                </a:solidFill>
              </a:rPr>
              <a:pPr defTabSz="609448"/>
              <a:t>‹#›</a:t>
            </a:fld>
            <a:endParaRPr lang="en-US" dirty="0">
              <a:solidFill>
                <a:prstClr val="black"/>
              </a:solidFill>
            </a:endParaRPr>
          </a:p>
        </p:txBody>
      </p:sp>
      <p:sp>
        <p:nvSpPr>
          <p:cNvPr id="10" name="Footer Placeholder 9"/>
          <p:cNvSpPr>
            <a:spLocks noGrp="1"/>
          </p:cNvSpPr>
          <p:nvPr>
            <p:ph type="ftr" sz="quarter" idx="17"/>
          </p:nvPr>
        </p:nvSpPr>
        <p:spPr>
          <a:xfrm>
            <a:off x="926351" y="6473952"/>
            <a:ext cx="4387977" cy="201168"/>
          </a:xfrm>
          <a:prstGeom prst="rect">
            <a:avLst/>
          </a:prstGeom>
        </p:spPr>
        <p:txBody>
          <a:bodyPr/>
          <a:lstStyle>
            <a:lvl1pPr>
              <a:defRPr>
                <a:latin typeface="Arial"/>
                <a:cs typeface="Arial"/>
              </a:defRPr>
            </a:lvl1pPr>
          </a:lstStyle>
          <a:p>
            <a:pPr defTabSz="609448"/>
            <a:r>
              <a:rPr lang="en-US" smtClean="0">
                <a:solidFill>
                  <a:prstClr val="black"/>
                </a:solidFill>
              </a:rPr>
              <a:t>Enterprise Security – HP Confidential</a:t>
            </a:r>
            <a:endParaRPr lang="en-US">
              <a:solidFill>
                <a:prstClr val="black"/>
              </a:solidFill>
            </a:endParaRPr>
          </a:p>
        </p:txBody>
      </p:sp>
      <p:sp>
        <p:nvSpPr>
          <p:cNvPr id="7" name="Text Placeholder 12"/>
          <p:cNvSpPr>
            <a:spLocks noGrp="1"/>
          </p:cNvSpPr>
          <p:nvPr>
            <p:ph type="body" sz="quarter" idx="14" hasCustomPrompt="1"/>
          </p:nvPr>
        </p:nvSpPr>
        <p:spPr>
          <a:xfrm>
            <a:off x="478242" y="1013287"/>
            <a:ext cx="11157600" cy="393287"/>
          </a:xfrm>
          <a:prstGeom prst="rect">
            <a:avLst/>
          </a:prstGeom>
        </p:spPr>
        <p:txBody>
          <a:bodyPr>
            <a:noAutofit/>
          </a:bodyPr>
          <a:lstStyle>
            <a:lvl1pPr marL="0" indent="0">
              <a:lnSpc>
                <a:spcPct val="100000"/>
              </a:lnSpc>
              <a:buNone/>
              <a:defRPr lang="en-US" sz="2666" kern="1200" dirty="0" smtClean="0">
                <a:solidFill>
                  <a:schemeClr val="tx2"/>
                </a:solidFill>
                <a:latin typeface="Arial"/>
                <a:ea typeface="+mn-ea"/>
                <a:cs typeface="Arial"/>
              </a:defRPr>
            </a:lvl1pPr>
            <a:lvl2pPr>
              <a:defRPr lang="en-US" sz="2666" kern="1200" dirty="0" smtClean="0">
                <a:solidFill>
                  <a:srgbClr val="FFFFFF"/>
                </a:solidFill>
                <a:latin typeface="Futura Bk" pitchFamily="34" charset="0"/>
                <a:ea typeface="+mn-ea"/>
                <a:cs typeface="+mn-cs"/>
              </a:defRPr>
            </a:lvl2pPr>
            <a:lvl3pPr>
              <a:defRPr lang="en-US" sz="2666" kern="1200" dirty="0" smtClean="0">
                <a:solidFill>
                  <a:srgbClr val="FFFFFF"/>
                </a:solidFill>
                <a:latin typeface="Futura Bk" pitchFamily="34" charset="0"/>
                <a:ea typeface="+mn-ea"/>
                <a:cs typeface="+mn-cs"/>
              </a:defRPr>
            </a:lvl3pPr>
            <a:lvl4pPr>
              <a:defRPr lang="en-US" sz="2666" kern="1200" dirty="0" smtClean="0">
                <a:solidFill>
                  <a:srgbClr val="FFFFFF"/>
                </a:solidFill>
                <a:latin typeface="Futura Bk" pitchFamily="34" charset="0"/>
                <a:ea typeface="+mn-ea"/>
                <a:cs typeface="+mn-cs"/>
              </a:defRPr>
            </a:lvl4pPr>
            <a:lvl5pPr>
              <a:defRPr lang="en-US" sz="2666" kern="1200" dirty="0" smtClean="0">
                <a:solidFill>
                  <a:srgbClr val="FFFFFF"/>
                </a:solidFill>
                <a:latin typeface="Futura Bk" pitchFamily="34" charset="0"/>
                <a:ea typeface="+mn-ea"/>
                <a:cs typeface="+mn-cs"/>
              </a:defRPr>
            </a:lvl5pPr>
          </a:lstStyle>
          <a:p>
            <a:pPr lvl="0"/>
            <a:r>
              <a:rPr lang="en-US" dirty="0" smtClean="0"/>
              <a:t>Subtitle placeholder here</a:t>
            </a:r>
          </a:p>
        </p:txBody>
      </p:sp>
      <p:sp>
        <p:nvSpPr>
          <p:cNvPr id="11" name="Title 8"/>
          <p:cNvSpPr>
            <a:spLocks noGrp="1"/>
          </p:cNvSpPr>
          <p:nvPr>
            <p:ph type="title" hasCustomPrompt="1"/>
          </p:nvPr>
        </p:nvSpPr>
        <p:spPr>
          <a:xfrm>
            <a:off x="452849" y="406280"/>
            <a:ext cx="11164625" cy="626453"/>
          </a:xfrm>
          <a:prstGeom prst="rect">
            <a:avLst/>
          </a:prstGeom>
        </p:spPr>
        <p:txBody>
          <a:bodyPr anchor="t" anchorCtr="0">
            <a:noAutofit/>
          </a:bodyPr>
          <a:lstStyle>
            <a:lvl1pPr marL="0" marR="0" indent="0" algn="l" defTabSz="1218895" rtl="0" eaLnBrk="1" fontAlgn="auto" latinLnBrk="0" hangingPunct="1">
              <a:lnSpc>
                <a:spcPts val="4399"/>
              </a:lnSpc>
              <a:spcBef>
                <a:spcPct val="0"/>
              </a:spcBef>
              <a:spcAft>
                <a:spcPts val="0"/>
              </a:spcAft>
              <a:buClrTx/>
              <a:buSzTx/>
              <a:buFontTx/>
              <a:buNone/>
              <a:tabLst/>
              <a:defRPr sz="3732" baseline="0">
                <a:solidFill>
                  <a:srgbClr val="000000"/>
                </a:solidFill>
                <a:latin typeface="Arial"/>
                <a:cs typeface="Arial"/>
              </a:defRPr>
            </a:lvl1pPr>
          </a:lstStyle>
          <a:p>
            <a:r>
              <a:rPr lang="en-US" dirty="0" smtClean="0"/>
              <a:t>Single line title</a:t>
            </a:r>
            <a:endParaRPr lang="en-US" dirty="0"/>
          </a:p>
        </p:txBody>
      </p:sp>
    </p:spTree>
    <p:extLst>
      <p:ext uri="{BB962C8B-B14F-4D97-AF65-F5344CB8AC3E}">
        <p14:creationId xmlns:p14="http://schemas.microsoft.com/office/powerpoint/2010/main" val="3268559770"/>
      </p:ext>
    </p:extLst>
  </p:cSld>
  <p:clrMapOvr>
    <a:masterClrMapping/>
  </p:clrMapOvr>
  <p:transition>
    <p:fade thruBlk="1"/>
  </p:transition>
  <p:timing>
    <p:tnLst>
      <p:par>
        <p:cTn id="1" dur="indefinite" restart="never" nodeType="tmRoot"/>
      </p:par>
    </p:tnLst>
  </p:timing>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Transition Slide No Photo">
    <p:bg>
      <p:bgPr>
        <a:solidFill>
          <a:schemeClr val="bg1"/>
        </a:solidFill>
        <a:effectLst/>
      </p:bgPr>
    </p:bg>
    <p:spTree>
      <p:nvGrpSpPr>
        <p:cNvPr id="1" name=""/>
        <p:cNvGrpSpPr/>
        <p:nvPr/>
      </p:nvGrpSpPr>
      <p:grpSpPr>
        <a:xfrm>
          <a:off x="0" y="0"/>
          <a:ext cx="0" cy="0"/>
          <a:chOff x="0" y="0"/>
          <a:chExt cx="0" cy="0"/>
        </a:xfrm>
      </p:grpSpPr>
      <p:sp>
        <p:nvSpPr>
          <p:cNvPr id="6" name="Freeform 5"/>
          <p:cNvSpPr/>
          <p:nvPr userDrawn="1"/>
        </p:nvSpPr>
        <p:spPr>
          <a:xfrm>
            <a:off x="0" y="0"/>
            <a:ext cx="7804234" cy="6858000"/>
          </a:xfrm>
          <a:custGeom>
            <a:avLst/>
            <a:gdLst>
              <a:gd name="connsiteX0" fmla="*/ 0 w 5683170"/>
              <a:gd name="connsiteY0" fmla="*/ 0 h 6858000"/>
              <a:gd name="connsiteX1" fmla="*/ 5683170 w 5683170"/>
              <a:gd name="connsiteY1" fmla="*/ 0 h 6858000"/>
              <a:gd name="connsiteX2" fmla="*/ 5683170 w 5683170"/>
              <a:gd name="connsiteY2" fmla="*/ 6858000 h 6858000"/>
              <a:gd name="connsiteX3" fmla="*/ 0 w 5683170"/>
              <a:gd name="connsiteY3" fmla="*/ 6858000 h 6858000"/>
              <a:gd name="connsiteX4" fmla="*/ 0 w 5683170"/>
              <a:gd name="connsiteY4" fmla="*/ 0 h 6858000"/>
              <a:gd name="connsiteX0" fmla="*/ 0 w 5683170"/>
              <a:gd name="connsiteY0" fmla="*/ 0 h 6858000"/>
              <a:gd name="connsiteX1" fmla="*/ 5683170 w 5683170"/>
              <a:gd name="connsiteY1" fmla="*/ 0 h 6858000"/>
              <a:gd name="connsiteX2" fmla="*/ 4166886 w 5683170"/>
              <a:gd name="connsiteY2" fmla="*/ 6858000 h 6858000"/>
              <a:gd name="connsiteX3" fmla="*/ 0 w 5683170"/>
              <a:gd name="connsiteY3" fmla="*/ 6858000 h 6858000"/>
              <a:gd name="connsiteX4" fmla="*/ 0 w 5683170"/>
              <a:gd name="connsiteY4" fmla="*/ 0 h 6858000"/>
              <a:gd name="connsiteX0" fmla="*/ 0 w 5683170"/>
              <a:gd name="connsiteY0" fmla="*/ 0 h 6858000"/>
              <a:gd name="connsiteX1" fmla="*/ 5683170 w 5683170"/>
              <a:gd name="connsiteY1" fmla="*/ 0 h 6858000"/>
              <a:gd name="connsiteX2" fmla="*/ 4070294 w 5683170"/>
              <a:gd name="connsiteY2" fmla="*/ 6858000 h 6858000"/>
              <a:gd name="connsiteX3" fmla="*/ 0 w 5683170"/>
              <a:gd name="connsiteY3" fmla="*/ 6858000 h 6858000"/>
              <a:gd name="connsiteX4" fmla="*/ 0 w 5683170"/>
              <a:gd name="connsiteY4" fmla="*/ 0 h 6858000"/>
              <a:gd name="connsiteX0" fmla="*/ 0 w 5683170"/>
              <a:gd name="connsiteY0" fmla="*/ 0 h 6858000"/>
              <a:gd name="connsiteX1" fmla="*/ 5683170 w 5683170"/>
              <a:gd name="connsiteY1" fmla="*/ 0 h 6858000"/>
              <a:gd name="connsiteX2" fmla="*/ 4093570 w 5683170"/>
              <a:gd name="connsiteY2" fmla="*/ 6858000 h 6858000"/>
              <a:gd name="connsiteX3" fmla="*/ 0 w 5683170"/>
              <a:gd name="connsiteY3" fmla="*/ 6858000 h 6858000"/>
              <a:gd name="connsiteX4" fmla="*/ 0 w 5683170"/>
              <a:gd name="connsiteY4" fmla="*/ 0 h 6858000"/>
              <a:gd name="connsiteX0" fmla="*/ 0 w 5683170"/>
              <a:gd name="connsiteY0" fmla="*/ 0 h 6858000"/>
              <a:gd name="connsiteX1" fmla="*/ 5683170 w 5683170"/>
              <a:gd name="connsiteY1" fmla="*/ 0 h 6858000"/>
              <a:gd name="connsiteX2" fmla="*/ 4103095 w 5683170"/>
              <a:gd name="connsiteY2" fmla="*/ 6858000 h 6858000"/>
              <a:gd name="connsiteX3" fmla="*/ 0 w 5683170"/>
              <a:gd name="connsiteY3" fmla="*/ 6858000 h 6858000"/>
              <a:gd name="connsiteX4" fmla="*/ 0 w 5683170"/>
              <a:gd name="connsiteY4" fmla="*/ 0 h 6858000"/>
              <a:gd name="connsiteX0" fmla="*/ 0 w 5683170"/>
              <a:gd name="connsiteY0" fmla="*/ 0 h 6858000"/>
              <a:gd name="connsiteX1" fmla="*/ 5683170 w 5683170"/>
              <a:gd name="connsiteY1" fmla="*/ 0 h 6858000"/>
              <a:gd name="connsiteX2" fmla="*/ 4093316 w 5683170"/>
              <a:gd name="connsiteY2" fmla="*/ 6858000 h 6858000"/>
              <a:gd name="connsiteX3" fmla="*/ 0 w 5683170"/>
              <a:gd name="connsiteY3" fmla="*/ 6858000 h 6858000"/>
              <a:gd name="connsiteX4" fmla="*/ 0 w 5683170"/>
              <a:gd name="connsiteY4" fmla="*/ 0 h 6858000"/>
              <a:gd name="connsiteX0" fmla="*/ 0 w 5683170"/>
              <a:gd name="connsiteY0" fmla="*/ 0 h 6858000"/>
              <a:gd name="connsiteX1" fmla="*/ 5683170 w 5683170"/>
              <a:gd name="connsiteY1" fmla="*/ 0 h 6858000"/>
              <a:gd name="connsiteX2" fmla="*/ 4100651 w 5683170"/>
              <a:gd name="connsiteY2" fmla="*/ 6858000 h 6858000"/>
              <a:gd name="connsiteX3" fmla="*/ 0 w 5683170"/>
              <a:gd name="connsiteY3" fmla="*/ 6858000 h 6858000"/>
              <a:gd name="connsiteX4" fmla="*/ 0 w 5683170"/>
              <a:gd name="connsiteY4" fmla="*/ 0 h 6858000"/>
              <a:gd name="connsiteX0" fmla="*/ 0 w 5683170"/>
              <a:gd name="connsiteY0" fmla="*/ 0 h 6858000"/>
              <a:gd name="connsiteX1" fmla="*/ 5683170 w 5683170"/>
              <a:gd name="connsiteY1" fmla="*/ 0 h 6858000"/>
              <a:gd name="connsiteX2" fmla="*/ 4490723 w 5683170"/>
              <a:gd name="connsiteY2" fmla="*/ 6858000 h 6858000"/>
              <a:gd name="connsiteX3" fmla="*/ 0 w 5683170"/>
              <a:gd name="connsiteY3" fmla="*/ 6858000 h 6858000"/>
              <a:gd name="connsiteX4" fmla="*/ 0 w 568317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83170" h="6858000">
                <a:moveTo>
                  <a:pt x="0" y="0"/>
                </a:moveTo>
                <a:lnTo>
                  <a:pt x="5683170" y="0"/>
                </a:lnTo>
                <a:lnTo>
                  <a:pt x="4490723" y="6858000"/>
                </a:lnTo>
                <a:lnTo>
                  <a:pt x="0" y="6858000"/>
                </a:lnTo>
                <a:lnTo>
                  <a:pt x="0" y="0"/>
                </a:lnTo>
                <a:close/>
              </a:path>
            </a:pathLst>
          </a:custGeom>
          <a:gradFill flip="none" rotWithShape="1">
            <a:gsLst>
              <a:gs pos="100000">
                <a:srgbClr val="666666"/>
              </a:gs>
              <a:gs pos="0">
                <a:schemeClr val="tx1"/>
              </a:gs>
            </a:gsLst>
            <a:lin ang="78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888" tIns="60944" rtlCol="0" anchor="ctr"/>
          <a:lstStyle/>
          <a:p>
            <a:pPr algn="ctr" defTabSz="609448">
              <a:lnSpc>
                <a:spcPct val="85000"/>
              </a:lnSpc>
            </a:pPr>
            <a:endParaRPr lang="en-US" sz="2666" dirty="0" smtClean="0">
              <a:solidFill>
                <a:prstClr val="white"/>
              </a:solidFill>
            </a:endParaRPr>
          </a:p>
        </p:txBody>
      </p:sp>
      <p:pic>
        <p:nvPicPr>
          <p:cNvPr id="8" name="Picture 7"/>
          <p:cNvPicPr>
            <a:picLocks noChangeAspect="1"/>
          </p:cNvPicPr>
          <p:nvPr userDrawn="1"/>
        </p:nvPicPr>
        <p:blipFill rotWithShape="1">
          <a:blip r:embed="rId2"/>
          <a:srcRect t="25225"/>
          <a:stretch/>
        </p:blipFill>
        <p:spPr>
          <a:xfrm>
            <a:off x="7181810" y="-1"/>
            <a:ext cx="825632" cy="2607348"/>
          </a:xfrm>
          <a:prstGeom prst="rect">
            <a:avLst/>
          </a:prstGeom>
        </p:spPr>
      </p:pic>
      <p:pic>
        <p:nvPicPr>
          <p:cNvPr id="11" name="Picture 10"/>
          <p:cNvPicPr>
            <a:picLocks noChangeAspect="1"/>
          </p:cNvPicPr>
          <p:nvPr userDrawn="1"/>
        </p:nvPicPr>
        <p:blipFill rotWithShape="1">
          <a:blip r:embed="rId2"/>
          <a:srcRect b="40937"/>
          <a:stretch/>
        </p:blipFill>
        <p:spPr>
          <a:xfrm>
            <a:off x="5782554" y="4329611"/>
            <a:ext cx="1013608" cy="2528389"/>
          </a:xfrm>
          <a:prstGeom prst="rect">
            <a:avLst/>
          </a:prstGeom>
        </p:spPr>
      </p:pic>
      <p:sp>
        <p:nvSpPr>
          <p:cNvPr id="12" name="Title 19"/>
          <p:cNvSpPr>
            <a:spLocks noGrp="1"/>
          </p:cNvSpPr>
          <p:nvPr>
            <p:ph type="title" hasCustomPrompt="1"/>
          </p:nvPr>
        </p:nvSpPr>
        <p:spPr bwMode="black">
          <a:xfrm>
            <a:off x="453618" y="492411"/>
            <a:ext cx="6740420" cy="1534312"/>
          </a:xfrm>
          <a:prstGeom prst="rect">
            <a:avLst/>
          </a:prstGeom>
        </p:spPr>
        <p:txBody>
          <a:bodyPr vert="horz" lIns="91440" tIns="45720" rIns="91440" bIns="45720" rtlCol="0" anchor="b" anchorCtr="0">
            <a:noAutofit/>
          </a:bodyPr>
          <a:lstStyle>
            <a:lvl1pPr algn="l" defTabSz="1218895" rtl="0" eaLnBrk="1" latinLnBrk="0" hangingPunct="1">
              <a:lnSpc>
                <a:spcPts val="4399"/>
              </a:lnSpc>
              <a:spcBef>
                <a:spcPct val="0"/>
              </a:spcBef>
              <a:buNone/>
              <a:defRPr lang="en-US" sz="3732" b="0" i="0" kern="1200" cap="none" baseline="0" dirty="0">
                <a:solidFill>
                  <a:srgbClr val="B0CB52"/>
                </a:solidFill>
                <a:latin typeface="Arial"/>
                <a:ea typeface="+mj-ea"/>
                <a:cs typeface="Arial"/>
              </a:defRPr>
            </a:lvl1pPr>
          </a:lstStyle>
          <a:p>
            <a:r>
              <a:rPr lang="en-US" dirty="0" smtClean="0"/>
              <a:t>Transition title</a:t>
            </a:r>
            <a:endParaRPr lang="en-US" dirty="0"/>
          </a:p>
        </p:txBody>
      </p:sp>
    </p:spTree>
    <p:extLst>
      <p:ext uri="{BB962C8B-B14F-4D97-AF65-F5344CB8AC3E}">
        <p14:creationId xmlns:p14="http://schemas.microsoft.com/office/powerpoint/2010/main" val="4150904163"/>
      </p:ext>
    </p:extLst>
  </p:cSld>
  <p:clrMapOvr>
    <a:masterClrMapping/>
  </p:clrMapOvr>
  <p:transition>
    <p:fade thruBlk="1"/>
  </p:transition>
  <p:timing>
    <p:tnLst>
      <p:par>
        <p:cTn id="1" dur="indefinite" restart="never" nodeType="tmRoot"/>
      </p:par>
    </p:tnLst>
  </p:timing>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1Line, Subtitle and Content">
    <p:spTree>
      <p:nvGrpSpPr>
        <p:cNvPr id="1" name=""/>
        <p:cNvGrpSpPr/>
        <p:nvPr/>
      </p:nvGrpSpPr>
      <p:grpSpPr>
        <a:xfrm>
          <a:off x="0" y="0"/>
          <a:ext cx="0" cy="0"/>
          <a:chOff x="0" y="0"/>
          <a:chExt cx="0" cy="0"/>
        </a:xfrm>
      </p:grpSpPr>
      <p:sp>
        <p:nvSpPr>
          <p:cNvPr id="13" name="Text Placeholder 12"/>
          <p:cNvSpPr>
            <a:spLocks noGrp="1"/>
          </p:cNvSpPr>
          <p:nvPr>
            <p:ph type="body" sz="quarter" idx="14" hasCustomPrompt="1"/>
          </p:nvPr>
        </p:nvSpPr>
        <p:spPr>
          <a:xfrm>
            <a:off x="478242" y="1013287"/>
            <a:ext cx="11157600" cy="393287"/>
          </a:xfrm>
          <a:prstGeom prst="rect">
            <a:avLst/>
          </a:prstGeom>
        </p:spPr>
        <p:txBody>
          <a:bodyPr>
            <a:noAutofit/>
          </a:bodyPr>
          <a:lstStyle>
            <a:lvl1pPr marL="0" indent="0">
              <a:lnSpc>
                <a:spcPct val="100000"/>
              </a:lnSpc>
              <a:buNone/>
              <a:defRPr lang="en-US" sz="2666" kern="1200" dirty="0" smtClean="0">
                <a:solidFill>
                  <a:schemeClr val="tx2"/>
                </a:solidFill>
                <a:latin typeface="Arial"/>
                <a:ea typeface="+mn-ea"/>
                <a:cs typeface="Arial"/>
              </a:defRPr>
            </a:lvl1pPr>
            <a:lvl2pPr>
              <a:defRPr lang="en-US" sz="2666" kern="1200" dirty="0" smtClean="0">
                <a:solidFill>
                  <a:srgbClr val="FFFFFF"/>
                </a:solidFill>
                <a:latin typeface="Futura Bk" pitchFamily="34" charset="0"/>
                <a:ea typeface="+mn-ea"/>
                <a:cs typeface="+mn-cs"/>
              </a:defRPr>
            </a:lvl2pPr>
            <a:lvl3pPr>
              <a:defRPr lang="en-US" sz="2666" kern="1200" dirty="0" smtClean="0">
                <a:solidFill>
                  <a:srgbClr val="FFFFFF"/>
                </a:solidFill>
                <a:latin typeface="Futura Bk" pitchFamily="34" charset="0"/>
                <a:ea typeface="+mn-ea"/>
                <a:cs typeface="+mn-cs"/>
              </a:defRPr>
            </a:lvl3pPr>
            <a:lvl4pPr>
              <a:defRPr lang="en-US" sz="2666" kern="1200" dirty="0" smtClean="0">
                <a:solidFill>
                  <a:srgbClr val="FFFFFF"/>
                </a:solidFill>
                <a:latin typeface="Futura Bk" pitchFamily="34" charset="0"/>
                <a:ea typeface="+mn-ea"/>
                <a:cs typeface="+mn-cs"/>
              </a:defRPr>
            </a:lvl4pPr>
            <a:lvl5pPr>
              <a:defRPr lang="en-US" sz="2666" kern="1200" dirty="0" smtClean="0">
                <a:solidFill>
                  <a:srgbClr val="FFFFFF"/>
                </a:solidFill>
                <a:latin typeface="Futura Bk" pitchFamily="34" charset="0"/>
                <a:ea typeface="+mn-ea"/>
                <a:cs typeface="+mn-cs"/>
              </a:defRPr>
            </a:lvl5pPr>
          </a:lstStyle>
          <a:p>
            <a:pPr lvl="0"/>
            <a:r>
              <a:rPr lang="en-US" dirty="0" smtClean="0"/>
              <a:t>Subtitle placeholder here</a:t>
            </a:r>
          </a:p>
        </p:txBody>
      </p:sp>
      <p:sp>
        <p:nvSpPr>
          <p:cNvPr id="9" name="Date Placeholder 8"/>
          <p:cNvSpPr>
            <a:spLocks noGrp="1"/>
          </p:cNvSpPr>
          <p:nvPr>
            <p:ph type="dt" sz="half" idx="15"/>
          </p:nvPr>
        </p:nvSpPr>
        <p:spPr>
          <a:xfrm>
            <a:off x="5363083" y="6473952"/>
            <a:ext cx="1462659" cy="201168"/>
          </a:xfrm>
          <a:prstGeom prst="rect">
            <a:avLst/>
          </a:prstGeom>
        </p:spPr>
        <p:txBody>
          <a:bodyPr/>
          <a:lstStyle>
            <a:lvl1pPr>
              <a:defRPr>
                <a:latin typeface="Arial"/>
                <a:cs typeface="Arial"/>
              </a:defRPr>
            </a:lvl1pPr>
          </a:lstStyle>
          <a:p>
            <a:pPr defTabSz="609448"/>
            <a:fld id="{B7DADEFB-AEF8-4CC4-98AD-BC3441F07242}" type="datetime1">
              <a:rPr lang="en-US" smtClean="0">
                <a:solidFill>
                  <a:prstClr val="black"/>
                </a:solidFill>
              </a:rPr>
              <a:pPr defTabSz="609448"/>
              <a:t>6/11/2015</a:t>
            </a:fld>
            <a:endParaRPr lang="en-US" dirty="0">
              <a:solidFill>
                <a:prstClr val="black"/>
              </a:solidFill>
            </a:endParaRPr>
          </a:p>
        </p:txBody>
      </p:sp>
      <p:sp>
        <p:nvSpPr>
          <p:cNvPr id="10" name="Slide Number Placeholder 9"/>
          <p:cNvSpPr>
            <a:spLocks noGrp="1"/>
          </p:cNvSpPr>
          <p:nvPr>
            <p:ph type="sldNum" sz="quarter" idx="16"/>
          </p:nvPr>
        </p:nvSpPr>
        <p:spPr>
          <a:xfrm>
            <a:off x="487553" y="6473952"/>
            <a:ext cx="426609" cy="201168"/>
          </a:xfrm>
          <a:prstGeom prst="rect">
            <a:avLst/>
          </a:prstGeom>
        </p:spPr>
        <p:txBody>
          <a:bodyPr/>
          <a:lstStyle>
            <a:lvl1pPr>
              <a:defRPr>
                <a:latin typeface="Arial"/>
                <a:cs typeface="Arial"/>
              </a:defRPr>
            </a:lvl1pPr>
          </a:lstStyle>
          <a:p>
            <a:pPr defTabSz="609448"/>
            <a:fld id="{39FE57C1-99E3-4342-90AE-63D315326D4A}" type="slidenum">
              <a:rPr lang="en-US" smtClean="0">
                <a:solidFill>
                  <a:prstClr val="black"/>
                </a:solidFill>
              </a:rPr>
              <a:pPr defTabSz="609448"/>
              <a:t>‹#›</a:t>
            </a:fld>
            <a:endParaRPr lang="en-US" dirty="0">
              <a:solidFill>
                <a:prstClr val="black"/>
              </a:solidFill>
            </a:endParaRPr>
          </a:p>
        </p:txBody>
      </p:sp>
      <p:sp>
        <p:nvSpPr>
          <p:cNvPr id="11" name="Footer Placeholder 10"/>
          <p:cNvSpPr>
            <a:spLocks noGrp="1"/>
          </p:cNvSpPr>
          <p:nvPr>
            <p:ph type="ftr" sz="quarter" idx="17"/>
          </p:nvPr>
        </p:nvSpPr>
        <p:spPr>
          <a:xfrm>
            <a:off x="926351" y="6473952"/>
            <a:ext cx="4387977" cy="201168"/>
          </a:xfrm>
          <a:prstGeom prst="rect">
            <a:avLst/>
          </a:prstGeom>
        </p:spPr>
        <p:txBody>
          <a:bodyPr/>
          <a:lstStyle>
            <a:lvl1pPr>
              <a:defRPr>
                <a:latin typeface="Arial"/>
                <a:cs typeface="Arial"/>
              </a:defRPr>
            </a:lvl1pPr>
          </a:lstStyle>
          <a:p>
            <a:pPr defTabSz="609448"/>
            <a:r>
              <a:rPr lang="en-US" smtClean="0">
                <a:solidFill>
                  <a:prstClr val="black"/>
                </a:solidFill>
              </a:rPr>
              <a:t>Enterprise Security – HP Confidential</a:t>
            </a:r>
            <a:endParaRPr lang="en-US">
              <a:solidFill>
                <a:prstClr val="black"/>
              </a:solidFill>
            </a:endParaRPr>
          </a:p>
        </p:txBody>
      </p:sp>
      <p:sp>
        <p:nvSpPr>
          <p:cNvPr id="8" name="Content Placeholder 12"/>
          <p:cNvSpPr>
            <a:spLocks noGrp="1"/>
          </p:cNvSpPr>
          <p:nvPr>
            <p:ph sz="quarter" idx="18"/>
          </p:nvPr>
        </p:nvSpPr>
        <p:spPr>
          <a:xfrm>
            <a:off x="487553" y="1595756"/>
            <a:ext cx="11091831" cy="4511040"/>
          </a:xfrm>
        </p:spPr>
        <p:txBody>
          <a:bodyPr/>
          <a:lstStyle>
            <a:lvl1pPr>
              <a:buSzPct val="80000"/>
              <a:buFont typeface="Arial" pitchFamily="34" charset="0"/>
              <a:buChar char="•"/>
              <a:defRPr sz="2399">
                <a:solidFill>
                  <a:schemeClr val="tx1"/>
                </a:solidFill>
                <a:latin typeface="Arial"/>
                <a:cs typeface="Arial"/>
              </a:defRPr>
            </a:lvl1pPr>
            <a:lvl2pPr>
              <a:buSzPct val="80000"/>
              <a:buFont typeface="Futura Bk" pitchFamily="34" charset="0"/>
              <a:buChar char="–"/>
              <a:defRPr sz="1866">
                <a:solidFill>
                  <a:schemeClr val="tx1"/>
                </a:solidFill>
                <a:latin typeface="Arial"/>
                <a:cs typeface="Arial"/>
              </a:defRPr>
            </a:lvl2pPr>
            <a:lvl3pPr>
              <a:buSzPct val="80000"/>
              <a:buFont typeface="Arial" pitchFamily="34" charset="0"/>
              <a:buChar char="•"/>
              <a:defRPr sz="1333">
                <a:solidFill>
                  <a:schemeClr val="tx1"/>
                </a:solidFill>
                <a:latin typeface="Arial"/>
                <a:cs typeface="Arial"/>
              </a:defRPr>
            </a:lvl3pPr>
            <a:lvl4pPr>
              <a:buSzPct val="80000"/>
              <a:buFont typeface="Futura Bk" pitchFamily="34" charset="0"/>
              <a:buChar char="–"/>
              <a:defRPr sz="1333">
                <a:solidFill>
                  <a:schemeClr val="tx1"/>
                </a:solidFill>
                <a:latin typeface="Arial"/>
                <a:cs typeface="Arial"/>
              </a:defRPr>
            </a:lvl4pPr>
            <a:lvl5pPr>
              <a:buSzPct val="80000"/>
              <a:buFont typeface="Arial" pitchFamily="34" charset="0"/>
              <a:buChar char="•"/>
              <a:defRPr sz="1333">
                <a:solidFill>
                  <a:schemeClr val="tx1"/>
                </a:solidFill>
                <a:latin typeface="Arial"/>
                <a:cs typeface="Aria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8" name="Title 8"/>
          <p:cNvSpPr>
            <a:spLocks noGrp="1"/>
          </p:cNvSpPr>
          <p:nvPr>
            <p:ph type="title" hasCustomPrompt="1"/>
          </p:nvPr>
        </p:nvSpPr>
        <p:spPr>
          <a:xfrm>
            <a:off x="452849" y="406280"/>
            <a:ext cx="11164625" cy="626453"/>
          </a:xfrm>
          <a:prstGeom prst="rect">
            <a:avLst/>
          </a:prstGeom>
        </p:spPr>
        <p:txBody>
          <a:bodyPr anchor="t" anchorCtr="0">
            <a:noAutofit/>
          </a:bodyPr>
          <a:lstStyle>
            <a:lvl1pPr marL="0" marR="0" indent="0" algn="l" defTabSz="1218895" rtl="0" eaLnBrk="1" fontAlgn="auto" latinLnBrk="0" hangingPunct="1">
              <a:lnSpc>
                <a:spcPts val="4399"/>
              </a:lnSpc>
              <a:spcBef>
                <a:spcPct val="0"/>
              </a:spcBef>
              <a:spcAft>
                <a:spcPts val="0"/>
              </a:spcAft>
              <a:buClrTx/>
              <a:buSzTx/>
              <a:buFontTx/>
              <a:buNone/>
              <a:tabLst/>
              <a:defRPr sz="3732" baseline="0">
                <a:solidFill>
                  <a:srgbClr val="000000"/>
                </a:solidFill>
                <a:latin typeface="Arial"/>
                <a:cs typeface="Arial"/>
              </a:defRPr>
            </a:lvl1pPr>
          </a:lstStyle>
          <a:p>
            <a:r>
              <a:rPr lang="en-US" dirty="0" smtClean="0"/>
              <a:t>Single line title</a:t>
            </a:r>
            <a:endParaRPr lang="en-US" dirty="0"/>
          </a:p>
        </p:txBody>
      </p:sp>
    </p:spTree>
    <p:extLst>
      <p:ext uri="{BB962C8B-B14F-4D97-AF65-F5344CB8AC3E}">
        <p14:creationId xmlns:p14="http://schemas.microsoft.com/office/powerpoint/2010/main" val="471592601"/>
      </p:ext>
    </p:extLst>
  </p:cSld>
  <p:clrMapOvr>
    <a:masterClrMapping/>
  </p:clrMapOvr>
  <p:transition>
    <p:fade thruBlk="1"/>
  </p:transition>
  <p:timing>
    <p:tnLst>
      <p:par>
        <p:cTn id="1" dur="indefinite" restart="never" nodeType="tmRoot"/>
      </p:par>
    </p:tnLst>
  </p:timing>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8" name="Title 8"/>
          <p:cNvSpPr>
            <a:spLocks noGrp="1"/>
          </p:cNvSpPr>
          <p:nvPr>
            <p:ph type="title" hasCustomPrompt="1"/>
          </p:nvPr>
        </p:nvSpPr>
        <p:spPr>
          <a:xfrm>
            <a:off x="454966" y="420690"/>
            <a:ext cx="11164625" cy="874711"/>
          </a:xfrm>
          <a:prstGeom prst="rect">
            <a:avLst/>
          </a:prstGeom>
        </p:spPr>
        <p:txBody>
          <a:bodyPr anchor="t" anchorCtr="0">
            <a:noAutofit/>
          </a:bodyPr>
          <a:lstStyle>
            <a:lvl1pPr marL="0" marR="0" indent="0" algn="l" defTabSz="1218895" rtl="0" eaLnBrk="1" fontAlgn="auto" latinLnBrk="0" hangingPunct="1">
              <a:lnSpc>
                <a:spcPts val="4399"/>
              </a:lnSpc>
              <a:spcBef>
                <a:spcPct val="0"/>
              </a:spcBef>
              <a:spcAft>
                <a:spcPts val="0"/>
              </a:spcAft>
              <a:buClrTx/>
              <a:buSzTx/>
              <a:buFontTx/>
              <a:buNone/>
              <a:tabLst/>
              <a:defRPr sz="4399" baseline="0">
                <a:solidFill>
                  <a:srgbClr val="000000"/>
                </a:solidFill>
                <a:latin typeface="Futura Bk" pitchFamily="34" charset="0"/>
              </a:defRPr>
            </a:lvl1pPr>
          </a:lstStyle>
          <a:p>
            <a:r>
              <a:rPr lang="en-US" dirty="0" smtClean="0"/>
              <a:t>Double line title</a:t>
            </a:r>
            <a:br>
              <a:rPr lang="en-US" dirty="0" smtClean="0"/>
            </a:br>
            <a:r>
              <a:rPr lang="en-US" dirty="0" smtClean="0"/>
              <a:t>for added content</a:t>
            </a:r>
            <a:endParaRPr lang="en-US" dirty="0"/>
          </a:p>
        </p:txBody>
      </p:sp>
      <p:sp>
        <p:nvSpPr>
          <p:cNvPr id="7" name="Date Placeholder 6"/>
          <p:cNvSpPr>
            <a:spLocks noGrp="1"/>
          </p:cNvSpPr>
          <p:nvPr>
            <p:ph type="dt" sz="half" idx="10"/>
          </p:nvPr>
        </p:nvSpPr>
        <p:spPr>
          <a:xfrm>
            <a:off x="5363083" y="6473952"/>
            <a:ext cx="1462659" cy="201168"/>
          </a:xfrm>
          <a:prstGeom prst="rect">
            <a:avLst/>
          </a:prstGeom>
        </p:spPr>
        <p:txBody>
          <a:bodyPr/>
          <a:lstStyle/>
          <a:p>
            <a:pPr defTabSz="609448"/>
            <a:fld id="{D5D4AAD1-61B1-4257-8769-EC9E5AF14E33}" type="datetime1">
              <a:rPr lang="en-US" smtClean="0">
                <a:solidFill>
                  <a:prstClr val="black"/>
                </a:solidFill>
              </a:rPr>
              <a:pPr defTabSz="609448"/>
              <a:t>6/11/2015</a:t>
            </a:fld>
            <a:endParaRPr lang="en-US" dirty="0">
              <a:solidFill>
                <a:prstClr val="black"/>
              </a:solidFill>
            </a:endParaRPr>
          </a:p>
        </p:txBody>
      </p:sp>
      <p:sp>
        <p:nvSpPr>
          <p:cNvPr id="9" name="Slide Number Placeholder 8"/>
          <p:cNvSpPr>
            <a:spLocks noGrp="1"/>
          </p:cNvSpPr>
          <p:nvPr>
            <p:ph type="sldNum" sz="quarter" idx="11"/>
          </p:nvPr>
        </p:nvSpPr>
        <p:spPr>
          <a:xfrm>
            <a:off x="487553" y="6473952"/>
            <a:ext cx="426609" cy="201168"/>
          </a:xfrm>
          <a:prstGeom prst="rect">
            <a:avLst/>
          </a:prstGeom>
        </p:spPr>
        <p:txBody>
          <a:bodyPr/>
          <a:lstStyle/>
          <a:p>
            <a:pPr defTabSz="609448"/>
            <a:fld id="{39FE57C1-99E3-4342-90AE-63D315326D4A}" type="slidenum">
              <a:rPr lang="en-US" smtClean="0">
                <a:solidFill>
                  <a:prstClr val="black"/>
                </a:solidFill>
              </a:rPr>
              <a:pPr defTabSz="609448"/>
              <a:t>‹#›</a:t>
            </a:fld>
            <a:endParaRPr lang="en-US" dirty="0">
              <a:solidFill>
                <a:prstClr val="black"/>
              </a:solidFill>
            </a:endParaRPr>
          </a:p>
        </p:txBody>
      </p:sp>
      <p:sp>
        <p:nvSpPr>
          <p:cNvPr id="10" name="Footer Placeholder 9"/>
          <p:cNvSpPr>
            <a:spLocks noGrp="1"/>
          </p:cNvSpPr>
          <p:nvPr>
            <p:ph type="ftr" sz="quarter" idx="12"/>
          </p:nvPr>
        </p:nvSpPr>
        <p:spPr>
          <a:xfrm>
            <a:off x="926351" y="6473952"/>
            <a:ext cx="4387977" cy="201168"/>
          </a:xfrm>
          <a:prstGeom prst="rect">
            <a:avLst/>
          </a:prstGeom>
        </p:spPr>
        <p:txBody>
          <a:bodyPr/>
          <a:lstStyle/>
          <a:p>
            <a:pPr defTabSz="609448"/>
            <a:r>
              <a:rPr lang="en-US" smtClean="0">
                <a:solidFill>
                  <a:prstClr val="black"/>
                </a:solidFill>
              </a:rPr>
              <a:t>Enterprise Security – HP Confidential</a:t>
            </a:r>
            <a:endParaRPr lang="en-US" dirty="0">
              <a:solidFill>
                <a:prstClr val="black"/>
              </a:solidFill>
            </a:endParaRPr>
          </a:p>
        </p:txBody>
      </p:sp>
    </p:spTree>
    <p:extLst>
      <p:ext uri="{BB962C8B-B14F-4D97-AF65-F5344CB8AC3E}">
        <p14:creationId xmlns:p14="http://schemas.microsoft.com/office/powerpoint/2010/main" val="662352123"/>
      </p:ext>
    </p:extLst>
  </p:cSld>
  <p:clrMapOvr>
    <a:masterClrMapping/>
  </p:clrMapOvr>
  <p:transition>
    <p:fade thruBlk="1"/>
  </p:transition>
  <p:timing>
    <p:tnLst>
      <p:par>
        <p:cTn id="1" dur="indefinite" restart="never" nodeType="tmRoot"/>
      </p:par>
    </p:tnLst>
  </p:timing>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1_White title slide">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extLst/>
          </p:nvPr>
        </p:nvGraphicFramePr>
        <p:xfrm>
          <a:off x="0" y="0"/>
          <a:ext cx="211612" cy="211667"/>
        </p:xfrm>
        <a:graphic>
          <a:graphicData uri="http://schemas.openxmlformats.org/presentationml/2006/ole">
            <mc:AlternateContent xmlns:mc="http://schemas.openxmlformats.org/markup-compatibility/2006">
              <mc:Choice xmlns:v="urn:schemas-microsoft-com:vml" Requires="v">
                <p:oleObj spid="_x0000_s4285" name="think-cell Slide" r:id="rId8" imgW="360" imgH="360" progId="">
                  <p:embed/>
                </p:oleObj>
              </mc:Choice>
              <mc:Fallback>
                <p:oleObj name="think-cell Slide" r:id="rId8" imgW="360" imgH="360" progId="">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0"/>
                        <a:ext cx="211612" cy="211667"/>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
        <p:nvSpPr>
          <p:cNvPr id="8" name="Title 1"/>
          <p:cNvSpPr>
            <a:spLocks noGrp="1"/>
          </p:cNvSpPr>
          <p:nvPr>
            <p:ph type="ctrTitle" hasCustomPrompt="1"/>
            <p:custDataLst>
              <p:tags r:id="rId3"/>
            </p:custDataLst>
          </p:nvPr>
        </p:nvSpPr>
        <p:spPr bwMode="black">
          <a:xfrm>
            <a:off x="438798" y="2715760"/>
            <a:ext cx="9141619" cy="1608645"/>
          </a:xfrm>
        </p:spPr>
        <p:txBody>
          <a:bodyPr anchor="b"/>
          <a:lstStyle>
            <a:lvl1pPr>
              <a:lnSpc>
                <a:spcPct val="90000"/>
              </a:lnSpc>
              <a:defRPr sz="6132" spc="-133">
                <a:solidFill>
                  <a:sysClr val="windowText" lastClr="000000"/>
                </a:solidFill>
              </a:defRPr>
            </a:lvl1pPr>
          </a:lstStyle>
          <a:p>
            <a:r>
              <a:rPr lang="en-US" dirty="0" smtClean="0"/>
              <a:t>Click to edit master </a:t>
            </a:r>
            <a:br>
              <a:rPr lang="en-US" dirty="0" smtClean="0"/>
            </a:br>
            <a:r>
              <a:rPr lang="en-US" dirty="0" smtClean="0"/>
              <a:t>title style</a:t>
            </a:r>
            <a:endParaRPr lang="en-US" dirty="0"/>
          </a:p>
        </p:txBody>
      </p:sp>
      <p:sp>
        <p:nvSpPr>
          <p:cNvPr id="9" name="Subtitle 2"/>
          <p:cNvSpPr>
            <a:spLocks noGrp="1"/>
          </p:cNvSpPr>
          <p:nvPr>
            <p:ph type="subTitle" idx="1" hasCustomPrompt="1"/>
            <p:custDataLst>
              <p:tags r:id="rId4"/>
            </p:custDataLst>
          </p:nvPr>
        </p:nvSpPr>
        <p:spPr bwMode="black">
          <a:xfrm>
            <a:off x="438798" y="4335579"/>
            <a:ext cx="9141619" cy="1219200"/>
          </a:xfrm>
        </p:spPr>
        <p:txBody>
          <a:bodyPr/>
          <a:lstStyle>
            <a:lvl1pPr marL="0" indent="0" algn="l">
              <a:buNone/>
              <a:defRPr>
                <a:solidFill>
                  <a:sysClr val="windowText" lastClr="000000"/>
                </a:solidFill>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dirty="0" smtClean="0"/>
              <a:t>Click to edit master subtitle style</a:t>
            </a:r>
            <a:endParaRPr lang="en-US" dirty="0"/>
          </a:p>
        </p:txBody>
      </p:sp>
      <p:sp>
        <p:nvSpPr>
          <p:cNvPr id="6" name="TextBox 5"/>
          <p:cNvSpPr txBox="1"/>
          <p:nvPr userDrawn="1">
            <p:custDataLst>
              <p:tags r:id="rId5"/>
            </p:custDataLst>
          </p:nvPr>
        </p:nvSpPr>
        <p:spPr>
          <a:xfrm>
            <a:off x="438798" y="6345071"/>
            <a:ext cx="10680611" cy="304800"/>
          </a:xfrm>
          <a:prstGeom prst="rect">
            <a:avLst/>
          </a:prstGeom>
          <a:noFill/>
        </p:spPr>
        <p:txBody>
          <a:bodyPr wrap="square" lIns="0" rtlCol="0">
            <a:noAutofit/>
          </a:bodyPr>
          <a:lstStyle/>
          <a:p>
            <a:pPr defTabSz="609448">
              <a:defRPr/>
            </a:pPr>
            <a:r>
              <a:rPr lang="en-US" sz="933" dirty="0" smtClean="0">
                <a:solidFill>
                  <a:srgbClr val="B9B8BB"/>
                </a:solidFill>
                <a:cs typeface="HP Simplified"/>
              </a:rPr>
              <a:t>© Copyright 2014 Hewlett-Packard Development Company, L.P.  The information contained herein is subject to change without notice.</a:t>
            </a:r>
          </a:p>
        </p:txBody>
      </p:sp>
    </p:spTree>
    <p:extLst>
      <p:ext uri="{BB962C8B-B14F-4D97-AF65-F5344CB8AC3E}">
        <p14:creationId xmlns:p14="http://schemas.microsoft.com/office/powerpoint/2010/main" val="2155502269"/>
      </p:ext>
    </p:extLst>
  </p:cSld>
  <p:clrMapOvr>
    <a:masterClrMapping/>
  </p:clrMapOvr>
  <p:transition/>
  <p:timing>
    <p:tnLst>
      <p:par>
        <p:cTn id="1" dur="indefinite" restart="never" nodeType="tmRoot"/>
      </p:par>
    </p:tnLst>
  </p:timing>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Blue title slide ">
    <p:bg>
      <p:bgPr>
        <a:solidFill>
          <a:schemeClr val="accent1"/>
        </a:solidFill>
        <a:effectLst/>
      </p:bgPr>
    </p:bg>
    <p:spTree>
      <p:nvGrpSpPr>
        <p:cNvPr id="1" name=""/>
        <p:cNvGrpSpPr/>
        <p:nvPr/>
      </p:nvGrpSpPr>
      <p:grpSpPr>
        <a:xfrm>
          <a:off x="0" y="0"/>
          <a:ext cx="0" cy="0"/>
          <a:chOff x="0" y="0"/>
          <a:chExt cx="0" cy="0"/>
        </a:xfrm>
      </p:grpSpPr>
      <p:sp>
        <p:nvSpPr>
          <p:cNvPr id="10" name="Title 1"/>
          <p:cNvSpPr>
            <a:spLocks noGrp="1"/>
          </p:cNvSpPr>
          <p:nvPr>
            <p:ph type="ctrTitle" hasCustomPrompt="1"/>
          </p:nvPr>
        </p:nvSpPr>
        <p:spPr bwMode="black">
          <a:xfrm>
            <a:off x="438798" y="2715760"/>
            <a:ext cx="9141619" cy="1608645"/>
          </a:xfrm>
        </p:spPr>
        <p:txBody>
          <a:bodyPr anchor="b"/>
          <a:lstStyle>
            <a:lvl1pPr>
              <a:lnSpc>
                <a:spcPct val="90000"/>
              </a:lnSpc>
              <a:defRPr sz="6132" spc="-133">
                <a:solidFill>
                  <a:schemeClr val="bg1"/>
                </a:solidFill>
              </a:defRPr>
            </a:lvl1pPr>
          </a:lstStyle>
          <a:p>
            <a:r>
              <a:rPr lang="en-US" dirty="0" smtClean="0"/>
              <a:t>Click to edit master </a:t>
            </a:r>
            <a:br>
              <a:rPr lang="en-US" dirty="0" smtClean="0"/>
            </a:br>
            <a:r>
              <a:rPr lang="en-US" dirty="0" smtClean="0"/>
              <a:t>title style</a:t>
            </a:r>
            <a:endParaRPr lang="en-US" dirty="0"/>
          </a:p>
        </p:txBody>
      </p:sp>
      <p:sp>
        <p:nvSpPr>
          <p:cNvPr id="11" name="Subtitle 2"/>
          <p:cNvSpPr>
            <a:spLocks noGrp="1"/>
          </p:cNvSpPr>
          <p:nvPr>
            <p:ph type="subTitle" idx="1" hasCustomPrompt="1"/>
          </p:nvPr>
        </p:nvSpPr>
        <p:spPr bwMode="black">
          <a:xfrm>
            <a:off x="438798" y="4335579"/>
            <a:ext cx="9141619" cy="1219200"/>
          </a:xfrm>
        </p:spPr>
        <p:txBody>
          <a:bodyPr/>
          <a:lstStyle>
            <a:lvl1pPr marL="0" indent="0" algn="l">
              <a:buNone/>
              <a:defRPr>
                <a:solidFill>
                  <a:schemeClr val="bg1"/>
                </a:solidFill>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dirty="0" smtClean="0"/>
              <a:t>Click to edit master subtitle style</a:t>
            </a:r>
            <a:endParaRPr lang="en-US" dirty="0"/>
          </a:p>
        </p:txBody>
      </p:sp>
      <p:pic>
        <p:nvPicPr>
          <p:cNvPr id="2" name="Picture 1" descr="HP_White_RGB_150_LG.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263507" y="487680"/>
            <a:ext cx="2510898" cy="2511552"/>
          </a:xfrm>
          <a:prstGeom prst="rect">
            <a:avLst/>
          </a:prstGeom>
        </p:spPr>
      </p:pic>
      <p:sp>
        <p:nvSpPr>
          <p:cNvPr id="6" name="TextBox 5"/>
          <p:cNvSpPr txBox="1"/>
          <p:nvPr userDrawn="1"/>
        </p:nvSpPr>
        <p:spPr>
          <a:xfrm>
            <a:off x="438798" y="6345071"/>
            <a:ext cx="10680611" cy="304800"/>
          </a:xfrm>
          <a:prstGeom prst="rect">
            <a:avLst/>
          </a:prstGeom>
          <a:noFill/>
        </p:spPr>
        <p:txBody>
          <a:bodyPr wrap="square" lIns="0" rtlCol="0">
            <a:noAutofit/>
          </a:bodyPr>
          <a:lstStyle/>
          <a:p>
            <a:pPr defTabSz="609448">
              <a:defRPr/>
            </a:pPr>
            <a:r>
              <a:rPr lang="en-US" sz="933" dirty="0" smtClean="0">
                <a:solidFill>
                  <a:prstClr val="white"/>
                </a:solidFill>
                <a:cs typeface="HP Simplified"/>
              </a:rPr>
              <a:t>© Copyright 2014 Hewlett-Packard Development Company, L.P.  The information contained herein is subject to change without notice.</a:t>
            </a:r>
          </a:p>
        </p:txBody>
      </p:sp>
    </p:spTree>
    <p:extLst>
      <p:ext uri="{BB962C8B-B14F-4D97-AF65-F5344CB8AC3E}">
        <p14:creationId xmlns:p14="http://schemas.microsoft.com/office/powerpoint/2010/main" val="1953677893"/>
      </p:ext>
    </p:extLst>
  </p:cSld>
  <p:clrMapOvr>
    <a:masterClrMapping/>
  </p:clrMapOvr>
  <p:transition/>
  <p:timing>
    <p:tnLst>
      <p:par>
        <p:cTn id="1" dur="indefinite" restart="never" nodeType="tmRoot"/>
      </p:par>
    </p:tnLst>
  </p:timing>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userDrawn="1">
  <p:cSld name="Blue divider slide">
    <p:bg>
      <p:bgPr>
        <a:solidFill>
          <a:schemeClr val="accent1"/>
        </a:solidFill>
        <a:effectLst/>
      </p:bgPr>
    </p:bg>
    <p:spTree>
      <p:nvGrpSpPr>
        <p:cNvPr id="1" name=""/>
        <p:cNvGrpSpPr/>
        <p:nvPr/>
      </p:nvGrpSpPr>
      <p:grpSpPr>
        <a:xfrm>
          <a:off x="0" y="0"/>
          <a:ext cx="0" cy="0"/>
          <a:chOff x="0" y="0"/>
          <a:chExt cx="0" cy="0"/>
        </a:xfrm>
      </p:grpSpPr>
      <p:sp>
        <p:nvSpPr>
          <p:cNvPr id="16" name="Title 1"/>
          <p:cNvSpPr>
            <a:spLocks noGrp="1"/>
          </p:cNvSpPr>
          <p:nvPr>
            <p:ph type="ctrTitle" hasCustomPrompt="1"/>
          </p:nvPr>
        </p:nvSpPr>
        <p:spPr bwMode="black">
          <a:xfrm>
            <a:off x="438798" y="317771"/>
            <a:ext cx="9627295" cy="2675604"/>
          </a:xfrm>
          <a:prstGeom prst="rect">
            <a:avLst/>
          </a:prstGeom>
        </p:spPr>
        <p:txBody>
          <a:bodyPr wrap="square" lIns="0" tIns="0" rIns="0" bIns="0" anchor="t" anchorCtr="0">
            <a:noAutofit/>
          </a:bodyPr>
          <a:lstStyle>
            <a:lvl1pPr algn="l">
              <a:lnSpc>
                <a:spcPct val="90000"/>
              </a:lnSpc>
              <a:defRPr sz="5332" b="1" i="0" spc="-133" baseline="0">
                <a:solidFill>
                  <a:schemeClr val="bg1"/>
                </a:solidFill>
                <a:latin typeface="HP Simplified" pitchFamily="34" charset="0"/>
                <a:cs typeface="HP Simplified" pitchFamily="34" charset="0"/>
              </a:defRPr>
            </a:lvl1pPr>
          </a:lstStyle>
          <a:p>
            <a:r>
              <a:rPr lang="en-US" noProof="0" dirty="0" smtClean="0"/>
              <a:t>Click to edit </a:t>
            </a:r>
            <a:br>
              <a:rPr lang="en-US" noProof="0" dirty="0" smtClean="0"/>
            </a:br>
            <a:r>
              <a:rPr lang="en-US" noProof="0" dirty="0" smtClean="0"/>
              <a:t>master </a:t>
            </a:r>
            <a:br>
              <a:rPr lang="en-US" noProof="0" dirty="0" smtClean="0"/>
            </a:br>
            <a:r>
              <a:rPr lang="en-US" noProof="0" dirty="0" smtClean="0"/>
              <a:t>title style</a:t>
            </a:r>
            <a:endParaRPr lang="en-US" noProof="0" dirty="0"/>
          </a:p>
        </p:txBody>
      </p:sp>
      <p:pic>
        <p:nvPicPr>
          <p:cNvPr id="7" name="Picture 6" descr="HP_White_RGB_150_SM.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37332" y="6047232"/>
            <a:ext cx="487521" cy="487648"/>
          </a:xfrm>
          <a:prstGeom prst="rect">
            <a:avLst/>
          </a:prstGeom>
        </p:spPr>
      </p:pic>
      <p:sp>
        <p:nvSpPr>
          <p:cNvPr id="6" name="TextBox 5"/>
          <p:cNvSpPr txBox="1"/>
          <p:nvPr userDrawn="1"/>
        </p:nvSpPr>
        <p:spPr>
          <a:xfrm>
            <a:off x="438798" y="6345071"/>
            <a:ext cx="10680611" cy="304800"/>
          </a:xfrm>
          <a:prstGeom prst="rect">
            <a:avLst/>
          </a:prstGeom>
          <a:noFill/>
        </p:spPr>
        <p:txBody>
          <a:bodyPr wrap="square" lIns="0" rtlCol="0">
            <a:noAutofit/>
          </a:bodyPr>
          <a:lstStyle/>
          <a:p>
            <a:pPr defTabSz="609448">
              <a:defRPr/>
            </a:pPr>
            <a:r>
              <a:rPr lang="en-US" sz="933" dirty="0" smtClean="0">
                <a:solidFill>
                  <a:prstClr val="white"/>
                </a:solidFill>
                <a:cs typeface="HP Simplified"/>
              </a:rPr>
              <a:t>© Copyright 2014 Hewlett-Packard Development Company, L.P.  The information contained herein is subject to change without notice.</a:t>
            </a:r>
          </a:p>
        </p:txBody>
      </p:sp>
    </p:spTree>
    <p:extLst>
      <p:ext uri="{BB962C8B-B14F-4D97-AF65-F5344CB8AC3E}">
        <p14:creationId xmlns:p14="http://schemas.microsoft.com/office/powerpoint/2010/main" val="4046417786"/>
      </p:ext>
    </p:extLst>
  </p:cSld>
  <p:clrMapOvr>
    <a:masterClrMapping/>
  </p:clrMapOvr>
  <p:transition/>
  <p:timing>
    <p:tnLst>
      <p:par>
        <p:cTn id="1" dur="indefinite" restart="never" nodeType="tmRoot"/>
      </p:par>
    </p:tnLst>
  </p:timing>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White divider slide">
    <p:spTree>
      <p:nvGrpSpPr>
        <p:cNvPr id="1" name=""/>
        <p:cNvGrpSpPr/>
        <p:nvPr/>
      </p:nvGrpSpPr>
      <p:grpSpPr>
        <a:xfrm>
          <a:off x="0" y="0"/>
          <a:ext cx="0" cy="0"/>
          <a:chOff x="0" y="0"/>
          <a:chExt cx="0" cy="0"/>
        </a:xfrm>
      </p:grpSpPr>
      <p:sp>
        <p:nvSpPr>
          <p:cNvPr id="16" name="Title 1"/>
          <p:cNvSpPr>
            <a:spLocks noGrp="1"/>
          </p:cNvSpPr>
          <p:nvPr>
            <p:ph type="ctrTitle" hasCustomPrompt="1"/>
          </p:nvPr>
        </p:nvSpPr>
        <p:spPr bwMode="black">
          <a:xfrm>
            <a:off x="438798" y="316993"/>
            <a:ext cx="9627295" cy="2675604"/>
          </a:xfrm>
          <a:prstGeom prst="rect">
            <a:avLst/>
          </a:prstGeom>
        </p:spPr>
        <p:txBody>
          <a:bodyPr wrap="square" lIns="0" tIns="0" rIns="0" bIns="0" anchor="t" anchorCtr="0">
            <a:noAutofit/>
          </a:bodyPr>
          <a:lstStyle>
            <a:lvl1pPr algn="l">
              <a:lnSpc>
                <a:spcPct val="90000"/>
              </a:lnSpc>
              <a:defRPr sz="5332" b="1" i="0" spc="-133">
                <a:solidFill>
                  <a:schemeClr val="tx1"/>
                </a:solidFill>
                <a:latin typeface="HP Simplified" pitchFamily="34" charset="0"/>
                <a:cs typeface="HP Simplified" pitchFamily="34" charset="0"/>
              </a:defRPr>
            </a:lvl1pPr>
          </a:lstStyle>
          <a:p>
            <a:r>
              <a:rPr lang="en-US" noProof="0" dirty="0" smtClean="0"/>
              <a:t>Click to edit </a:t>
            </a:r>
            <a:br>
              <a:rPr lang="en-US" noProof="0" dirty="0" smtClean="0"/>
            </a:br>
            <a:r>
              <a:rPr lang="en-US" noProof="0" dirty="0" smtClean="0"/>
              <a:t>master </a:t>
            </a:r>
            <a:br>
              <a:rPr lang="en-US" noProof="0" dirty="0" smtClean="0"/>
            </a:br>
            <a:r>
              <a:rPr lang="en-US" noProof="0" dirty="0" smtClean="0"/>
              <a:t>title style</a:t>
            </a:r>
            <a:endParaRPr lang="en-US" noProof="0" dirty="0"/>
          </a:p>
        </p:txBody>
      </p:sp>
      <p:pic>
        <p:nvPicPr>
          <p:cNvPr id="7" name="Picture 6" descr="HP_White_RGB_150_SM.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37332" y="6047232"/>
            <a:ext cx="487521" cy="487648"/>
          </a:xfrm>
          <a:prstGeom prst="rect">
            <a:avLst/>
          </a:prstGeom>
        </p:spPr>
      </p:pic>
      <p:sp>
        <p:nvSpPr>
          <p:cNvPr id="6" name="TextBox 5"/>
          <p:cNvSpPr txBox="1"/>
          <p:nvPr userDrawn="1"/>
        </p:nvSpPr>
        <p:spPr>
          <a:xfrm>
            <a:off x="438798" y="6345071"/>
            <a:ext cx="10680611" cy="304800"/>
          </a:xfrm>
          <a:prstGeom prst="rect">
            <a:avLst/>
          </a:prstGeom>
          <a:noFill/>
        </p:spPr>
        <p:txBody>
          <a:bodyPr wrap="square" lIns="0" rtlCol="0">
            <a:noAutofit/>
          </a:bodyPr>
          <a:lstStyle/>
          <a:p>
            <a:pPr defTabSz="609448">
              <a:defRPr/>
            </a:pPr>
            <a:r>
              <a:rPr lang="en-US" sz="933" dirty="0" smtClean="0">
                <a:solidFill>
                  <a:srgbClr val="B9B8BB"/>
                </a:solidFill>
                <a:cs typeface="HP Simplified"/>
              </a:rPr>
              <a:t>© Copyright 2014 Hewlett-Packard Development Company, L.P.  The information contained herein is subject to change without notice.</a:t>
            </a:r>
          </a:p>
        </p:txBody>
      </p:sp>
      <p:pic>
        <p:nvPicPr>
          <p:cNvPr id="5" name="Picture 4" descr="HP_Blue_RGB_150_SM.pn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335607" y="6047232"/>
            <a:ext cx="487553" cy="487680"/>
          </a:xfrm>
          <a:prstGeom prst="rect">
            <a:avLst/>
          </a:prstGeom>
        </p:spPr>
      </p:pic>
    </p:spTree>
    <p:extLst>
      <p:ext uri="{BB962C8B-B14F-4D97-AF65-F5344CB8AC3E}">
        <p14:creationId xmlns:p14="http://schemas.microsoft.com/office/powerpoint/2010/main" val="775346871"/>
      </p:ext>
    </p:extLst>
  </p:cSld>
  <p:clrMapOvr>
    <a:masterClrMapping/>
  </p:clrMapOvr>
  <p:transition/>
  <p:timing>
    <p:tnLst>
      <p:par>
        <p:cTn id="1" dur="indefinite" restart="never" nodeType="tmRoot"/>
      </p:par>
    </p:tnLst>
  </p:timing>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Blue quote slide with subtitle">
    <p:bg>
      <p:bgPr>
        <a:solidFill>
          <a:schemeClr val="accent1"/>
        </a:solidFill>
        <a:effectLst/>
      </p:bgPr>
    </p:bg>
    <p:spTree>
      <p:nvGrpSpPr>
        <p:cNvPr id="1" name=""/>
        <p:cNvGrpSpPr/>
        <p:nvPr/>
      </p:nvGrpSpPr>
      <p:grpSpPr>
        <a:xfrm>
          <a:off x="0" y="0"/>
          <a:ext cx="0" cy="0"/>
          <a:chOff x="0" y="0"/>
          <a:chExt cx="0" cy="0"/>
        </a:xfrm>
      </p:grpSpPr>
      <p:sp>
        <p:nvSpPr>
          <p:cNvPr id="16" name="Title 1"/>
          <p:cNvSpPr>
            <a:spLocks noGrp="1"/>
          </p:cNvSpPr>
          <p:nvPr>
            <p:ph type="ctrTitle" hasCustomPrompt="1"/>
          </p:nvPr>
        </p:nvSpPr>
        <p:spPr bwMode="black">
          <a:xfrm>
            <a:off x="438798" y="321226"/>
            <a:ext cx="9627295" cy="2675604"/>
          </a:xfrm>
          <a:prstGeom prst="rect">
            <a:avLst/>
          </a:prstGeom>
        </p:spPr>
        <p:txBody>
          <a:bodyPr wrap="square" lIns="0" tIns="0" rIns="0" bIns="0" anchor="t" anchorCtr="0">
            <a:noAutofit/>
          </a:bodyPr>
          <a:lstStyle>
            <a:lvl1pPr algn="l" defTabSz="609448" rtl="0" eaLnBrk="1" latinLnBrk="0" hangingPunct="1">
              <a:lnSpc>
                <a:spcPct val="90000"/>
              </a:lnSpc>
              <a:spcBef>
                <a:spcPct val="0"/>
              </a:spcBef>
              <a:spcAft>
                <a:spcPts val="0"/>
              </a:spcAft>
              <a:buNone/>
              <a:defRPr lang="en-US" sz="5332" b="1" i="0" kern="1200" spc="-133" noProof="0" dirty="0">
                <a:solidFill>
                  <a:schemeClr val="bg1"/>
                </a:solidFill>
                <a:latin typeface="HP Simplified" pitchFamily="34" charset="0"/>
                <a:ea typeface="+mj-ea"/>
                <a:cs typeface="HP Simplified" pitchFamily="34" charset="0"/>
              </a:defRPr>
            </a:lvl1pPr>
          </a:lstStyle>
          <a:p>
            <a:r>
              <a:rPr lang="en-US" noProof="0" dirty="0" smtClean="0"/>
              <a:t>Click to edit </a:t>
            </a:r>
            <a:br>
              <a:rPr lang="en-US" noProof="0" dirty="0" smtClean="0"/>
            </a:br>
            <a:r>
              <a:rPr lang="en-US" noProof="0" dirty="0" smtClean="0"/>
              <a:t>master </a:t>
            </a:r>
            <a:br>
              <a:rPr lang="en-US" noProof="0" dirty="0" smtClean="0"/>
            </a:br>
            <a:r>
              <a:rPr lang="en-US" noProof="0" dirty="0" smtClean="0"/>
              <a:t>title style</a:t>
            </a:r>
            <a:endParaRPr lang="en-US" noProof="0" dirty="0"/>
          </a:p>
        </p:txBody>
      </p:sp>
      <p:pic>
        <p:nvPicPr>
          <p:cNvPr id="7" name="Picture 6" descr="HP_White_RGB_150_SM.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37332" y="6047232"/>
            <a:ext cx="487521" cy="487648"/>
          </a:xfrm>
          <a:prstGeom prst="rect">
            <a:avLst/>
          </a:prstGeom>
        </p:spPr>
      </p:pic>
      <p:sp>
        <p:nvSpPr>
          <p:cNvPr id="6" name="TextBox 5"/>
          <p:cNvSpPr txBox="1"/>
          <p:nvPr userDrawn="1"/>
        </p:nvSpPr>
        <p:spPr>
          <a:xfrm>
            <a:off x="438798" y="6345071"/>
            <a:ext cx="10680611" cy="304800"/>
          </a:xfrm>
          <a:prstGeom prst="rect">
            <a:avLst/>
          </a:prstGeom>
          <a:noFill/>
        </p:spPr>
        <p:txBody>
          <a:bodyPr wrap="square" lIns="0" rtlCol="0">
            <a:noAutofit/>
          </a:bodyPr>
          <a:lstStyle/>
          <a:p>
            <a:pPr defTabSz="609448">
              <a:defRPr/>
            </a:pPr>
            <a:r>
              <a:rPr lang="en-US" sz="933" dirty="0" smtClean="0">
                <a:solidFill>
                  <a:prstClr val="white"/>
                </a:solidFill>
                <a:cs typeface="HP Simplified"/>
              </a:rPr>
              <a:t>© Copyright 2014 Hewlett-Packard Development Company, L.P.  The information contained herein is subject to change without notice.</a:t>
            </a:r>
          </a:p>
        </p:txBody>
      </p:sp>
      <p:sp>
        <p:nvSpPr>
          <p:cNvPr id="5" name="Subtitle 2"/>
          <p:cNvSpPr>
            <a:spLocks noGrp="1"/>
          </p:cNvSpPr>
          <p:nvPr>
            <p:ph type="subTitle" idx="1" hasCustomPrompt="1"/>
          </p:nvPr>
        </p:nvSpPr>
        <p:spPr>
          <a:xfrm>
            <a:off x="433579" y="4407148"/>
            <a:ext cx="6862308" cy="865632"/>
          </a:xfrm>
          <a:prstGeom prst="rect">
            <a:avLst/>
          </a:prstGeom>
        </p:spPr>
        <p:txBody>
          <a:bodyPr>
            <a:noAutofit/>
          </a:bodyPr>
          <a:lstStyle>
            <a:lvl1pPr marL="0" indent="0" algn="l">
              <a:lnSpc>
                <a:spcPct val="100000"/>
              </a:lnSpc>
              <a:spcBef>
                <a:spcPts val="0"/>
              </a:spcBef>
              <a:buNone/>
              <a:defRPr sz="2399" b="0">
                <a:solidFill>
                  <a:srgbClr val="FFFFFF"/>
                </a:solidFill>
                <a:latin typeface="+mn-lt"/>
                <a:cs typeface="Arial"/>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noProof="0" dirty="0" smtClean="0"/>
              <a:t>Click to edit master subtitle style</a:t>
            </a:r>
            <a:endParaRPr lang="en-US" noProof="0" dirty="0"/>
          </a:p>
        </p:txBody>
      </p:sp>
    </p:spTree>
    <p:extLst>
      <p:ext uri="{BB962C8B-B14F-4D97-AF65-F5344CB8AC3E}">
        <p14:creationId xmlns:p14="http://schemas.microsoft.com/office/powerpoint/2010/main" val="4278161075"/>
      </p:ext>
    </p:extLst>
  </p:cSld>
  <p:clrMapOvr>
    <a:masterClrMapping/>
  </p:clrMapOvr>
  <p:transition/>
  <p:timing>
    <p:tnLst>
      <p:par>
        <p:cTn id="1" dur="indefinite" restart="never" nodeType="tmRoot"/>
      </p:par>
    </p:tnLst>
  </p:timing>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1"/>
        </a:solidFill>
        <a:effectLst/>
      </p:bgPr>
    </p:bg>
    <p:spTree>
      <p:nvGrpSpPr>
        <p:cNvPr id="1" name=""/>
        <p:cNvGrpSpPr/>
        <p:nvPr/>
      </p:nvGrpSpPr>
      <p:grpSpPr>
        <a:xfrm>
          <a:off x="0" y="0"/>
          <a:ext cx="0" cy="0"/>
          <a:chOff x="0" y="0"/>
          <a:chExt cx="0" cy="0"/>
        </a:xfrm>
      </p:grpSpPr>
      <p:sp>
        <p:nvSpPr>
          <p:cNvPr id="7" name="Title 6"/>
          <p:cNvSpPr>
            <a:spLocks noGrp="1"/>
          </p:cNvSpPr>
          <p:nvPr>
            <p:ph type="title" hasCustomPrompt="1"/>
          </p:nvPr>
        </p:nvSpPr>
        <p:spPr bwMode="black">
          <a:xfrm>
            <a:off x="441845" y="313419"/>
            <a:ext cx="10820123" cy="574516"/>
          </a:xfrm>
        </p:spPr>
        <p:txBody>
          <a:bodyPr wrap="square">
            <a:noAutofit/>
          </a:bodyPr>
          <a:lstStyle>
            <a:lvl1pPr>
              <a:defRPr b="1" i="0">
                <a:solidFill>
                  <a:srgbClr val="000000"/>
                </a:solidFill>
                <a:latin typeface="HP Simplified" pitchFamily="34" charset="0"/>
                <a:cs typeface="HP Simplified" pitchFamily="34" charset="0"/>
              </a:defRPr>
            </a:lvl1pPr>
          </a:lstStyle>
          <a:p>
            <a:r>
              <a:rPr lang="en-US" noProof="0" dirty="0" smtClean="0"/>
              <a:t>Click to edit master title style</a:t>
            </a:r>
            <a:endParaRPr lang="en-US" noProof="0" dirty="0"/>
          </a:p>
        </p:txBody>
      </p:sp>
    </p:spTree>
    <p:extLst>
      <p:ext uri="{BB962C8B-B14F-4D97-AF65-F5344CB8AC3E}">
        <p14:creationId xmlns:p14="http://schemas.microsoft.com/office/powerpoint/2010/main" val="2203248915"/>
      </p:ext>
    </p:extLst>
  </p:cSld>
  <p:clrMapOvr>
    <a:masterClrMapping/>
  </p:clrMapOvr>
  <p:transition/>
  <p:timing>
    <p:tnLst>
      <p:par>
        <p:cTn id="1" dur="indefinite" restart="never" nodeType="tmRoot"/>
      </p:par>
    </p:tnLst>
  </p:timing>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Title with content">
    <p:bg>
      <p:bgPr>
        <a:solidFill>
          <a:schemeClr val="bg1"/>
        </a:solidFill>
        <a:effectLst/>
      </p:bgPr>
    </p:bg>
    <p:spTree>
      <p:nvGrpSpPr>
        <p:cNvPr id="1" name=""/>
        <p:cNvGrpSpPr/>
        <p:nvPr/>
      </p:nvGrpSpPr>
      <p:grpSpPr>
        <a:xfrm>
          <a:off x="0" y="0"/>
          <a:ext cx="0" cy="0"/>
          <a:chOff x="0" y="0"/>
          <a:chExt cx="0" cy="0"/>
        </a:xfrm>
      </p:grpSpPr>
      <p:sp>
        <p:nvSpPr>
          <p:cNvPr id="7" name="Title 6"/>
          <p:cNvSpPr>
            <a:spLocks noGrp="1"/>
          </p:cNvSpPr>
          <p:nvPr>
            <p:ph type="title" hasCustomPrompt="1"/>
          </p:nvPr>
        </p:nvSpPr>
        <p:spPr bwMode="black">
          <a:xfrm>
            <a:off x="441845" y="313419"/>
            <a:ext cx="10820123" cy="574516"/>
          </a:xfrm>
        </p:spPr>
        <p:txBody>
          <a:bodyPr wrap="square">
            <a:noAutofit/>
          </a:bodyPr>
          <a:lstStyle>
            <a:lvl1pPr>
              <a:defRPr b="1" i="0">
                <a:solidFill>
                  <a:srgbClr val="000000"/>
                </a:solidFill>
                <a:latin typeface="HP Simplified" pitchFamily="34" charset="0"/>
                <a:cs typeface="HP Simplified" pitchFamily="34" charset="0"/>
              </a:defRPr>
            </a:lvl1pPr>
          </a:lstStyle>
          <a:p>
            <a:r>
              <a:rPr lang="en-US" noProof="0" dirty="0" smtClean="0"/>
              <a:t>Click to edit master title style</a:t>
            </a:r>
            <a:endParaRPr lang="en-US" noProof="0" dirty="0"/>
          </a:p>
        </p:txBody>
      </p:sp>
      <p:sp>
        <p:nvSpPr>
          <p:cNvPr id="6" name="Content Placeholder 5"/>
          <p:cNvSpPr>
            <a:spLocks noGrp="1"/>
          </p:cNvSpPr>
          <p:nvPr>
            <p:ph sz="quarter" idx="10"/>
          </p:nvPr>
        </p:nvSpPr>
        <p:spPr>
          <a:xfrm>
            <a:off x="438798" y="1584960"/>
            <a:ext cx="10821053" cy="4293024"/>
          </a:xfrm>
        </p:spPr>
        <p:txBody>
          <a:bodyPr wrap="square">
            <a:noAutofit/>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147653994"/>
      </p:ext>
    </p:extLst>
  </p:cSld>
  <p:clrMapOvr>
    <a:masterClrMapping/>
  </p:clrMapOvr>
  <p:transition/>
  <p:timing>
    <p:tnLst>
      <p:par>
        <p:cTn id="1" dur="indefinite" restart="never" nodeType="tmRoot"/>
      </p:par>
    </p:tnLst>
  </p:timing>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Title, sub title with content">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black">
          <a:xfrm>
            <a:off x="441845" y="1001854"/>
            <a:ext cx="10820123" cy="369332"/>
          </a:xfrm>
          <a:prstGeom prst="rect">
            <a:avLst/>
          </a:prstGeom>
        </p:spPr>
        <p:txBody>
          <a:bodyPr wrap="square" anchor="t">
            <a:noAutofit/>
          </a:bodyPr>
          <a:lstStyle>
            <a:lvl1pPr marL="0" indent="0" algn="l">
              <a:lnSpc>
                <a:spcPct val="100000"/>
              </a:lnSpc>
              <a:buNone/>
              <a:defRPr sz="2399" b="0" i="0">
                <a:solidFill>
                  <a:srgbClr val="000000"/>
                </a:solidFill>
                <a:latin typeface="HP Simplified" pitchFamily="34" charset="0"/>
                <a:cs typeface="HP Simplified" pitchFamily="34" charset="0"/>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noProof="0" dirty="0" smtClean="0"/>
              <a:t>Click to edit master subtitle style</a:t>
            </a:r>
            <a:endParaRPr lang="en-US" noProof="0" dirty="0"/>
          </a:p>
        </p:txBody>
      </p:sp>
      <p:sp>
        <p:nvSpPr>
          <p:cNvPr id="7" name="Title 6"/>
          <p:cNvSpPr>
            <a:spLocks noGrp="1"/>
          </p:cNvSpPr>
          <p:nvPr>
            <p:ph type="title" hasCustomPrompt="1"/>
          </p:nvPr>
        </p:nvSpPr>
        <p:spPr bwMode="black">
          <a:xfrm>
            <a:off x="441845" y="313419"/>
            <a:ext cx="10820123" cy="574516"/>
          </a:xfrm>
        </p:spPr>
        <p:txBody>
          <a:bodyPr wrap="square">
            <a:noAutofit/>
          </a:bodyPr>
          <a:lstStyle>
            <a:lvl1pPr>
              <a:defRPr b="1" i="0">
                <a:solidFill>
                  <a:srgbClr val="000000"/>
                </a:solidFill>
                <a:latin typeface="HP Simplified" pitchFamily="34" charset="0"/>
                <a:cs typeface="HP Simplified" pitchFamily="34" charset="0"/>
              </a:defRPr>
            </a:lvl1pPr>
          </a:lstStyle>
          <a:p>
            <a:r>
              <a:rPr lang="en-US" noProof="0" dirty="0" smtClean="0"/>
              <a:t>Click to edit master title style</a:t>
            </a:r>
            <a:endParaRPr lang="en-US" noProof="0" dirty="0"/>
          </a:p>
        </p:txBody>
      </p:sp>
      <p:sp>
        <p:nvSpPr>
          <p:cNvPr id="6" name="Content Placeholder 5"/>
          <p:cNvSpPr>
            <a:spLocks noGrp="1"/>
          </p:cNvSpPr>
          <p:nvPr>
            <p:ph sz="quarter" idx="10"/>
          </p:nvPr>
        </p:nvSpPr>
        <p:spPr>
          <a:xfrm>
            <a:off x="438798" y="1584962"/>
            <a:ext cx="10823677" cy="4305300"/>
          </a:xfrm>
        </p:spPr>
        <p:txBody>
          <a:bodyPr wrap="square">
            <a:noAutofit/>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611792601"/>
      </p:ext>
    </p:extLst>
  </p:cSld>
  <p:clrMapOvr>
    <a:masterClrMapping/>
  </p:clrMapOvr>
  <p:transition/>
  <p:timing>
    <p:tnLst>
      <p:par>
        <p:cTn id="1" dur="indefinite" restart="never" nodeType="tmRoot"/>
      </p:par>
    </p:tnLst>
  </p:timing>
  <p:hf hdr="0" ftr="0" dt="0"/>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itle, sub title with two columns">
    <p:spTree>
      <p:nvGrpSpPr>
        <p:cNvPr id="1" name=""/>
        <p:cNvGrpSpPr/>
        <p:nvPr/>
      </p:nvGrpSpPr>
      <p:grpSpPr>
        <a:xfrm>
          <a:off x="0" y="0"/>
          <a:ext cx="0" cy="0"/>
          <a:chOff x="0" y="0"/>
          <a:chExt cx="0" cy="0"/>
        </a:xfrm>
      </p:grpSpPr>
      <p:sp>
        <p:nvSpPr>
          <p:cNvPr id="13" name="Title Placeholder 1"/>
          <p:cNvSpPr>
            <a:spLocks noGrp="1"/>
          </p:cNvSpPr>
          <p:nvPr>
            <p:ph type="title" hasCustomPrompt="1"/>
          </p:nvPr>
        </p:nvSpPr>
        <p:spPr bwMode="black">
          <a:xfrm>
            <a:off x="441847" y="313418"/>
            <a:ext cx="11277202" cy="574516"/>
          </a:xfrm>
          <a:prstGeom prst="rect">
            <a:avLst/>
          </a:prstGeom>
          <a:ln>
            <a:noFill/>
          </a:ln>
        </p:spPr>
        <p:txBody>
          <a:bodyPr vert="horz" wrap="square" lIns="0" tIns="0" rIns="0" bIns="0" rtlCol="0" anchor="t" anchorCtr="0">
            <a:spAutoFit/>
          </a:bodyPr>
          <a:lstStyle>
            <a:lvl1pPr>
              <a:defRPr>
                <a:solidFill>
                  <a:srgbClr val="000000"/>
                </a:solidFill>
              </a:defRPr>
            </a:lvl1pPr>
          </a:lstStyle>
          <a:p>
            <a:r>
              <a:rPr lang="en-US" noProof="0" dirty="0" smtClean="0"/>
              <a:t>Click to edit master title style</a:t>
            </a:r>
            <a:endParaRPr lang="en-US" noProof="0" dirty="0"/>
          </a:p>
        </p:txBody>
      </p:sp>
      <p:sp>
        <p:nvSpPr>
          <p:cNvPr id="8" name="Content Placeholder 7"/>
          <p:cNvSpPr>
            <a:spLocks noGrp="1"/>
          </p:cNvSpPr>
          <p:nvPr>
            <p:ph sz="quarter" idx="16"/>
          </p:nvPr>
        </p:nvSpPr>
        <p:spPr>
          <a:xfrm>
            <a:off x="438037" y="1584961"/>
            <a:ext cx="5372816" cy="4293025"/>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0" name="Content Placeholder 9"/>
          <p:cNvSpPr>
            <a:spLocks noGrp="1"/>
          </p:cNvSpPr>
          <p:nvPr>
            <p:ph sz="quarter" idx="17"/>
          </p:nvPr>
        </p:nvSpPr>
        <p:spPr>
          <a:xfrm>
            <a:off x="6090180" y="1581152"/>
            <a:ext cx="5169672" cy="4296832"/>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Subtitle 2"/>
          <p:cNvSpPr>
            <a:spLocks noGrp="1"/>
          </p:cNvSpPr>
          <p:nvPr>
            <p:ph type="subTitle" idx="1" hasCustomPrompt="1"/>
          </p:nvPr>
        </p:nvSpPr>
        <p:spPr bwMode="black">
          <a:xfrm>
            <a:off x="441847" y="1001854"/>
            <a:ext cx="11277202" cy="369332"/>
          </a:xfrm>
          <a:prstGeom prst="rect">
            <a:avLst/>
          </a:prstGeom>
        </p:spPr>
        <p:txBody>
          <a:bodyPr wrap="square" anchor="t">
            <a:noAutofit/>
          </a:bodyPr>
          <a:lstStyle>
            <a:lvl1pPr marL="0" indent="0" algn="l">
              <a:lnSpc>
                <a:spcPct val="100000"/>
              </a:lnSpc>
              <a:buNone/>
              <a:defRPr sz="2399" b="0" i="0">
                <a:solidFill>
                  <a:srgbClr val="000000"/>
                </a:solidFill>
                <a:latin typeface="HP Simplified" pitchFamily="34" charset="0"/>
                <a:cs typeface="HP Simplified" pitchFamily="34" charset="0"/>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noProof="0" dirty="0" smtClean="0"/>
              <a:t>Click to edit master subtitle style</a:t>
            </a:r>
            <a:endParaRPr lang="en-US" noProof="0" dirty="0"/>
          </a:p>
        </p:txBody>
      </p:sp>
    </p:spTree>
    <p:extLst>
      <p:ext uri="{BB962C8B-B14F-4D97-AF65-F5344CB8AC3E}">
        <p14:creationId xmlns:p14="http://schemas.microsoft.com/office/powerpoint/2010/main" val="3177614968"/>
      </p:ext>
    </p:extLst>
  </p:cSld>
  <p:clrMapOvr>
    <a:masterClrMapping/>
  </p:clrMapOvr>
  <p:transition/>
  <p:timing>
    <p:tnLst>
      <p:par>
        <p:cTn id="1" dur="indefinite" restart="never" nodeType="tmRoot"/>
      </p:par>
    </p:tnLst>
  </p:timing>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Half page, sub title with image">
    <p:bg>
      <p:bgPr>
        <a:solidFill>
          <a:schemeClr val="bg1"/>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1"/>
          </p:nvPr>
        </p:nvSpPr>
        <p:spPr>
          <a:xfrm>
            <a:off x="6090183" y="1581397"/>
            <a:ext cx="5169671" cy="4296588"/>
          </a:xfrm>
        </p:spPr>
        <p:txBody>
          <a:bodyPr anchor="ctr"/>
          <a:lstStyle>
            <a:lvl1pPr algn="ctr">
              <a:defRPr b="0">
                <a:solidFill>
                  <a:schemeClr val="tx1"/>
                </a:solidFill>
              </a:defRPr>
            </a:lvl1pPr>
          </a:lstStyle>
          <a:p>
            <a:endParaRPr lang="en-US" dirty="0"/>
          </a:p>
        </p:txBody>
      </p:sp>
      <p:sp>
        <p:nvSpPr>
          <p:cNvPr id="7" name="Title 6"/>
          <p:cNvSpPr>
            <a:spLocks noGrp="1"/>
          </p:cNvSpPr>
          <p:nvPr>
            <p:ph type="title" hasCustomPrompt="1"/>
          </p:nvPr>
        </p:nvSpPr>
        <p:spPr bwMode="black">
          <a:xfrm>
            <a:off x="441844" y="313417"/>
            <a:ext cx="11274663" cy="573024"/>
          </a:xfrm>
        </p:spPr>
        <p:txBody>
          <a:bodyPr/>
          <a:lstStyle>
            <a:lvl1pPr>
              <a:defRPr b="1" i="0">
                <a:solidFill>
                  <a:srgbClr val="000000"/>
                </a:solidFill>
                <a:latin typeface="HP Simplified" pitchFamily="34" charset="0"/>
                <a:cs typeface="HP Simplified" pitchFamily="34" charset="0"/>
              </a:defRPr>
            </a:lvl1pPr>
          </a:lstStyle>
          <a:p>
            <a:r>
              <a:rPr lang="en-US" noProof="0" dirty="0" smtClean="0"/>
              <a:t>Click to edit master title style</a:t>
            </a:r>
            <a:endParaRPr lang="en-US" noProof="0" dirty="0"/>
          </a:p>
        </p:txBody>
      </p:sp>
      <p:sp>
        <p:nvSpPr>
          <p:cNvPr id="6" name="Content Placeholder 5"/>
          <p:cNvSpPr>
            <a:spLocks noGrp="1"/>
          </p:cNvSpPr>
          <p:nvPr>
            <p:ph sz="quarter" idx="10"/>
          </p:nvPr>
        </p:nvSpPr>
        <p:spPr>
          <a:xfrm>
            <a:off x="438798" y="1584960"/>
            <a:ext cx="5347423" cy="4293024"/>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Subtitle 2"/>
          <p:cNvSpPr>
            <a:spLocks noGrp="1"/>
          </p:cNvSpPr>
          <p:nvPr>
            <p:ph type="subTitle" idx="1" hasCustomPrompt="1"/>
          </p:nvPr>
        </p:nvSpPr>
        <p:spPr bwMode="black">
          <a:xfrm>
            <a:off x="441847" y="1001854"/>
            <a:ext cx="11277202" cy="369332"/>
          </a:xfrm>
          <a:prstGeom prst="rect">
            <a:avLst/>
          </a:prstGeom>
        </p:spPr>
        <p:txBody>
          <a:bodyPr wrap="square" anchor="t">
            <a:noAutofit/>
          </a:bodyPr>
          <a:lstStyle>
            <a:lvl1pPr marL="0" indent="0" algn="l">
              <a:lnSpc>
                <a:spcPct val="100000"/>
              </a:lnSpc>
              <a:buNone/>
              <a:defRPr sz="2399" b="0" i="0">
                <a:solidFill>
                  <a:srgbClr val="000000"/>
                </a:solidFill>
                <a:latin typeface="HP Simplified" pitchFamily="34" charset="0"/>
                <a:cs typeface="HP Simplified" pitchFamily="34" charset="0"/>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noProof="0" dirty="0" smtClean="0"/>
              <a:t>Click to edit master subtitle style</a:t>
            </a:r>
            <a:endParaRPr lang="en-US" noProof="0" dirty="0"/>
          </a:p>
        </p:txBody>
      </p:sp>
    </p:spTree>
    <p:extLst>
      <p:ext uri="{BB962C8B-B14F-4D97-AF65-F5344CB8AC3E}">
        <p14:creationId xmlns:p14="http://schemas.microsoft.com/office/powerpoint/2010/main" val="2203318055"/>
      </p:ext>
    </p:extLst>
  </p:cSld>
  <p:clrMapOvr>
    <a:masterClrMapping/>
  </p:clrMapOvr>
  <p:transition/>
  <p:timing>
    <p:tnLst>
      <p:par>
        <p:cTn id="1" dur="indefinite" restart="never" nodeType="tmRoot"/>
      </p:par>
    </p:tnLst>
  </p:timing>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_Ttitle, sub title with three columns">
    <p:spTree>
      <p:nvGrpSpPr>
        <p:cNvPr id="1" name=""/>
        <p:cNvGrpSpPr/>
        <p:nvPr/>
      </p:nvGrpSpPr>
      <p:grpSpPr>
        <a:xfrm>
          <a:off x="0" y="0"/>
          <a:ext cx="0" cy="0"/>
          <a:chOff x="0" y="0"/>
          <a:chExt cx="0" cy="0"/>
        </a:xfrm>
      </p:grpSpPr>
      <p:sp>
        <p:nvSpPr>
          <p:cNvPr id="7" name="Title 6"/>
          <p:cNvSpPr>
            <a:spLocks noGrp="1"/>
          </p:cNvSpPr>
          <p:nvPr>
            <p:ph type="title" hasCustomPrompt="1"/>
          </p:nvPr>
        </p:nvSpPr>
        <p:spPr bwMode="black">
          <a:xfrm>
            <a:off x="441848" y="313417"/>
            <a:ext cx="11277202" cy="573024"/>
          </a:xfrm>
        </p:spPr>
        <p:txBody>
          <a:bodyPr/>
          <a:lstStyle>
            <a:lvl1pPr>
              <a:defRPr>
                <a:solidFill>
                  <a:srgbClr val="000000"/>
                </a:solidFill>
              </a:defRPr>
            </a:lvl1pPr>
          </a:lstStyle>
          <a:p>
            <a:r>
              <a:rPr lang="en-US" noProof="0" dirty="0" smtClean="0"/>
              <a:t>Click to edit master title style</a:t>
            </a:r>
            <a:endParaRPr lang="en-US" noProof="0" dirty="0"/>
          </a:p>
        </p:txBody>
      </p:sp>
      <p:sp>
        <p:nvSpPr>
          <p:cNvPr id="9" name="Content Placeholder 8"/>
          <p:cNvSpPr>
            <a:spLocks noGrp="1"/>
          </p:cNvSpPr>
          <p:nvPr>
            <p:ph sz="quarter" idx="16"/>
          </p:nvPr>
        </p:nvSpPr>
        <p:spPr>
          <a:xfrm>
            <a:off x="438798" y="1585385"/>
            <a:ext cx="3364116" cy="4296832"/>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2" name="Content Placeholder 11"/>
          <p:cNvSpPr>
            <a:spLocks noGrp="1"/>
          </p:cNvSpPr>
          <p:nvPr>
            <p:ph sz="quarter" idx="17"/>
          </p:nvPr>
        </p:nvSpPr>
        <p:spPr>
          <a:xfrm>
            <a:off x="4164896" y="1585386"/>
            <a:ext cx="3364116" cy="4296833"/>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4" name="Content Placeholder 13"/>
          <p:cNvSpPr>
            <a:spLocks noGrp="1"/>
          </p:cNvSpPr>
          <p:nvPr>
            <p:ph sz="quarter" idx="18"/>
          </p:nvPr>
        </p:nvSpPr>
        <p:spPr>
          <a:xfrm>
            <a:off x="7890995" y="1585385"/>
            <a:ext cx="3368856" cy="4296832"/>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Subtitle 2"/>
          <p:cNvSpPr>
            <a:spLocks noGrp="1"/>
          </p:cNvSpPr>
          <p:nvPr>
            <p:ph type="subTitle" idx="1" hasCustomPrompt="1"/>
          </p:nvPr>
        </p:nvSpPr>
        <p:spPr bwMode="black">
          <a:xfrm>
            <a:off x="441847" y="1001854"/>
            <a:ext cx="11277202" cy="369332"/>
          </a:xfrm>
          <a:prstGeom prst="rect">
            <a:avLst/>
          </a:prstGeom>
        </p:spPr>
        <p:txBody>
          <a:bodyPr wrap="square" anchor="t">
            <a:noAutofit/>
          </a:bodyPr>
          <a:lstStyle>
            <a:lvl1pPr marL="0" indent="0" algn="l">
              <a:lnSpc>
                <a:spcPct val="100000"/>
              </a:lnSpc>
              <a:buNone/>
              <a:defRPr sz="2399" b="0" i="0">
                <a:solidFill>
                  <a:srgbClr val="000000"/>
                </a:solidFill>
                <a:latin typeface="HP Simplified" pitchFamily="34" charset="0"/>
                <a:cs typeface="HP Simplified" pitchFamily="34" charset="0"/>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noProof="0" dirty="0" smtClean="0"/>
              <a:t>Click to edit master subtitle style</a:t>
            </a:r>
            <a:endParaRPr lang="en-US" noProof="0" dirty="0"/>
          </a:p>
        </p:txBody>
      </p:sp>
    </p:spTree>
    <p:extLst>
      <p:ext uri="{BB962C8B-B14F-4D97-AF65-F5344CB8AC3E}">
        <p14:creationId xmlns:p14="http://schemas.microsoft.com/office/powerpoint/2010/main" val="2302812384"/>
      </p:ext>
    </p:extLst>
  </p:cSld>
  <p:clrMapOvr>
    <a:masterClrMapping/>
  </p:clrMapOvr>
  <p:transition/>
  <p:timing>
    <p:tnLst>
      <p:par>
        <p:cTn id="1" dur="indefinite" restart="never" nodeType="tmRoot"/>
      </p:par>
    </p:tnLst>
  </p:timing>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1Line with Subtitle">
    <p:spTree>
      <p:nvGrpSpPr>
        <p:cNvPr id="1" name=""/>
        <p:cNvGrpSpPr/>
        <p:nvPr/>
      </p:nvGrpSpPr>
      <p:grpSpPr>
        <a:xfrm>
          <a:off x="0" y="0"/>
          <a:ext cx="0" cy="0"/>
          <a:chOff x="0" y="0"/>
          <a:chExt cx="0" cy="0"/>
        </a:xfrm>
      </p:grpSpPr>
      <p:sp>
        <p:nvSpPr>
          <p:cNvPr id="8" name="Date Placeholder 7"/>
          <p:cNvSpPr>
            <a:spLocks noGrp="1"/>
          </p:cNvSpPr>
          <p:nvPr>
            <p:ph type="dt" sz="half" idx="15"/>
          </p:nvPr>
        </p:nvSpPr>
        <p:spPr>
          <a:xfrm>
            <a:off x="5363083" y="6473952"/>
            <a:ext cx="1462659" cy="201168"/>
          </a:xfrm>
          <a:prstGeom prst="rect">
            <a:avLst/>
          </a:prstGeom>
        </p:spPr>
        <p:txBody>
          <a:bodyPr/>
          <a:lstStyle>
            <a:lvl1pPr>
              <a:defRPr>
                <a:latin typeface="Arial"/>
                <a:cs typeface="Arial"/>
              </a:defRPr>
            </a:lvl1pPr>
          </a:lstStyle>
          <a:p>
            <a:pPr defTabSz="609448"/>
            <a:fld id="{49E81A5D-47CB-4239-B753-0649545C4C04}" type="datetime1">
              <a:rPr lang="en-US" smtClean="0">
                <a:solidFill>
                  <a:prstClr val="black"/>
                </a:solidFill>
              </a:rPr>
              <a:pPr defTabSz="609448"/>
              <a:t>6/11/2015</a:t>
            </a:fld>
            <a:endParaRPr lang="en-US" dirty="0">
              <a:solidFill>
                <a:prstClr val="black"/>
              </a:solidFill>
            </a:endParaRPr>
          </a:p>
        </p:txBody>
      </p:sp>
      <p:sp>
        <p:nvSpPr>
          <p:cNvPr id="9" name="Slide Number Placeholder 8"/>
          <p:cNvSpPr>
            <a:spLocks noGrp="1"/>
          </p:cNvSpPr>
          <p:nvPr>
            <p:ph type="sldNum" sz="quarter" idx="16"/>
          </p:nvPr>
        </p:nvSpPr>
        <p:spPr>
          <a:xfrm>
            <a:off x="487553" y="6473952"/>
            <a:ext cx="426609" cy="201168"/>
          </a:xfrm>
          <a:prstGeom prst="rect">
            <a:avLst/>
          </a:prstGeom>
        </p:spPr>
        <p:txBody>
          <a:bodyPr/>
          <a:lstStyle>
            <a:lvl1pPr>
              <a:defRPr>
                <a:latin typeface="Arial"/>
                <a:cs typeface="Arial"/>
              </a:defRPr>
            </a:lvl1pPr>
          </a:lstStyle>
          <a:p>
            <a:pPr defTabSz="609448"/>
            <a:fld id="{39FE57C1-99E3-4342-90AE-63D315326D4A}" type="slidenum">
              <a:rPr lang="en-US" smtClean="0">
                <a:solidFill>
                  <a:prstClr val="black"/>
                </a:solidFill>
              </a:rPr>
              <a:pPr defTabSz="609448"/>
              <a:t>‹#›</a:t>
            </a:fld>
            <a:endParaRPr lang="en-US" dirty="0">
              <a:solidFill>
                <a:prstClr val="black"/>
              </a:solidFill>
            </a:endParaRPr>
          </a:p>
        </p:txBody>
      </p:sp>
      <p:sp>
        <p:nvSpPr>
          <p:cNvPr id="10" name="Footer Placeholder 9"/>
          <p:cNvSpPr>
            <a:spLocks noGrp="1"/>
          </p:cNvSpPr>
          <p:nvPr>
            <p:ph type="ftr" sz="quarter" idx="17"/>
          </p:nvPr>
        </p:nvSpPr>
        <p:spPr>
          <a:xfrm>
            <a:off x="926351" y="6473952"/>
            <a:ext cx="4387977" cy="201168"/>
          </a:xfrm>
          <a:prstGeom prst="rect">
            <a:avLst/>
          </a:prstGeom>
        </p:spPr>
        <p:txBody>
          <a:bodyPr/>
          <a:lstStyle>
            <a:lvl1pPr>
              <a:defRPr>
                <a:latin typeface="Arial"/>
                <a:cs typeface="Arial"/>
              </a:defRPr>
            </a:lvl1pPr>
          </a:lstStyle>
          <a:p>
            <a:pPr defTabSz="609448"/>
            <a:r>
              <a:rPr lang="en-US" smtClean="0">
                <a:solidFill>
                  <a:prstClr val="black"/>
                </a:solidFill>
              </a:rPr>
              <a:t>Enterprise Security – HP Confidential</a:t>
            </a:r>
            <a:endParaRPr lang="en-US">
              <a:solidFill>
                <a:prstClr val="black"/>
              </a:solidFill>
            </a:endParaRPr>
          </a:p>
        </p:txBody>
      </p:sp>
      <p:sp>
        <p:nvSpPr>
          <p:cNvPr id="7" name="Text Placeholder 12"/>
          <p:cNvSpPr>
            <a:spLocks noGrp="1"/>
          </p:cNvSpPr>
          <p:nvPr>
            <p:ph type="body" sz="quarter" idx="14" hasCustomPrompt="1"/>
          </p:nvPr>
        </p:nvSpPr>
        <p:spPr>
          <a:xfrm>
            <a:off x="478242" y="1013287"/>
            <a:ext cx="11157600" cy="393287"/>
          </a:xfrm>
          <a:prstGeom prst="rect">
            <a:avLst/>
          </a:prstGeom>
        </p:spPr>
        <p:txBody>
          <a:bodyPr>
            <a:noAutofit/>
          </a:bodyPr>
          <a:lstStyle>
            <a:lvl1pPr marL="0" indent="0">
              <a:lnSpc>
                <a:spcPct val="100000"/>
              </a:lnSpc>
              <a:buNone/>
              <a:defRPr lang="en-US" sz="2666" kern="1200" dirty="0" smtClean="0">
                <a:solidFill>
                  <a:schemeClr val="tx2"/>
                </a:solidFill>
                <a:latin typeface="Arial"/>
                <a:ea typeface="+mn-ea"/>
                <a:cs typeface="Arial"/>
              </a:defRPr>
            </a:lvl1pPr>
            <a:lvl2pPr>
              <a:defRPr lang="en-US" sz="2666" kern="1200" dirty="0" smtClean="0">
                <a:solidFill>
                  <a:srgbClr val="FFFFFF"/>
                </a:solidFill>
                <a:latin typeface="Futura Bk" pitchFamily="34" charset="0"/>
                <a:ea typeface="+mn-ea"/>
                <a:cs typeface="+mn-cs"/>
              </a:defRPr>
            </a:lvl2pPr>
            <a:lvl3pPr>
              <a:defRPr lang="en-US" sz="2666" kern="1200" dirty="0" smtClean="0">
                <a:solidFill>
                  <a:srgbClr val="FFFFFF"/>
                </a:solidFill>
                <a:latin typeface="Futura Bk" pitchFamily="34" charset="0"/>
                <a:ea typeface="+mn-ea"/>
                <a:cs typeface="+mn-cs"/>
              </a:defRPr>
            </a:lvl3pPr>
            <a:lvl4pPr>
              <a:defRPr lang="en-US" sz="2666" kern="1200" dirty="0" smtClean="0">
                <a:solidFill>
                  <a:srgbClr val="FFFFFF"/>
                </a:solidFill>
                <a:latin typeface="Futura Bk" pitchFamily="34" charset="0"/>
                <a:ea typeface="+mn-ea"/>
                <a:cs typeface="+mn-cs"/>
              </a:defRPr>
            </a:lvl4pPr>
            <a:lvl5pPr>
              <a:defRPr lang="en-US" sz="2666" kern="1200" dirty="0" smtClean="0">
                <a:solidFill>
                  <a:srgbClr val="FFFFFF"/>
                </a:solidFill>
                <a:latin typeface="Futura Bk" pitchFamily="34" charset="0"/>
                <a:ea typeface="+mn-ea"/>
                <a:cs typeface="+mn-cs"/>
              </a:defRPr>
            </a:lvl5pPr>
          </a:lstStyle>
          <a:p>
            <a:pPr lvl="0"/>
            <a:r>
              <a:rPr lang="en-US" dirty="0" smtClean="0"/>
              <a:t>Subtitle placeholder here</a:t>
            </a:r>
          </a:p>
        </p:txBody>
      </p:sp>
      <p:sp>
        <p:nvSpPr>
          <p:cNvPr id="11" name="Title 8"/>
          <p:cNvSpPr>
            <a:spLocks noGrp="1"/>
          </p:cNvSpPr>
          <p:nvPr>
            <p:ph type="title" hasCustomPrompt="1"/>
          </p:nvPr>
        </p:nvSpPr>
        <p:spPr>
          <a:xfrm>
            <a:off x="452849" y="406280"/>
            <a:ext cx="11164625" cy="626453"/>
          </a:xfrm>
          <a:prstGeom prst="rect">
            <a:avLst/>
          </a:prstGeom>
        </p:spPr>
        <p:txBody>
          <a:bodyPr anchor="t" anchorCtr="0">
            <a:noAutofit/>
          </a:bodyPr>
          <a:lstStyle>
            <a:lvl1pPr marL="0" marR="0" indent="0" algn="l" defTabSz="1218895" rtl="0" eaLnBrk="1" fontAlgn="auto" latinLnBrk="0" hangingPunct="1">
              <a:lnSpc>
                <a:spcPts val="4399"/>
              </a:lnSpc>
              <a:spcBef>
                <a:spcPct val="0"/>
              </a:spcBef>
              <a:spcAft>
                <a:spcPts val="0"/>
              </a:spcAft>
              <a:buClrTx/>
              <a:buSzTx/>
              <a:buFontTx/>
              <a:buNone/>
              <a:tabLst/>
              <a:defRPr sz="3732" baseline="0">
                <a:solidFill>
                  <a:srgbClr val="000000"/>
                </a:solidFill>
                <a:latin typeface="Arial"/>
                <a:cs typeface="Arial"/>
              </a:defRPr>
            </a:lvl1pPr>
          </a:lstStyle>
          <a:p>
            <a:r>
              <a:rPr lang="en-US" dirty="0" smtClean="0"/>
              <a:t>Single line title</a:t>
            </a:r>
            <a:endParaRPr lang="en-US" dirty="0"/>
          </a:p>
        </p:txBody>
      </p:sp>
    </p:spTree>
    <p:extLst>
      <p:ext uri="{BB962C8B-B14F-4D97-AF65-F5344CB8AC3E}">
        <p14:creationId xmlns:p14="http://schemas.microsoft.com/office/powerpoint/2010/main" val="801928963"/>
      </p:ext>
    </p:extLst>
  </p:cSld>
  <p:clrMapOvr>
    <a:masterClrMapping/>
  </p:clrMapOvr>
  <p:transition>
    <p:fade thruBlk="1"/>
  </p:transition>
  <p:timing>
    <p:tnLst>
      <p:par>
        <p:cTn id="1" dur="indefinite" restart="never" nodeType="tmRoot"/>
      </p:par>
    </p:tnLst>
  </p:timing>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Transition Slide No Photo">
    <p:bg>
      <p:bgPr>
        <a:solidFill>
          <a:schemeClr val="bg1"/>
        </a:solidFill>
        <a:effectLst/>
      </p:bgPr>
    </p:bg>
    <p:spTree>
      <p:nvGrpSpPr>
        <p:cNvPr id="1" name=""/>
        <p:cNvGrpSpPr/>
        <p:nvPr/>
      </p:nvGrpSpPr>
      <p:grpSpPr>
        <a:xfrm>
          <a:off x="0" y="0"/>
          <a:ext cx="0" cy="0"/>
          <a:chOff x="0" y="0"/>
          <a:chExt cx="0" cy="0"/>
        </a:xfrm>
      </p:grpSpPr>
      <p:sp>
        <p:nvSpPr>
          <p:cNvPr id="6" name="Freeform 5"/>
          <p:cNvSpPr/>
          <p:nvPr userDrawn="1"/>
        </p:nvSpPr>
        <p:spPr>
          <a:xfrm>
            <a:off x="0" y="0"/>
            <a:ext cx="7804234" cy="6858000"/>
          </a:xfrm>
          <a:custGeom>
            <a:avLst/>
            <a:gdLst>
              <a:gd name="connsiteX0" fmla="*/ 0 w 5683170"/>
              <a:gd name="connsiteY0" fmla="*/ 0 h 6858000"/>
              <a:gd name="connsiteX1" fmla="*/ 5683170 w 5683170"/>
              <a:gd name="connsiteY1" fmla="*/ 0 h 6858000"/>
              <a:gd name="connsiteX2" fmla="*/ 5683170 w 5683170"/>
              <a:gd name="connsiteY2" fmla="*/ 6858000 h 6858000"/>
              <a:gd name="connsiteX3" fmla="*/ 0 w 5683170"/>
              <a:gd name="connsiteY3" fmla="*/ 6858000 h 6858000"/>
              <a:gd name="connsiteX4" fmla="*/ 0 w 5683170"/>
              <a:gd name="connsiteY4" fmla="*/ 0 h 6858000"/>
              <a:gd name="connsiteX0" fmla="*/ 0 w 5683170"/>
              <a:gd name="connsiteY0" fmla="*/ 0 h 6858000"/>
              <a:gd name="connsiteX1" fmla="*/ 5683170 w 5683170"/>
              <a:gd name="connsiteY1" fmla="*/ 0 h 6858000"/>
              <a:gd name="connsiteX2" fmla="*/ 4166886 w 5683170"/>
              <a:gd name="connsiteY2" fmla="*/ 6858000 h 6858000"/>
              <a:gd name="connsiteX3" fmla="*/ 0 w 5683170"/>
              <a:gd name="connsiteY3" fmla="*/ 6858000 h 6858000"/>
              <a:gd name="connsiteX4" fmla="*/ 0 w 5683170"/>
              <a:gd name="connsiteY4" fmla="*/ 0 h 6858000"/>
              <a:gd name="connsiteX0" fmla="*/ 0 w 5683170"/>
              <a:gd name="connsiteY0" fmla="*/ 0 h 6858000"/>
              <a:gd name="connsiteX1" fmla="*/ 5683170 w 5683170"/>
              <a:gd name="connsiteY1" fmla="*/ 0 h 6858000"/>
              <a:gd name="connsiteX2" fmla="*/ 4070294 w 5683170"/>
              <a:gd name="connsiteY2" fmla="*/ 6858000 h 6858000"/>
              <a:gd name="connsiteX3" fmla="*/ 0 w 5683170"/>
              <a:gd name="connsiteY3" fmla="*/ 6858000 h 6858000"/>
              <a:gd name="connsiteX4" fmla="*/ 0 w 5683170"/>
              <a:gd name="connsiteY4" fmla="*/ 0 h 6858000"/>
              <a:gd name="connsiteX0" fmla="*/ 0 w 5683170"/>
              <a:gd name="connsiteY0" fmla="*/ 0 h 6858000"/>
              <a:gd name="connsiteX1" fmla="*/ 5683170 w 5683170"/>
              <a:gd name="connsiteY1" fmla="*/ 0 h 6858000"/>
              <a:gd name="connsiteX2" fmla="*/ 4093570 w 5683170"/>
              <a:gd name="connsiteY2" fmla="*/ 6858000 h 6858000"/>
              <a:gd name="connsiteX3" fmla="*/ 0 w 5683170"/>
              <a:gd name="connsiteY3" fmla="*/ 6858000 h 6858000"/>
              <a:gd name="connsiteX4" fmla="*/ 0 w 5683170"/>
              <a:gd name="connsiteY4" fmla="*/ 0 h 6858000"/>
              <a:gd name="connsiteX0" fmla="*/ 0 w 5683170"/>
              <a:gd name="connsiteY0" fmla="*/ 0 h 6858000"/>
              <a:gd name="connsiteX1" fmla="*/ 5683170 w 5683170"/>
              <a:gd name="connsiteY1" fmla="*/ 0 h 6858000"/>
              <a:gd name="connsiteX2" fmla="*/ 4103095 w 5683170"/>
              <a:gd name="connsiteY2" fmla="*/ 6858000 h 6858000"/>
              <a:gd name="connsiteX3" fmla="*/ 0 w 5683170"/>
              <a:gd name="connsiteY3" fmla="*/ 6858000 h 6858000"/>
              <a:gd name="connsiteX4" fmla="*/ 0 w 5683170"/>
              <a:gd name="connsiteY4" fmla="*/ 0 h 6858000"/>
              <a:gd name="connsiteX0" fmla="*/ 0 w 5683170"/>
              <a:gd name="connsiteY0" fmla="*/ 0 h 6858000"/>
              <a:gd name="connsiteX1" fmla="*/ 5683170 w 5683170"/>
              <a:gd name="connsiteY1" fmla="*/ 0 h 6858000"/>
              <a:gd name="connsiteX2" fmla="*/ 4093316 w 5683170"/>
              <a:gd name="connsiteY2" fmla="*/ 6858000 h 6858000"/>
              <a:gd name="connsiteX3" fmla="*/ 0 w 5683170"/>
              <a:gd name="connsiteY3" fmla="*/ 6858000 h 6858000"/>
              <a:gd name="connsiteX4" fmla="*/ 0 w 5683170"/>
              <a:gd name="connsiteY4" fmla="*/ 0 h 6858000"/>
              <a:gd name="connsiteX0" fmla="*/ 0 w 5683170"/>
              <a:gd name="connsiteY0" fmla="*/ 0 h 6858000"/>
              <a:gd name="connsiteX1" fmla="*/ 5683170 w 5683170"/>
              <a:gd name="connsiteY1" fmla="*/ 0 h 6858000"/>
              <a:gd name="connsiteX2" fmla="*/ 4100651 w 5683170"/>
              <a:gd name="connsiteY2" fmla="*/ 6858000 h 6858000"/>
              <a:gd name="connsiteX3" fmla="*/ 0 w 5683170"/>
              <a:gd name="connsiteY3" fmla="*/ 6858000 h 6858000"/>
              <a:gd name="connsiteX4" fmla="*/ 0 w 5683170"/>
              <a:gd name="connsiteY4" fmla="*/ 0 h 6858000"/>
              <a:gd name="connsiteX0" fmla="*/ 0 w 5683170"/>
              <a:gd name="connsiteY0" fmla="*/ 0 h 6858000"/>
              <a:gd name="connsiteX1" fmla="*/ 5683170 w 5683170"/>
              <a:gd name="connsiteY1" fmla="*/ 0 h 6858000"/>
              <a:gd name="connsiteX2" fmla="*/ 4490723 w 5683170"/>
              <a:gd name="connsiteY2" fmla="*/ 6858000 h 6858000"/>
              <a:gd name="connsiteX3" fmla="*/ 0 w 5683170"/>
              <a:gd name="connsiteY3" fmla="*/ 6858000 h 6858000"/>
              <a:gd name="connsiteX4" fmla="*/ 0 w 568317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83170" h="6858000">
                <a:moveTo>
                  <a:pt x="0" y="0"/>
                </a:moveTo>
                <a:lnTo>
                  <a:pt x="5683170" y="0"/>
                </a:lnTo>
                <a:lnTo>
                  <a:pt x="4490723" y="6858000"/>
                </a:lnTo>
                <a:lnTo>
                  <a:pt x="0" y="6858000"/>
                </a:lnTo>
                <a:lnTo>
                  <a:pt x="0" y="0"/>
                </a:lnTo>
                <a:close/>
              </a:path>
            </a:pathLst>
          </a:custGeom>
          <a:gradFill flip="none" rotWithShape="1">
            <a:gsLst>
              <a:gs pos="100000">
                <a:srgbClr val="666666"/>
              </a:gs>
              <a:gs pos="0">
                <a:schemeClr val="tx1"/>
              </a:gs>
            </a:gsLst>
            <a:lin ang="78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888" tIns="60944" rtlCol="0" anchor="ctr"/>
          <a:lstStyle/>
          <a:p>
            <a:pPr algn="ctr" defTabSz="609448">
              <a:lnSpc>
                <a:spcPct val="85000"/>
              </a:lnSpc>
            </a:pPr>
            <a:endParaRPr lang="en-US" sz="2666" dirty="0" smtClean="0">
              <a:solidFill>
                <a:prstClr val="white"/>
              </a:solidFill>
            </a:endParaRPr>
          </a:p>
        </p:txBody>
      </p:sp>
      <p:pic>
        <p:nvPicPr>
          <p:cNvPr id="8" name="Picture 7"/>
          <p:cNvPicPr>
            <a:picLocks noChangeAspect="1"/>
          </p:cNvPicPr>
          <p:nvPr userDrawn="1"/>
        </p:nvPicPr>
        <p:blipFill rotWithShape="1">
          <a:blip r:embed="rId2" cstate="screen">
            <a:extLst>
              <a:ext uri="{28A0092B-C50C-407E-A947-70E740481C1C}">
                <a14:useLocalDpi xmlns:a14="http://schemas.microsoft.com/office/drawing/2010/main"/>
              </a:ext>
            </a:extLst>
          </a:blip>
          <a:srcRect t="25225"/>
          <a:stretch/>
        </p:blipFill>
        <p:spPr>
          <a:xfrm>
            <a:off x="7181810" y="-1"/>
            <a:ext cx="825632" cy="2607348"/>
          </a:xfrm>
          <a:prstGeom prst="rect">
            <a:avLst/>
          </a:prstGeom>
        </p:spPr>
      </p:pic>
      <p:pic>
        <p:nvPicPr>
          <p:cNvPr id="11" name="Picture 10"/>
          <p:cNvPicPr>
            <a:picLocks noChangeAspect="1"/>
          </p:cNvPicPr>
          <p:nvPr userDrawn="1"/>
        </p:nvPicPr>
        <p:blipFill rotWithShape="1">
          <a:blip r:embed="rId2" cstate="screen">
            <a:extLst>
              <a:ext uri="{28A0092B-C50C-407E-A947-70E740481C1C}">
                <a14:useLocalDpi xmlns:a14="http://schemas.microsoft.com/office/drawing/2010/main"/>
              </a:ext>
            </a:extLst>
          </a:blip>
          <a:srcRect b="40937"/>
          <a:stretch/>
        </p:blipFill>
        <p:spPr>
          <a:xfrm>
            <a:off x="5782554" y="4329611"/>
            <a:ext cx="1013608" cy="2528389"/>
          </a:xfrm>
          <a:prstGeom prst="rect">
            <a:avLst/>
          </a:prstGeom>
        </p:spPr>
      </p:pic>
      <p:sp>
        <p:nvSpPr>
          <p:cNvPr id="12" name="Title 19"/>
          <p:cNvSpPr>
            <a:spLocks noGrp="1"/>
          </p:cNvSpPr>
          <p:nvPr>
            <p:ph type="title" hasCustomPrompt="1"/>
          </p:nvPr>
        </p:nvSpPr>
        <p:spPr bwMode="black">
          <a:xfrm>
            <a:off x="453618" y="492411"/>
            <a:ext cx="6740420" cy="1534312"/>
          </a:xfrm>
          <a:prstGeom prst="rect">
            <a:avLst/>
          </a:prstGeom>
        </p:spPr>
        <p:txBody>
          <a:bodyPr vert="horz" lIns="91440" tIns="45720" rIns="91440" bIns="45720" rtlCol="0" anchor="b" anchorCtr="0">
            <a:noAutofit/>
          </a:bodyPr>
          <a:lstStyle>
            <a:lvl1pPr algn="l" defTabSz="1218895" rtl="0" eaLnBrk="1" latinLnBrk="0" hangingPunct="1">
              <a:lnSpc>
                <a:spcPts val="4399"/>
              </a:lnSpc>
              <a:spcBef>
                <a:spcPct val="0"/>
              </a:spcBef>
              <a:buNone/>
              <a:defRPr lang="en-US" sz="3732" b="0" i="0" kern="1200" cap="none" baseline="0" dirty="0">
                <a:solidFill>
                  <a:srgbClr val="B0CB52"/>
                </a:solidFill>
                <a:latin typeface="Arial"/>
                <a:ea typeface="+mj-ea"/>
                <a:cs typeface="Arial"/>
              </a:defRPr>
            </a:lvl1pPr>
          </a:lstStyle>
          <a:p>
            <a:r>
              <a:rPr lang="en-US" dirty="0" smtClean="0"/>
              <a:t>Transition title</a:t>
            </a:r>
            <a:endParaRPr lang="en-US" dirty="0"/>
          </a:p>
        </p:txBody>
      </p:sp>
    </p:spTree>
    <p:extLst>
      <p:ext uri="{BB962C8B-B14F-4D97-AF65-F5344CB8AC3E}">
        <p14:creationId xmlns:p14="http://schemas.microsoft.com/office/powerpoint/2010/main" val="3318840958"/>
      </p:ext>
    </p:extLst>
  </p:cSld>
  <p:clrMapOvr>
    <a:masterClrMapping/>
  </p:clrMapOvr>
  <p:transition>
    <p:fade thruBlk="1"/>
  </p:transition>
  <p:timing>
    <p:tnLst>
      <p:par>
        <p:cTn id="1" dur="indefinite" restart="never" nodeType="tmRoot"/>
      </p:par>
    </p:tnLst>
  </p:timing>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1Line, Subtitle and Content">
    <p:spTree>
      <p:nvGrpSpPr>
        <p:cNvPr id="1" name=""/>
        <p:cNvGrpSpPr/>
        <p:nvPr/>
      </p:nvGrpSpPr>
      <p:grpSpPr>
        <a:xfrm>
          <a:off x="0" y="0"/>
          <a:ext cx="0" cy="0"/>
          <a:chOff x="0" y="0"/>
          <a:chExt cx="0" cy="0"/>
        </a:xfrm>
      </p:grpSpPr>
      <p:sp>
        <p:nvSpPr>
          <p:cNvPr id="13" name="Text Placeholder 12"/>
          <p:cNvSpPr>
            <a:spLocks noGrp="1"/>
          </p:cNvSpPr>
          <p:nvPr>
            <p:ph type="body" sz="quarter" idx="14" hasCustomPrompt="1"/>
          </p:nvPr>
        </p:nvSpPr>
        <p:spPr>
          <a:xfrm>
            <a:off x="478242" y="1013287"/>
            <a:ext cx="11157600" cy="393287"/>
          </a:xfrm>
          <a:prstGeom prst="rect">
            <a:avLst/>
          </a:prstGeom>
        </p:spPr>
        <p:txBody>
          <a:bodyPr>
            <a:noAutofit/>
          </a:bodyPr>
          <a:lstStyle>
            <a:lvl1pPr marL="0" indent="0">
              <a:lnSpc>
                <a:spcPct val="100000"/>
              </a:lnSpc>
              <a:buNone/>
              <a:defRPr lang="en-US" sz="2666" kern="1200" dirty="0" smtClean="0">
                <a:solidFill>
                  <a:schemeClr val="tx2"/>
                </a:solidFill>
                <a:latin typeface="Arial"/>
                <a:ea typeface="+mn-ea"/>
                <a:cs typeface="Arial"/>
              </a:defRPr>
            </a:lvl1pPr>
            <a:lvl2pPr>
              <a:defRPr lang="en-US" sz="2666" kern="1200" dirty="0" smtClean="0">
                <a:solidFill>
                  <a:srgbClr val="FFFFFF"/>
                </a:solidFill>
                <a:latin typeface="Futura Bk" pitchFamily="34" charset="0"/>
                <a:ea typeface="+mn-ea"/>
                <a:cs typeface="+mn-cs"/>
              </a:defRPr>
            </a:lvl2pPr>
            <a:lvl3pPr>
              <a:defRPr lang="en-US" sz="2666" kern="1200" dirty="0" smtClean="0">
                <a:solidFill>
                  <a:srgbClr val="FFFFFF"/>
                </a:solidFill>
                <a:latin typeface="Futura Bk" pitchFamily="34" charset="0"/>
                <a:ea typeface="+mn-ea"/>
                <a:cs typeface="+mn-cs"/>
              </a:defRPr>
            </a:lvl3pPr>
            <a:lvl4pPr>
              <a:defRPr lang="en-US" sz="2666" kern="1200" dirty="0" smtClean="0">
                <a:solidFill>
                  <a:srgbClr val="FFFFFF"/>
                </a:solidFill>
                <a:latin typeface="Futura Bk" pitchFamily="34" charset="0"/>
                <a:ea typeface="+mn-ea"/>
                <a:cs typeface="+mn-cs"/>
              </a:defRPr>
            </a:lvl4pPr>
            <a:lvl5pPr>
              <a:defRPr lang="en-US" sz="2666" kern="1200" dirty="0" smtClean="0">
                <a:solidFill>
                  <a:srgbClr val="FFFFFF"/>
                </a:solidFill>
                <a:latin typeface="Futura Bk" pitchFamily="34" charset="0"/>
                <a:ea typeface="+mn-ea"/>
                <a:cs typeface="+mn-cs"/>
              </a:defRPr>
            </a:lvl5pPr>
          </a:lstStyle>
          <a:p>
            <a:pPr lvl="0"/>
            <a:r>
              <a:rPr lang="en-US" dirty="0" smtClean="0"/>
              <a:t>Subtitle placeholder here</a:t>
            </a:r>
          </a:p>
        </p:txBody>
      </p:sp>
      <p:sp>
        <p:nvSpPr>
          <p:cNvPr id="9" name="Date Placeholder 8"/>
          <p:cNvSpPr>
            <a:spLocks noGrp="1"/>
          </p:cNvSpPr>
          <p:nvPr>
            <p:ph type="dt" sz="half" idx="15"/>
          </p:nvPr>
        </p:nvSpPr>
        <p:spPr>
          <a:xfrm>
            <a:off x="5363083" y="6473952"/>
            <a:ext cx="1462659" cy="201168"/>
          </a:xfrm>
          <a:prstGeom prst="rect">
            <a:avLst/>
          </a:prstGeom>
        </p:spPr>
        <p:txBody>
          <a:bodyPr/>
          <a:lstStyle>
            <a:lvl1pPr>
              <a:defRPr>
                <a:latin typeface="Arial"/>
                <a:cs typeface="Arial"/>
              </a:defRPr>
            </a:lvl1pPr>
          </a:lstStyle>
          <a:p>
            <a:pPr defTabSz="609448"/>
            <a:fld id="{B7DADEFB-AEF8-4CC4-98AD-BC3441F07242}" type="datetime1">
              <a:rPr lang="en-US" smtClean="0">
                <a:solidFill>
                  <a:prstClr val="black"/>
                </a:solidFill>
              </a:rPr>
              <a:pPr defTabSz="609448"/>
              <a:t>6/11/2015</a:t>
            </a:fld>
            <a:endParaRPr lang="en-US" dirty="0">
              <a:solidFill>
                <a:prstClr val="black"/>
              </a:solidFill>
            </a:endParaRPr>
          </a:p>
        </p:txBody>
      </p:sp>
      <p:sp>
        <p:nvSpPr>
          <p:cNvPr id="10" name="Slide Number Placeholder 9"/>
          <p:cNvSpPr>
            <a:spLocks noGrp="1"/>
          </p:cNvSpPr>
          <p:nvPr>
            <p:ph type="sldNum" sz="quarter" idx="16"/>
          </p:nvPr>
        </p:nvSpPr>
        <p:spPr>
          <a:xfrm>
            <a:off x="487553" y="6473952"/>
            <a:ext cx="426609" cy="201168"/>
          </a:xfrm>
          <a:prstGeom prst="rect">
            <a:avLst/>
          </a:prstGeom>
        </p:spPr>
        <p:txBody>
          <a:bodyPr/>
          <a:lstStyle>
            <a:lvl1pPr>
              <a:defRPr>
                <a:latin typeface="Arial"/>
                <a:cs typeface="Arial"/>
              </a:defRPr>
            </a:lvl1pPr>
          </a:lstStyle>
          <a:p>
            <a:pPr defTabSz="609448"/>
            <a:fld id="{39FE57C1-99E3-4342-90AE-63D315326D4A}" type="slidenum">
              <a:rPr lang="en-US" smtClean="0">
                <a:solidFill>
                  <a:prstClr val="black"/>
                </a:solidFill>
              </a:rPr>
              <a:pPr defTabSz="609448"/>
              <a:t>‹#›</a:t>
            </a:fld>
            <a:endParaRPr lang="en-US" dirty="0">
              <a:solidFill>
                <a:prstClr val="black"/>
              </a:solidFill>
            </a:endParaRPr>
          </a:p>
        </p:txBody>
      </p:sp>
      <p:sp>
        <p:nvSpPr>
          <p:cNvPr id="11" name="Footer Placeholder 10"/>
          <p:cNvSpPr>
            <a:spLocks noGrp="1"/>
          </p:cNvSpPr>
          <p:nvPr>
            <p:ph type="ftr" sz="quarter" idx="17"/>
          </p:nvPr>
        </p:nvSpPr>
        <p:spPr>
          <a:xfrm>
            <a:off x="926351" y="6473952"/>
            <a:ext cx="4387977" cy="201168"/>
          </a:xfrm>
          <a:prstGeom prst="rect">
            <a:avLst/>
          </a:prstGeom>
        </p:spPr>
        <p:txBody>
          <a:bodyPr/>
          <a:lstStyle>
            <a:lvl1pPr>
              <a:defRPr>
                <a:latin typeface="Arial"/>
                <a:cs typeface="Arial"/>
              </a:defRPr>
            </a:lvl1pPr>
          </a:lstStyle>
          <a:p>
            <a:pPr defTabSz="609448"/>
            <a:r>
              <a:rPr lang="en-US" smtClean="0">
                <a:solidFill>
                  <a:prstClr val="black"/>
                </a:solidFill>
              </a:rPr>
              <a:t>Enterprise Security – HP Confidential</a:t>
            </a:r>
            <a:endParaRPr lang="en-US">
              <a:solidFill>
                <a:prstClr val="black"/>
              </a:solidFill>
            </a:endParaRPr>
          </a:p>
        </p:txBody>
      </p:sp>
      <p:sp>
        <p:nvSpPr>
          <p:cNvPr id="8" name="Content Placeholder 12"/>
          <p:cNvSpPr>
            <a:spLocks noGrp="1"/>
          </p:cNvSpPr>
          <p:nvPr>
            <p:ph sz="quarter" idx="18"/>
          </p:nvPr>
        </p:nvSpPr>
        <p:spPr>
          <a:xfrm>
            <a:off x="487553" y="1595756"/>
            <a:ext cx="11091831" cy="4511040"/>
          </a:xfrm>
        </p:spPr>
        <p:txBody>
          <a:bodyPr/>
          <a:lstStyle>
            <a:lvl1pPr>
              <a:buSzPct val="80000"/>
              <a:buFont typeface="Arial" pitchFamily="34" charset="0"/>
              <a:buChar char="•"/>
              <a:defRPr sz="2399">
                <a:solidFill>
                  <a:schemeClr val="tx1"/>
                </a:solidFill>
                <a:latin typeface="Arial"/>
                <a:cs typeface="Arial"/>
              </a:defRPr>
            </a:lvl1pPr>
            <a:lvl2pPr>
              <a:buSzPct val="80000"/>
              <a:buFont typeface="Futura Bk" pitchFamily="34" charset="0"/>
              <a:buChar char="–"/>
              <a:defRPr sz="1866">
                <a:solidFill>
                  <a:schemeClr val="tx1"/>
                </a:solidFill>
                <a:latin typeface="Arial"/>
                <a:cs typeface="Arial"/>
              </a:defRPr>
            </a:lvl2pPr>
            <a:lvl3pPr>
              <a:buSzPct val="80000"/>
              <a:buFont typeface="Arial" pitchFamily="34" charset="0"/>
              <a:buChar char="•"/>
              <a:defRPr sz="1333">
                <a:solidFill>
                  <a:schemeClr val="tx1"/>
                </a:solidFill>
                <a:latin typeface="Arial"/>
                <a:cs typeface="Arial"/>
              </a:defRPr>
            </a:lvl3pPr>
            <a:lvl4pPr>
              <a:buSzPct val="80000"/>
              <a:buFont typeface="Futura Bk" pitchFamily="34" charset="0"/>
              <a:buChar char="–"/>
              <a:defRPr sz="1333">
                <a:solidFill>
                  <a:schemeClr val="tx1"/>
                </a:solidFill>
                <a:latin typeface="Arial"/>
                <a:cs typeface="Arial"/>
              </a:defRPr>
            </a:lvl4pPr>
            <a:lvl5pPr>
              <a:buSzPct val="80000"/>
              <a:buFont typeface="Arial" pitchFamily="34" charset="0"/>
              <a:buChar char="•"/>
              <a:defRPr sz="1333">
                <a:solidFill>
                  <a:schemeClr val="tx1"/>
                </a:solidFill>
                <a:latin typeface="Arial"/>
                <a:cs typeface="Aria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8" name="Title 8"/>
          <p:cNvSpPr>
            <a:spLocks noGrp="1"/>
          </p:cNvSpPr>
          <p:nvPr>
            <p:ph type="title" hasCustomPrompt="1"/>
          </p:nvPr>
        </p:nvSpPr>
        <p:spPr>
          <a:xfrm>
            <a:off x="452849" y="406280"/>
            <a:ext cx="11164625" cy="626453"/>
          </a:xfrm>
          <a:prstGeom prst="rect">
            <a:avLst/>
          </a:prstGeom>
        </p:spPr>
        <p:txBody>
          <a:bodyPr anchor="t" anchorCtr="0">
            <a:noAutofit/>
          </a:bodyPr>
          <a:lstStyle>
            <a:lvl1pPr marL="0" marR="0" indent="0" algn="l" defTabSz="1218895" rtl="0" eaLnBrk="1" fontAlgn="auto" latinLnBrk="0" hangingPunct="1">
              <a:lnSpc>
                <a:spcPts val="4399"/>
              </a:lnSpc>
              <a:spcBef>
                <a:spcPct val="0"/>
              </a:spcBef>
              <a:spcAft>
                <a:spcPts val="0"/>
              </a:spcAft>
              <a:buClrTx/>
              <a:buSzTx/>
              <a:buFontTx/>
              <a:buNone/>
              <a:tabLst/>
              <a:defRPr sz="3732" baseline="0">
                <a:solidFill>
                  <a:srgbClr val="000000"/>
                </a:solidFill>
                <a:latin typeface="Arial"/>
                <a:cs typeface="Arial"/>
              </a:defRPr>
            </a:lvl1pPr>
          </a:lstStyle>
          <a:p>
            <a:r>
              <a:rPr lang="en-US" dirty="0" smtClean="0"/>
              <a:t>Single line title</a:t>
            </a:r>
            <a:endParaRPr lang="en-US" dirty="0"/>
          </a:p>
        </p:txBody>
      </p:sp>
    </p:spTree>
    <p:extLst>
      <p:ext uri="{BB962C8B-B14F-4D97-AF65-F5344CB8AC3E}">
        <p14:creationId xmlns:p14="http://schemas.microsoft.com/office/powerpoint/2010/main" val="810640319"/>
      </p:ext>
    </p:extLst>
  </p:cSld>
  <p:clrMapOvr>
    <a:masterClrMapping/>
  </p:clrMapOvr>
  <p:transition>
    <p:fade thruBlk="1"/>
  </p:transition>
  <p:timing>
    <p:tnLst>
      <p:par>
        <p:cTn id="1" dur="indefinite" restart="never" nodeType="tmRoot"/>
      </p:par>
    </p:tnLst>
  </p:timing>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NEW Title only">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0" y="0"/>
          <a:ext cx="211612" cy="211667"/>
        </p:xfrm>
        <a:graphic>
          <a:graphicData uri="http://schemas.openxmlformats.org/presentationml/2006/ole">
            <mc:AlternateContent xmlns:mc="http://schemas.openxmlformats.org/markup-compatibility/2006">
              <mc:Choice xmlns:v="urn:schemas-microsoft-com:vml" Requires="v">
                <p:oleObj spid="_x0000_s5309" name="think-cell Slide" r:id="rId5" imgW="360" imgH="360" progId="">
                  <p:embed/>
                </p:oleObj>
              </mc:Choice>
              <mc:Fallback>
                <p:oleObj name="think-cell Slide" r:id="rId5" imgW="360" imgH="360"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211612" cy="211667"/>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
        <p:nvSpPr>
          <p:cNvPr id="7" name="Title 6"/>
          <p:cNvSpPr>
            <a:spLocks noGrp="1"/>
          </p:cNvSpPr>
          <p:nvPr>
            <p:ph type="title" hasCustomPrompt="1"/>
            <p:custDataLst>
              <p:tags r:id="rId3"/>
            </p:custDataLst>
          </p:nvPr>
        </p:nvSpPr>
        <p:spPr bwMode="black">
          <a:xfrm>
            <a:off x="441845" y="313419"/>
            <a:ext cx="10820123" cy="574516"/>
          </a:xfrm>
        </p:spPr>
        <p:txBody>
          <a:bodyPr wrap="square">
            <a:noAutofit/>
          </a:bodyPr>
          <a:lstStyle>
            <a:lvl1pPr>
              <a:defRPr b="1" i="0">
                <a:solidFill>
                  <a:srgbClr val="000000"/>
                </a:solidFill>
                <a:latin typeface="HP Simplified" pitchFamily="34" charset="0"/>
                <a:cs typeface="HP Simplified" pitchFamily="34" charset="0"/>
              </a:defRPr>
            </a:lvl1pPr>
          </a:lstStyle>
          <a:p>
            <a:r>
              <a:rPr lang="en-US" noProof="0" dirty="0" smtClean="0"/>
              <a:t>Click to edit master title style</a:t>
            </a:r>
            <a:endParaRPr lang="en-US" noProof="0" dirty="0"/>
          </a:p>
        </p:txBody>
      </p:sp>
    </p:spTree>
    <p:extLst>
      <p:ext uri="{BB962C8B-B14F-4D97-AF65-F5344CB8AC3E}">
        <p14:creationId xmlns:p14="http://schemas.microsoft.com/office/powerpoint/2010/main" val="1059722015"/>
      </p:ext>
    </p:extLst>
  </p:cSld>
  <p:clrMapOvr>
    <a:masterClrMapping/>
  </p:clrMapOvr>
  <p:timing>
    <p:tnLst>
      <p:par>
        <p:cTn id="1" dur="indefinite" restart="never" nodeType="tmRoot"/>
      </p:par>
    </p:tnLst>
  </p:timing>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09441" y="2763520"/>
            <a:ext cx="9141619" cy="1554480"/>
          </a:xfrm>
        </p:spPr>
        <p:txBody>
          <a:bodyPr/>
          <a:lstStyle>
            <a:lvl1pPr>
              <a:defRPr sz="5000" spc="-100" baseline="0"/>
            </a:lvl1pPr>
          </a:lstStyle>
          <a:p>
            <a:r>
              <a:rPr lang="en-US" smtClean="0"/>
              <a:t>Click to edit Master title style</a:t>
            </a:r>
            <a:endParaRPr lang="en-US" dirty="0"/>
          </a:p>
        </p:txBody>
      </p:sp>
      <p:sp>
        <p:nvSpPr>
          <p:cNvPr id="3" name="Subtitle 2"/>
          <p:cNvSpPr>
            <a:spLocks noGrp="1"/>
          </p:cNvSpPr>
          <p:nvPr>
            <p:ph type="subTitle" idx="1"/>
          </p:nvPr>
        </p:nvSpPr>
        <p:spPr>
          <a:xfrm>
            <a:off x="609441" y="4419600"/>
            <a:ext cx="9141619" cy="1188720"/>
          </a:xfrm>
        </p:spPr>
        <p:txBody>
          <a:bodyPr>
            <a:noAutofit/>
          </a:bodyPr>
          <a:lstStyle>
            <a:lvl1pPr marL="0" indent="0" algn="l">
              <a:spcBef>
                <a:spcPts val="600"/>
              </a:spcBef>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2ADD8A96-3B24-437D-89A4-1E0B9764943F}" type="datetime1">
              <a:rPr lang="en-US" smtClean="0">
                <a:solidFill>
                  <a:srgbClr val="E5E8E8">
                    <a:lumMod val="75000"/>
                  </a:srgbClr>
                </a:solidFill>
              </a:rPr>
              <a:pPr/>
              <a:t>6/11/2015</a:t>
            </a:fld>
            <a:endParaRPr lang="en-US">
              <a:solidFill>
                <a:srgbClr val="E5E8E8">
                  <a:lumMod val="75000"/>
                </a:srgbClr>
              </a:solidFill>
            </a:endParaRPr>
          </a:p>
        </p:txBody>
      </p:sp>
      <p:sp>
        <p:nvSpPr>
          <p:cNvPr id="5" name="Footer Placeholder 4"/>
          <p:cNvSpPr>
            <a:spLocks noGrp="1"/>
          </p:cNvSpPr>
          <p:nvPr>
            <p:ph type="ftr" sz="quarter" idx="11"/>
          </p:nvPr>
        </p:nvSpPr>
        <p:spPr/>
        <p:txBody>
          <a:bodyPr/>
          <a:lstStyle/>
          <a:p>
            <a:endParaRPr lang="en-US">
              <a:solidFill>
                <a:srgbClr val="E5E8E8">
                  <a:lumMod val="75000"/>
                </a:srgbClr>
              </a:solidFill>
            </a:endParaRPr>
          </a:p>
        </p:txBody>
      </p:sp>
      <p:sp>
        <p:nvSpPr>
          <p:cNvPr id="6" name="Slide Number Placeholder 5"/>
          <p:cNvSpPr>
            <a:spLocks noGrp="1"/>
          </p:cNvSpPr>
          <p:nvPr>
            <p:ph type="sldNum" sz="quarter" idx="12"/>
          </p:nvPr>
        </p:nvSpPr>
        <p:spPr/>
        <p:txBody>
          <a:bodyPr/>
          <a:lstStyle/>
          <a:p>
            <a:fld id="{00DE720E-C72B-42F0-AD69-52D60E3C605E}" type="slidenum">
              <a:rPr lang="en-US" smtClean="0">
                <a:solidFill>
                  <a:srgbClr val="E5E8E8">
                    <a:lumMod val="75000"/>
                  </a:srgbClr>
                </a:solidFill>
              </a:rPr>
              <a:pPr/>
              <a:t>‹#›</a:t>
            </a:fld>
            <a:endParaRPr lang="en-US">
              <a:solidFill>
                <a:srgbClr val="E5E8E8">
                  <a:lumMod val="75000"/>
                </a:srgbClr>
              </a:solidFill>
            </a:endParaRPr>
          </a:p>
        </p:txBody>
      </p:sp>
      <p:sp>
        <p:nvSpPr>
          <p:cNvPr id="9" name="logo"/>
          <p:cNvSpPr>
            <a:spLocks noChangeAspect="1" noEditPoints="1"/>
          </p:cNvSpPr>
          <p:nvPr userDrawn="1"/>
        </p:nvSpPr>
        <p:spPr bwMode="ltGray">
          <a:xfrm>
            <a:off x="9925748" y="377225"/>
            <a:ext cx="1883664" cy="1883664"/>
          </a:xfrm>
          <a:custGeom>
            <a:avLst/>
            <a:gdLst>
              <a:gd name="T0" fmla="*/ 864 w 1728"/>
              <a:gd name="T1" fmla="*/ 1728 h 1728"/>
              <a:gd name="T2" fmla="*/ 838 w 1728"/>
              <a:gd name="T3" fmla="*/ 1728 h 1728"/>
              <a:gd name="T4" fmla="*/ 1015 w 1728"/>
              <a:gd name="T5" fmla="*/ 1243 h 1728"/>
              <a:gd name="T6" fmla="*/ 1258 w 1728"/>
              <a:gd name="T7" fmla="*/ 1243 h 1728"/>
              <a:gd name="T8" fmla="*/ 1362 w 1728"/>
              <a:gd name="T9" fmla="*/ 1170 h 1728"/>
              <a:gd name="T10" fmla="*/ 1554 w 1728"/>
              <a:gd name="T11" fmla="*/ 643 h 1728"/>
              <a:gd name="T12" fmla="*/ 1444 w 1728"/>
              <a:gd name="T13" fmla="*/ 487 h 1728"/>
              <a:gd name="T14" fmla="*/ 1107 w 1728"/>
              <a:gd name="T15" fmla="*/ 487 h 1728"/>
              <a:gd name="T16" fmla="*/ 824 w 1728"/>
              <a:gd name="T17" fmla="*/ 1264 h 1728"/>
              <a:gd name="T18" fmla="*/ 824 w 1728"/>
              <a:gd name="T19" fmla="*/ 1264 h 1728"/>
              <a:gd name="T20" fmla="*/ 664 w 1728"/>
              <a:gd name="T21" fmla="*/ 1705 h 1728"/>
              <a:gd name="T22" fmla="*/ 0 w 1728"/>
              <a:gd name="T23" fmla="*/ 864 h 1728"/>
              <a:gd name="T24" fmla="*/ 631 w 1728"/>
              <a:gd name="T25" fmla="*/ 32 h 1728"/>
              <a:gd name="T26" fmla="*/ 465 w 1728"/>
              <a:gd name="T27" fmla="*/ 487 h 1728"/>
              <a:gd name="T28" fmla="*/ 465 w 1728"/>
              <a:gd name="T29" fmla="*/ 487 h 1728"/>
              <a:gd name="T30" fmla="*/ 190 w 1728"/>
              <a:gd name="T31" fmla="*/ 1243 h 1728"/>
              <a:gd name="T32" fmla="*/ 373 w 1728"/>
              <a:gd name="T33" fmla="*/ 1243 h 1728"/>
              <a:gd name="T34" fmla="*/ 607 w 1728"/>
              <a:gd name="T35" fmla="*/ 600 h 1728"/>
              <a:gd name="T36" fmla="*/ 745 w 1728"/>
              <a:gd name="T37" fmla="*/ 600 h 1728"/>
              <a:gd name="T38" fmla="*/ 511 w 1728"/>
              <a:gd name="T39" fmla="*/ 1243 h 1728"/>
              <a:gd name="T40" fmla="*/ 694 w 1728"/>
              <a:gd name="T41" fmla="*/ 1243 h 1728"/>
              <a:gd name="T42" fmla="*/ 912 w 1728"/>
              <a:gd name="T43" fmla="*/ 643 h 1728"/>
              <a:gd name="T44" fmla="*/ 802 w 1728"/>
              <a:gd name="T45" fmla="*/ 487 h 1728"/>
              <a:gd name="T46" fmla="*/ 649 w 1728"/>
              <a:gd name="T47" fmla="*/ 487 h 1728"/>
              <a:gd name="T48" fmla="*/ 825 w 1728"/>
              <a:gd name="T49" fmla="*/ 1 h 1728"/>
              <a:gd name="T50" fmla="*/ 864 w 1728"/>
              <a:gd name="T51" fmla="*/ 0 h 1728"/>
              <a:gd name="T52" fmla="*/ 1728 w 1728"/>
              <a:gd name="T53" fmla="*/ 864 h 1728"/>
              <a:gd name="T54" fmla="*/ 864 w 1728"/>
              <a:gd name="T55" fmla="*/ 1728 h 1728"/>
              <a:gd name="T56" fmla="*/ 1387 w 1728"/>
              <a:gd name="T57" fmla="*/ 600 h 1728"/>
              <a:gd name="T58" fmla="*/ 1249 w 1728"/>
              <a:gd name="T59" fmla="*/ 600 h 1728"/>
              <a:gd name="T60" fmla="*/ 1057 w 1728"/>
              <a:gd name="T61" fmla="*/ 1129 h 1728"/>
              <a:gd name="T62" fmla="*/ 1194 w 1728"/>
              <a:gd name="T63" fmla="*/ 1129 h 1728"/>
              <a:gd name="T64" fmla="*/ 1387 w 1728"/>
              <a:gd name="T65" fmla="*/ 600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28" h="1728">
                <a:moveTo>
                  <a:pt x="864" y="1728"/>
                </a:moveTo>
                <a:cubicBezTo>
                  <a:pt x="856" y="1728"/>
                  <a:pt x="847" y="1728"/>
                  <a:pt x="838" y="1728"/>
                </a:cubicBezTo>
                <a:cubicBezTo>
                  <a:pt x="1015" y="1243"/>
                  <a:pt x="1015" y="1243"/>
                  <a:pt x="1015" y="1243"/>
                </a:cubicBezTo>
                <a:cubicBezTo>
                  <a:pt x="1258" y="1243"/>
                  <a:pt x="1258" y="1243"/>
                  <a:pt x="1258" y="1243"/>
                </a:cubicBezTo>
                <a:cubicBezTo>
                  <a:pt x="1301" y="1243"/>
                  <a:pt x="1347" y="1210"/>
                  <a:pt x="1362" y="1170"/>
                </a:cubicBezTo>
                <a:cubicBezTo>
                  <a:pt x="1554" y="643"/>
                  <a:pt x="1554" y="643"/>
                  <a:pt x="1554" y="643"/>
                </a:cubicBezTo>
                <a:cubicBezTo>
                  <a:pt x="1585" y="557"/>
                  <a:pt x="1536" y="487"/>
                  <a:pt x="1444" y="487"/>
                </a:cubicBezTo>
                <a:cubicBezTo>
                  <a:pt x="1107" y="487"/>
                  <a:pt x="1107" y="487"/>
                  <a:pt x="1107" y="487"/>
                </a:cubicBezTo>
                <a:cubicBezTo>
                  <a:pt x="824" y="1264"/>
                  <a:pt x="824" y="1264"/>
                  <a:pt x="824" y="1264"/>
                </a:cubicBezTo>
                <a:cubicBezTo>
                  <a:pt x="824" y="1264"/>
                  <a:pt x="824" y="1264"/>
                  <a:pt x="824" y="1264"/>
                </a:cubicBezTo>
                <a:cubicBezTo>
                  <a:pt x="664" y="1705"/>
                  <a:pt x="664" y="1705"/>
                  <a:pt x="664" y="1705"/>
                </a:cubicBezTo>
                <a:cubicBezTo>
                  <a:pt x="283" y="1614"/>
                  <a:pt x="0" y="1272"/>
                  <a:pt x="0" y="864"/>
                </a:cubicBezTo>
                <a:cubicBezTo>
                  <a:pt x="0" y="468"/>
                  <a:pt x="267" y="134"/>
                  <a:pt x="631" y="32"/>
                </a:cubicBezTo>
                <a:cubicBezTo>
                  <a:pt x="465" y="487"/>
                  <a:pt x="465" y="487"/>
                  <a:pt x="465" y="487"/>
                </a:cubicBezTo>
                <a:cubicBezTo>
                  <a:pt x="465" y="487"/>
                  <a:pt x="465" y="487"/>
                  <a:pt x="465" y="487"/>
                </a:cubicBezTo>
                <a:cubicBezTo>
                  <a:pt x="190" y="1243"/>
                  <a:pt x="190" y="1243"/>
                  <a:pt x="190" y="1243"/>
                </a:cubicBezTo>
                <a:cubicBezTo>
                  <a:pt x="373" y="1243"/>
                  <a:pt x="373" y="1243"/>
                  <a:pt x="373" y="1243"/>
                </a:cubicBezTo>
                <a:cubicBezTo>
                  <a:pt x="607" y="600"/>
                  <a:pt x="607" y="600"/>
                  <a:pt x="607" y="600"/>
                </a:cubicBezTo>
                <a:cubicBezTo>
                  <a:pt x="745" y="600"/>
                  <a:pt x="745" y="600"/>
                  <a:pt x="745" y="600"/>
                </a:cubicBezTo>
                <a:cubicBezTo>
                  <a:pt x="511" y="1243"/>
                  <a:pt x="511" y="1243"/>
                  <a:pt x="511" y="1243"/>
                </a:cubicBezTo>
                <a:cubicBezTo>
                  <a:pt x="694" y="1243"/>
                  <a:pt x="694" y="1243"/>
                  <a:pt x="694" y="1243"/>
                </a:cubicBezTo>
                <a:cubicBezTo>
                  <a:pt x="912" y="643"/>
                  <a:pt x="912" y="643"/>
                  <a:pt x="912" y="643"/>
                </a:cubicBezTo>
                <a:cubicBezTo>
                  <a:pt x="943" y="557"/>
                  <a:pt x="894" y="487"/>
                  <a:pt x="802" y="487"/>
                </a:cubicBezTo>
                <a:cubicBezTo>
                  <a:pt x="649" y="487"/>
                  <a:pt x="649" y="487"/>
                  <a:pt x="649" y="487"/>
                </a:cubicBezTo>
                <a:cubicBezTo>
                  <a:pt x="825" y="1"/>
                  <a:pt x="825" y="1"/>
                  <a:pt x="825" y="1"/>
                </a:cubicBezTo>
                <a:cubicBezTo>
                  <a:pt x="838" y="1"/>
                  <a:pt x="851" y="0"/>
                  <a:pt x="864" y="0"/>
                </a:cubicBezTo>
                <a:cubicBezTo>
                  <a:pt x="1341" y="0"/>
                  <a:pt x="1728" y="387"/>
                  <a:pt x="1728" y="864"/>
                </a:cubicBezTo>
                <a:cubicBezTo>
                  <a:pt x="1728" y="1341"/>
                  <a:pt x="1341" y="1728"/>
                  <a:pt x="864" y="1728"/>
                </a:cubicBezTo>
                <a:close/>
                <a:moveTo>
                  <a:pt x="1387" y="600"/>
                </a:moveTo>
                <a:cubicBezTo>
                  <a:pt x="1249" y="600"/>
                  <a:pt x="1249" y="600"/>
                  <a:pt x="1249" y="600"/>
                </a:cubicBezTo>
                <a:cubicBezTo>
                  <a:pt x="1057" y="1129"/>
                  <a:pt x="1057" y="1129"/>
                  <a:pt x="1057" y="1129"/>
                </a:cubicBezTo>
                <a:cubicBezTo>
                  <a:pt x="1194" y="1129"/>
                  <a:pt x="1194" y="1129"/>
                  <a:pt x="1194" y="1129"/>
                </a:cubicBezTo>
                <a:lnTo>
                  <a:pt x="1387" y="60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Tree>
    <p:extLst>
      <p:ext uri="{BB962C8B-B14F-4D97-AF65-F5344CB8AC3E}">
        <p14:creationId xmlns:p14="http://schemas.microsoft.com/office/powerpoint/2010/main" val="1536704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type="title" preserve="1">
  <p:cSld name="Blue Title Slide">
    <p:bg>
      <p:bgPr>
        <a:solidFill>
          <a:schemeClr val="accent1"/>
        </a:solidFill>
        <a:effectLst/>
      </p:bgPr>
    </p:bg>
    <p:spTree>
      <p:nvGrpSpPr>
        <p:cNvPr id="1" name=""/>
        <p:cNvGrpSpPr/>
        <p:nvPr/>
      </p:nvGrpSpPr>
      <p:grpSpPr>
        <a:xfrm>
          <a:off x="0" y="0"/>
          <a:ext cx="0" cy="0"/>
          <a:chOff x="0" y="0"/>
          <a:chExt cx="0" cy="0"/>
        </a:xfrm>
      </p:grpSpPr>
      <p:sp>
        <p:nvSpPr>
          <p:cNvPr id="11" name="logo"/>
          <p:cNvSpPr>
            <a:spLocks noChangeAspect="1" noEditPoints="1"/>
          </p:cNvSpPr>
          <p:nvPr userDrawn="1"/>
        </p:nvSpPr>
        <p:spPr bwMode="ltGray">
          <a:xfrm>
            <a:off x="9925748" y="377225"/>
            <a:ext cx="1883664" cy="1883664"/>
          </a:xfrm>
          <a:custGeom>
            <a:avLst/>
            <a:gdLst>
              <a:gd name="T0" fmla="*/ 864 w 1728"/>
              <a:gd name="T1" fmla="*/ 1728 h 1728"/>
              <a:gd name="T2" fmla="*/ 838 w 1728"/>
              <a:gd name="T3" fmla="*/ 1728 h 1728"/>
              <a:gd name="T4" fmla="*/ 1015 w 1728"/>
              <a:gd name="T5" fmla="*/ 1243 h 1728"/>
              <a:gd name="T6" fmla="*/ 1258 w 1728"/>
              <a:gd name="T7" fmla="*/ 1243 h 1728"/>
              <a:gd name="T8" fmla="*/ 1362 w 1728"/>
              <a:gd name="T9" fmla="*/ 1170 h 1728"/>
              <a:gd name="T10" fmla="*/ 1554 w 1728"/>
              <a:gd name="T11" fmla="*/ 643 h 1728"/>
              <a:gd name="T12" fmla="*/ 1444 w 1728"/>
              <a:gd name="T13" fmla="*/ 487 h 1728"/>
              <a:gd name="T14" fmla="*/ 1107 w 1728"/>
              <a:gd name="T15" fmla="*/ 487 h 1728"/>
              <a:gd name="T16" fmla="*/ 824 w 1728"/>
              <a:gd name="T17" fmla="*/ 1264 h 1728"/>
              <a:gd name="T18" fmla="*/ 824 w 1728"/>
              <a:gd name="T19" fmla="*/ 1264 h 1728"/>
              <a:gd name="T20" fmla="*/ 664 w 1728"/>
              <a:gd name="T21" fmla="*/ 1705 h 1728"/>
              <a:gd name="T22" fmla="*/ 0 w 1728"/>
              <a:gd name="T23" fmla="*/ 864 h 1728"/>
              <a:gd name="T24" fmla="*/ 631 w 1728"/>
              <a:gd name="T25" fmla="*/ 32 h 1728"/>
              <a:gd name="T26" fmla="*/ 465 w 1728"/>
              <a:gd name="T27" fmla="*/ 487 h 1728"/>
              <a:gd name="T28" fmla="*/ 465 w 1728"/>
              <a:gd name="T29" fmla="*/ 487 h 1728"/>
              <a:gd name="T30" fmla="*/ 190 w 1728"/>
              <a:gd name="T31" fmla="*/ 1243 h 1728"/>
              <a:gd name="T32" fmla="*/ 373 w 1728"/>
              <a:gd name="T33" fmla="*/ 1243 h 1728"/>
              <a:gd name="T34" fmla="*/ 607 w 1728"/>
              <a:gd name="T35" fmla="*/ 600 h 1728"/>
              <a:gd name="T36" fmla="*/ 745 w 1728"/>
              <a:gd name="T37" fmla="*/ 600 h 1728"/>
              <a:gd name="T38" fmla="*/ 511 w 1728"/>
              <a:gd name="T39" fmla="*/ 1243 h 1728"/>
              <a:gd name="T40" fmla="*/ 694 w 1728"/>
              <a:gd name="T41" fmla="*/ 1243 h 1728"/>
              <a:gd name="T42" fmla="*/ 912 w 1728"/>
              <a:gd name="T43" fmla="*/ 643 h 1728"/>
              <a:gd name="T44" fmla="*/ 802 w 1728"/>
              <a:gd name="T45" fmla="*/ 487 h 1728"/>
              <a:gd name="T46" fmla="*/ 649 w 1728"/>
              <a:gd name="T47" fmla="*/ 487 h 1728"/>
              <a:gd name="T48" fmla="*/ 825 w 1728"/>
              <a:gd name="T49" fmla="*/ 1 h 1728"/>
              <a:gd name="T50" fmla="*/ 864 w 1728"/>
              <a:gd name="T51" fmla="*/ 0 h 1728"/>
              <a:gd name="T52" fmla="*/ 1728 w 1728"/>
              <a:gd name="T53" fmla="*/ 864 h 1728"/>
              <a:gd name="T54" fmla="*/ 864 w 1728"/>
              <a:gd name="T55" fmla="*/ 1728 h 1728"/>
              <a:gd name="T56" fmla="*/ 1387 w 1728"/>
              <a:gd name="T57" fmla="*/ 600 h 1728"/>
              <a:gd name="T58" fmla="*/ 1249 w 1728"/>
              <a:gd name="T59" fmla="*/ 600 h 1728"/>
              <a:gd name="T60" fmla="*/ 1057 w 1728"/>
              <a:gd name="T61" fmla="*/ 1129 h 1728"/>
              <a:gd name="T62" fmla="*/ 1194 w 1728"/>
              <a:gd name="T63" fmla="*/ 1129 h 1728"/>
              <a:gd name="T64" fmla="*/ 1387 w 1728"/>
              <a:gd name="T65" fmla="*/ 600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28" h="1728">
                <a:moveTo>
                  <a:pt x="864" y="1728"/>
                </a:moveTo>
                <a:cubicBezTo>
                  <a:pt x="856" y="1728"/>
                  <a:pt x="847" y="1728"/>
                  <a:pt x="838" y="1728"/>
                </a:cubicBezTo>
                <a:cubicBezTo>
                  <a:pt x="1015" y="1243"/>
                  <a:pt x="1015" y="1243"/>
                  <a:pt x="1015" y="1243"/>
                </a:cubicBezTo>
                <a:cubicBezTo>
                  <a:pt x="1258" y="1243"/>
                  <a:pt x="1258" y="1243"/>
                  <a:pt x="1258" y="1243"/>
                </a:cubicBezTo>
                <a:cubicBezTo>
                  <a:pt x="1301" y="1243"/>
                  <a:pt x="1347" y="1210"/>
                  <a:pt x="1362" y="1170"/>
                </a:cubicBezTo>
                <a:cubicBezTo>
                  <a:pt x="1554" y="643"/>
                  <a:pt x="1554" y="643"/>
                  <a:pt x="1554" y="643"/>
                </a:cubicBezTo>
                <a:cubicBezTo>
                  <a:pt x="1585" y="557"/>
                  <a:pt x="1536" y="487"/>
                  <a:pt x="1444" y="487"/>
                </a:cubicBezTo>
                <a:cubicBezTo>
                  <a:pt x="1107" y="487"/>
                  <a:pt x="1107" y="487"/>
                  <a:pt x="1107" y="487"/>
                </a:cubicBezTo>
                <a:cubicBezTo>
                  <a:pt x="824" y="1264"/>
                  <a:pt x="824" y="1264"/>
                  <a:pt x="824" y="1264"/>
                </a:cubicBezTo>
                <a:cubicBezTo>
                  <a:pt x="824" y="1264"/>
                  <a:pt x="824" y="1264"/>
                  <a:pt x="824" y="1264"/>
                </a:cubicBezTo>
                <a:cubicBezTo>
                  <a:pt x="664" y="1705"/>
                  <a:pt x="664" y="1705"/>
                  <a:pt x="664" y="1705"/>
                </a:cubicBezTo>
                <a:cubicBezTo>
                  <a:pt x="283" y="1614"/>
                  <a:pt x="0" y="1272"/>
                  <a:pt x="0" y="864"/>
                </a:cubicBezTo>
                <a:cubicBezTo>
                  <a:pt x="0" y="468"/>
                  <a:pt x="267" y="134"/>
                  <a:pt x="631" y="32"/>
                </a:cubicBezTo>
                <a:cubicBezTo>
                  <a:pt x="465" y="487"/>
                  <a:pt x="465" y="487"/>
                  <a:pt x="465" y="487"/>
                </a:cubicBezTo>
                <a:cubicBezTo>
                  <a:pt x="465" y="487"/>
                  <a:pt x="465" y="487"/>
                  <a:pt x="465" y="487"/>
                </a:cubicBezTo>
                <a:cubicBezTo>
                  <a:pt x="190" y="1243"/>
                  <a:pt x="190" y="1243"/>
                  <a:pt x="190" y="1243"/>
                </a:cubicBezTo>
                <a:cubicBezTo>
                  <a:pt x="373" y="1243"/>
                  <a:pt x="373" y="1243"/>
                  <a:pt x="373" y="1243"/>
                </a:cubicBezTo>
                <a:cubicBezTo>
                  <a:pt x="607" y="600"/>
                  <a:pt x="607" y="600"/>
                  <a:pt x="607" y="600"/>
                </a:cubicBezTo>
                <a:cubicBezTo>
                  <a:pt x="745" y="600"/>
                  <a:pt x="745" y="600"/>
                  <a:pt x="745" y="600"/>
                </a:cubicBezTo>
                <a:cubicBezTo>
                  <a:pt x="511" y="1243"/>
                  <a:pt x="511" y="1243"/>
                  <a:pt x="511" y="1243"/>
                </a:cubicBezTo>
                <a:cubicBezTo>
                  <a:pt x="694" y="1243"/>
                  <a:pt x="694" y="1243"/>
                  <a:pt x="694" y="1243"/>
                </a:cubicBezTo>
                <a:cubicBezTo>
                  <a:pt x="912" y="643"/>
                  <a:pt x="912" y="643"/>
                  <a:pt x="912" y="643"/>
                </a:cubicBezTo>
                <a:cubicBezTo>
                  <a:pt x="943" y="557"/>
                  <a:pt x="894" y="487"/>
                  <a:pt x="802" y="487"/>
                </a:cubicBezTo>
                <a:cubicBezTo>
                  <a:pt x="649" y="487"/>
                  <a:pt x="649" y="487"/>
                  <a:pt x="649" y="487"/>
                </a:cubicBezTo>
                <a:cubicBezTo>
                  <a:pt x="825" y="1"/>
                  <a:pt x="825" y="1"/>
                  <a:pt x="825" y="1"/>
                </a:cubicBezTo>
                <a:cubicBezTo>
                  <a:pt x="838" y="1"/>
                  <a:pt x="851" y="0"/>
                  <a:pt x="864" y="0"/>
                </a:cubicBezTo>
                <a:cubicBezTo>
                  <a:pt x="1341" y="0"/>
                  <a:pt x="1728" y="387"/>
                  <a:pt x="1728" y="864"/>
                </a:cubicBezTo>
                <a:cubicBezTo>
                  <a:pt x="1728" y="1341"/>
                  <a:pt x="1341" y="1728"/>
                  <a:pt x="864" y="1728"/>
                </a:cubicBezTo>
                <a:close/>
                <a:moveTo>
                  <a:pt x="1387" y="600"/>
                </a:moveTo>
                <a:cubicBezTo>
                  <a:pt x="1249" y="600"/>
                  <a:pt x="1249" y="600"/>
                  <a:pt x="1249" y="600"/>
                </a:cubicBezTo>
                <a:cubicBezTo>
                  <a:pt x="1057" y="1129"/>
                  <a:pt x="1057" y="1129"/>
                  <a:pt x="1057" y="1129"/>
                </a:cubicBezTo>
                <a:cubicBezTo>
                  <a:pt x="1194" y="1129"/>
                  <a:pt x="1194" y="1129"/>
                  <a:pt x="1194" y="1129"/>
                </a:cubicBezTo>
                <a:lnTo>
                  <a:pt x="1387" y="60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solidFill>
                <a:prstClr val="white"/>
              </a:solidFill>
            </a:endParaRPr>
          </a:p>
        </p:txBody>
      </p:sp>
      <p:sp>
        <p:nvSpPr>
          <p:cNvPr id="2" name="Title 1"/>
          <p:cNvSpPr>
            <a:spLocks noGrp="1"/>
          </p:cNvSpPr>
          <p:nvPr>
            <p:ph type="ctrTitle"/>
          </p:nvPr>
        </p:nvSpPr>
        <p:spPr>
          <a:xfrm>
            <a:off x="609441" y="2763520"/>
            <a:ext cx="9141619" cy="1554480"/>
          </a:xfrm>
        </p:spPr>
        <p:txBody>
          <a:bodyPr/>
          <a:lstStyle>
            <a:lvl1pPr>
              <a:defRPr sz="5000" spc="-100" baseline="0"/>
            </a:lvl1pPr>
          </a:lstStyle>
          <a:p>
            <a:r>
              <a:rPr lang="en-US" smtClean="0"/>
              <a:t>Click to edit Master title style</a:t>
            </a:r>
            <a:endParaRPr lang="en-US" dirty="0"/>
          </a:p>
        </p:txBody>
      </p:sp>
      <p:sp>
        <p:nvSpPr>
          <p:cNvPr id="3" name="Subtitle 2"/>
          <p:cNvSpPr>
            <a:spLocks noGrp="1"/>
          </p:cNvSpPr>
          <p:nvPr>
            <p:ph type="subTitle" idx="1"/>
          </p:nvPr>
        </p:nvSpPr>
        <p:spPr>
          <a:xfrm>
            <a:off x="609441" y="4419600"/>
            <a:ext cx="9141619" cy="1188720"/>
          </a:xfrm>
        </p:spPr>
        <p:txBody>
          <a:bodyPr>
            <a:noAutofit/>
          </a:bodyPr>
          <a:lstStyle>
            <a:lvl1pPr marL="0" indent="0" algn="l">
              <a:spcBef>
                <a:spcPts val="600"/>
              </a:spcBef>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solidFill>
              </a:defRPr>
            </a:lvl1pPr>
          </a:lstStyle>
          <a:p>
            <a:fld id="{3A4A5BF1-B583-4EEE-B444-BB99755E910F}" type="datetime1">
              <a:rPr lang="en-US" smtClean="0">
                <a:solidFill>
                  <a:prstClr val="white"/>
                </a:solidFill>
              </a:rPr>
              <a:pPr/>
              <a:t>6/11/2015</a:t>
            </a:fld>
            <a:endParaRPr lang="en-US">
              <a:solidFill>
                <a:prstClr val="white"/>
              </a:solidFill>
            </a:endParaRPr>
          </a:p>
        </p:txBody>
      </p:sp>
      <p:sp>
        <p:nvSpPr>
          <p:cNvPr id="5" name="Footer Placeholder 4"/>
          <p:cNvSpPr>
            <a:spLocks noGrp="1"/>
          </p:cNvSpPr>
          <p:nvPr>
            <p:ph type="ftr" sz="quarter" idx="11"/>
          </p:nvPr>
        </p:nvSpPr>
        <p:spPr/>
        <p:txBody>
          <a:bodyPr/>
          <a:lstStyle>
            <a:lvl1pPr>
              <a:defRPr>
                <a:solidFill>
                  <a:schemeClr val="tx1"/>
                </a:solidFill>
              </a:defRPr>
            </a:lvl1pPr>
          </a:lstStyle>
          <a:p>
            <a:endParaRPr lang="en-US">
              <a:solidFill>
                <a:prstClr val="white"/>
              </a:solidFill>
            </a:endParaRPr>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00DE720E-C72B-42F0-AD69-52D60E3C605E}" type="slidenum">
              <a:rPr lang="en-US" smtClean="0">
                <a:solidFill>
                  <a:prstClr val="white"/>
                </a:solidFill>
              </a:rPr>
              <a:pPr/>
              <a:t>‹#›</a:t>
            </a:fld>
            <a:endParaRPr lang="en-US">
              <a:solidFill>
                <a:prstClr val="white"/>
              </a:solidFill>
            </a:endParaRPr>
          </a:p>
        </p:txBody>
      </p:sp>
      <p:sp>
        <p:nvSpPr>
          <p:cNvPr id="10" name="logo"/>
          <p:cNvSpPr>
            <a:spLocks noChangeAspect="1" noEditPoints="1"/>
          </p:cNvSpPr>
          <p:nvPr userDrawn="1"/>
        </p:nvSpPr>
        <p:spPr bwMode="hidden">
          <a:xfrm>
            <a:off x="9925747" y="377225"/>
            <a:ext cx="1883664" cy="1883664"/>
          </a:xfrm>
          <a:custGeom>
            <a:avLst/>
            <a:gdLst>
              <a:gd name="T0" fmla="*/ 864 w 1728"/>
              <a:gd name="T1" fmla="*/ 1728 h 1728"/>
              <a:gd name="T2" fmla="*/ 838 w 1728"/>
              <a:gd name="T3" fmla="*/ 1728 h 1728"/>
              <a:gd name="T4" fmla="*/ 1015 w 1728"/>
              <a:gd name="T5" fmla="*/ 1243 h 1728"/>
              <a:gd name="T6" fmla="*/ 1258 w 1728"/>
              <a:gd name="T7" fmla="*/ 1243 h 1728"/>
              <a:gd name="T8" fmla="*/ 1362 w 1728"/>
              <a:gd name="T9" fmla="*/ 1170 h 1728"/>
              <a:gd name="T10" fmla="*/ 1554 w 1728"/>
              <a:gd name="T11" fmla="*/ 643 h 1728"/>
              <a:gd name="T12" fmla="*/ 1444 w 1728"/>
              <a:gd name="T13" fmla="*/ 487 h 1728"/>
              <a:gd name="T14" fmla="*/ 1107 w 1728"/>
              <a:gd name="T15" fmla="*/ 487 h 1728"/>
              <a:gd name="T16" fmla="*/ 824 w 1728"/>
              <a:gd name="T17" fmla="*/ 1264 h 1728"/>
              <a:gd name="T18" fmla="*/ 824 w 1728"/>
              <a:gd name="T19" fmla="*/ 1264 h 1728"/>
              <a:gd name="T20" fmla="*/ 664 w 1728"/>
              <a:gd name="T21" fmla="*/ 1705 h 1728"/>
              <a:gd name="T22" fmla="*/ 0 w 1728"/>
              <a:gd name="T23" fmla="*/ 864 h 1728"/>
              <a:gd name="T24" fmla="*/ 631 w 1728"/>
              <a:gd name="T25" fmla="*/ 32 h 1728"/>
              <a:gd name="T26" fmla="*/ 465 w 1728"/>
              <a:gd name="T27" fmla="*/ 487 h 1728"/>
              <a:gd name="T28" fmla="*/ 465 w 1728"/>
              <a:gd name="T29" fmla="*/ 487 h 1728"/>
              <a:gd name="T30" fmla="*/ 190 w 1728"/>
              <a:gd name="T31" fmla="*/ 1243 h 1728"/>
              <a:gd name="T32" fmla="*/ 373 w 1728"/>
              <a:gd name="T33" fmla="*/ 1243 h 1728"/>
              <a:gd name="T34" fmla="*/ 607 w 1728"/>
              <a:gd name="T35" fmla="*/ 600 h 1728"/>
              <a:gd name="T36" fmla="*/ 745 w 1728"/>
              <a:gd name="T37" fmla="*/ 600 h 1728"/>
              <a:gd name="T38" fmla="*/ 511 w 1728"/>
              <a:gd name="T39" fmla="*/ 1243 h 1728"/>
              <a:gd name="T40" fmla="*/ 694 w 1728"/>
              <a:gd name="T41" fmla="*/ 1243 h 1728"/>
              <a:gd name="T42" fmla="*/ 912 w 1728"/>
              <a:gd name="T43" fmla="*/ 643 h 1728"/>
              <a:gd name="T44" fmla="*/ 802 w 1728"/>
              <a:gd name="T45" fmla="*/ 487 h 1728"/>
              <a:gd name="T46" fmla="*/ 649 w 1728"/>
              <a:gd name="T47" fmla="*/ 487 h 1728"/>
              <a:gd name="T48" fmla="*/ 825 w 1728"/>
              <a:gd name="T49" fmla="*/ 1 h 1728"/>
              <a:gd name="T50" fmla="*/ 864 w 1728"/>
              <a:gd name="T51" fmla="*/ 0 h 1728"/>
              <a:gd name="T52" fmla="*/ 1728 w 1728"/>
              <a:gd name="T53" fmla="*/ 864 h 1728"/>
              <a:gd name="T54" fmla="*/ 864 w 1728"/>
              <a:gd name="T55" fmla="*/ 1728 h 1728"/>
              <a:gd name="T56" fmla="*/ 1387 w 1728"/>
              <a:gd name="T57" fmla="*/ 600 h 1728"/>
              <a:gd name="T58" fmla="*/ 1249 w 1728"/>
              <a:gd name="T59" fmla="*/ 600 h 1728"/>
              <a:gd name="T60" fmla="*/ 1057 w 1728"/>
              <a:gd name="T61" fmla="*/ 1129 h 1728"/>
              <a:gd name="T62" fmla="*/ 1194 w 1728"/>
              <a:gd name="T63" fmla="*/ 1129 h 1728"/>
              <a:gd name="T64" fmla="*/ 1387 w 1728"/>
              <a:gd name="T65" fmla="*/ 600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28" h="1728">
                <a:moveTo>
                  <a:pt x="864" y="1728"/>
                </a:moveTo>
                <a:cubicBezTo>
                  <a:pt x="856" y="1728"/>
                  <a:pt x="847" y="1728"/>
                  <a:pt x="838" y="1728"/>
                </a:cubicBezTo>
                <a:cubicBezTo>
                  <a:pt x="1015" y="1243"/>
                  <a:pt x="1015" y="1243"/>
                  <a:pt x="1015" y="1243"/>
                </a:cubicBezTo>
                <a:cubicBezTo>
                  <a:pt x="1258" y="1243"/>
                  <a:pt x="1258" y="1243"/>
                  <a:pt x="1258" y="1243"/>
                </a:cubicBezTo>
                <a:cubicBezTo>
                  <a:pt x="1301" y="1243"/>
                  <a:pt x="1347" y="1210"/>
                  <a:pt x="1362" y="1170"/>
                </a:cubicBezTo>
                <a:cubicBezTo>
                  <a:pt x="1554" y="643"/>
                  <a:pt x="1554" y="643"/>
                  <a:pt x="1554" y="643"/>
                </a:cubicBezTo>
                <a:cubicBezTo>
                  <a:pt x="1585" y="557"/>
                  <a:pt x="1536" y="487"/>
                  <a:pt x="1444" y="487"/>
                </a:cubicBezTo>
                <a:cubicBezTo>
                  <a:pt x="1107" y="487"/>
                  <a:pt x="1107" y="487"/>
                  <a:pt x="1107" y="487"/>
                </a:cubicBezTo>
                <a:cubicBezTo>
                  <a:pt x="824" y="1264"/>
                  <a:pt x="824" y="1264"/>
                  <a:pt x="824" y="1264"/>
                </a:cubicBezTo>
                <a:cubicBezTo>
                  <a:pt x="824" y="1264"/>
                  <a:pt x="824" y="1264"/>
                  <a:pt x="824" y="1264"/>
                </a:cubicBezTo>
                <a:cubicBezTo>
                  <a:pt x="664" y="1705"/>
                  <a:pt x="664" y="1705"/>
                  <a:pt x="664" y="1705"/>
                </a:cubicBezTo>
                <a:cubicBezTo>
                  <a:pt x="283" y="1614"/>
                  <a:pt x="0" y="1272"/>
                  <a:pt x="0" y="864"/>
                </a:cubicBezTo>
                <a:cubicBezTo>
                  <a:pt x="0" y="468"/>
                  <a:pt x="267" y="134"/>
                  <a:pt x="631" y="32"/>
                </a:cubicBezTo>
                <a:cubicBezTo>
                  <a:pt x="465" y="487"/>
                  <a:pt x="465" y="487"/>
                  <a:pt x="465" y="487"/>
                </a:cubicBezTo>
                <a:cubicBezTo>
                  <a:pt x="465" y="487"/>
                  <a:pt x="465" y="487"/>
                  <a:pt x="465" y="487"/>
                </a:cubicBezTo>
                <a:cubicBezTo>
                  <a:pt x="190" y="1243"/>
                  <a:pt x="190" y="1243"/>
                  <a:pt x="190" y="1243"/>
                </a:cubicBezTo>
                <a:cubicBezTo>
                  <a:pt x="373" y="1243"/>
                  <a:pt x="373" y="1243"/>
                  <a:pt x="373" y="1243"/>
                </a:cubicBezTo>
                <a:cubicBezTo>
                  <a:pt x="607" y="600"/>
                  <a:pt x="607" y="600"/>
                  <a:pt x="607" y="600"/>
                </a:cubicBezTo>
                <a:cubicBezTo>
                  <a:pt x="745" y="600"/>
                  <a:pt x="745" y="600"/>
                  <a:pt x="745" y="600"/>
                </a:cubicBezTo>
                <a:cubicBezTo>
                  <a:pt x="511" y="1243"/>
                  <a:pt x="511" y="1243"/>
                  <a:pt x="511" y="1243"/>
                </a:cubicBezTo>
                <a:cubicBezTo>
                  <a:pt x="694" y="1243"/>
                  <a:pt x="694" y="1243"/>
                  <a:pt x="694" y="1243"/>
                </a:cubicBezTo>
                <a:cubicBezTo>
                  <a:pt x="912" y="643"/>
                  <a:pt x="912" y="643"/>
                  <a:pt x="912" y="643"/>
                </a:cubicBezTo>
                <a:cubicBezTo>
                  <a:pt x="943" y="557"/>
                  <a:pt x="894" y="487"/>
                  <a:pt x="802" y="487"/>
                </a:cubicBezTo>
                <a:cubicBezTo>
                  <a:pt x="649" y="487"/>
                  <a:pt x="649" y="487"/>
                  <a:pt x="649" y="487"/>
                </a:cubicBezTo>
                <a:cubicBezTo>
                  <a:pt x="825" y="1"/>
                  <a:pt x="825" y="1"/>
                  <a:pt x="825" y="1"/>
                </a:cubicBezTo>
                <a:cubicBezTo>
                  <a:pt x="838" y="1"/>
                  <a:pt x="851" y="0"/>
                  <a:pt x="864" y="0"/>
                </a:cubicBezTo>
                <a:cubicBezTo>
                  <a:pt x="1341" y="0"/>
                  <a:pt x="1728" y="387"/>
                  <a:pt x="1728" y="864"/>
                </a:cubicBezTo>
                <a:cubicBezTo>
                  <a:pt x="1728" y="1341"/>
                  <a:pt x="1341" y="1728"/>
                  <a:pt x="864" y="1728"/>
                </a:cubicBezTo>
                <a:close/>
                <a:moveTo>
                  <a:pt x="1387" y="600"/>
                </a:moveTo>
                <a:cubicBezTo>
                  <a:pt x="1249" y="600"/>
                  <a:pt x="1249" y="600"/>
                  <a:pt x="1249" y="600"/>
                </a:cubicBezTo>
                <a:cubicBezTo>
                  <a:pt x="1057" y="1129"/>
                  <a:pt x="1057" y="1129"/>
                  <a:pt x="1057" y="1129"/>
                </a:cubicBezTo>
                <a:cubicBezTo>
                  <a:pt x="1194" y="1129"/>
                  <a:pt x="1194" y="1129"/>
                  <a:pt x="1194" y="1129"/>
                </a:cubicBezTo>
                <a:lnTo>
                  <a:pt x="1387" y="60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solidFill>
                <a:prstClr val="white"/>
              </a:solidFill>
            </a:endParaRPr>
          </a:p>
        </p:txBody>
      </p:sp>
    </p:spTree>
    <p:extLst>
      <p:ext uri="{BB962C8B-B14F-4D97-AF65-F5344CB8AC3E}">
        <p14:creationId xmlns:p14="http://schemas.microsoft.com/office/powerpoint/2010/main" val="386609390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type="title" preserve="1">
  <p:cSld name="Title Slide with Pictu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logo"/>
          <p:cNvSpPr>
            <a:spLocks noChangeAspect="1" noEditPoints="1"/>
          </p:cNvSpPr>
          <p:nvPr userDrawn="1"/>
        </p:nvSpPr>
        <p:spPr bwMode="ltGray">
          <a:xfrm>
            <a:off x="9925748" y="377225"/>
            <a:ext cx="1883664" cy="1883664"/>
          </a:xfrm>
          <a:custGeom>
            <a:avLst/>
            <a:gdLst>
              <a:gd name="T0" fmla="*/ 864 w 1728"/>
              <a:gd name="T1" fmla="*/ 1728 h 1728"/>
              <a:gd name="T2" fmla="*/ 838 w 1728"/>
              <a:gd name="T3" fmla="*/ 1728 h 1728"/>
              <a:gd name="T4" fmla="*/ 1015 w 1728"/>
              <a:gd name="T5" fmla="*/ 1243 h 1728"/>
              <a:gd name="T6" fmla="*/ 1258 w 1728"/>
              <a:gd name="T7" fmla="*/ 1243 h 1728"/>
              <a:gd name="T8" fmla="*/ 1362 w 1728"/>
              <a:gd name="T9" fmla="*/ 1170 h 1728"/>
              <a:gd name="T10" fmla="*/ 1554 w 1728"/>
              <a:gd name="T11" fmla="*/ 643 h 1728"/>
              <a:gd name="T12" fmla="*/ 1444 w 1728"/>
              <a:gd name="T13" fmla="*/ 487 h 1728"/>
              <a:gd name="T14" fmla="*/ 1107 w 1728"/>
              <a:gd name="T15" fmla="*/ 487 h 1728"/>
              <a:gd name="T16" fmla="*/ 824 w 1728"/>
              <a:gd name="T17" fmla="*/ 1264 h 1728"/>
              <a:gd name="T18" fmla="*/ 824 w 1728"/>
              <a:gd name="T19" fmla="*/ 1264 h 1728"/>
              <a:gd name="T20" fmla="*/ 664 w 1728"/>
              <a:gd name="T21" fmla="*/ 1705 h 1728"/>
              <a:gd name="T22" fmla="*/ 0 w 1728"/>
              <a:gd name="T23" fmla="*/ 864 h 1728"/>
              <a:gd name="T24" fmla="*/ 631 w 1728"/>
              <a:gd name="T25" fmla="*/ 32 h 1728"/>
              <a:gd name="T26" fmla="*/ 465 w 1728"/>
              <a:gd name="T27" fmla="*/ 487 h 1728"/>
              <a:gd name="T28" fmla="*/ 465 w 1728"/>
              <a:gd name="T29" fmla="*/ 487 h 1728"/>
              <a:gd name="T30" fmla="*/ 190 w 1728"/>
              <a:gd name="T31" fmla="*/ 1243 h 1728"/>
              <a:gd name="T32" fmla="*/ 373 w 1728"/>
              <a:gd name="T33" fmla="*/ 1243 h 1728"/>
              <a:gd name="T34" fmla="*/ 607 w 1728"/>
              <a:gd name="T35" fmla="*/ 600 h 1728"/>
              <a:gd name="T36" fmla="*/ 745 w 1728"/>
              <a:gd name="T37" fmla="*/ 600 h 1728"/>
              <a:gd name="T38" fmla="*/ 511 w 1728"/>
              <a:gd name="T39" fmla="*/ 1243 h 1728"/>
              <a:gd name="T40" fmla="*/ 694 w 1728"/>
              <a:gd name="T41" fmla="*/ 1243 h 1728"/>
              <a:gd name="T42" fmla="*/ 912 w 1728"/>
              <a:gd name="T43" fmla="*/ 643 h 1728"/>
              <a:gd name="T44" fmla="*/ 802 w 1728"/>
              <a:gd name="T45" fmla="*/ 487 h 1728"/>
              <a:gd name="T46" fmla="*/ 649 w 1728"/>
              <a:gd name="T47" fmla="*/ 487 h 1728"/>
              <a:gd name="T48" fmla="*/ 825 w 1728"/>
              <a:gd name="T49" fmla="*/ 1 h 1728"/>
              <a:gd name="T50" fmla="*/ 864 w 1728"/>
              <a:gd name="T51" fmla="*/ 0 h 1728"/>
              <a:gd name="T52" fmla="*/ 1728 w 1728"/>
              <a:gd name="T53" fmla="*/ 864 h 1728"/>
              <a:gd name="T54" fmla="*/ 864 w 1728"/>
              <a:gd name="T55" fmla="*/ 1728 h 1728"/>
              <a:gd name="T56" fmla="*/ 1387 w 1728"/>
              <a:gd name="T57" fmla="*/ 600 h 1728"/>
              <a:gd name="T58" fmla="*/ 1249 w 1728"/>
              <a:gd name="T59" fmla="*/ 600 h 1728"/>
              <a:gd name="T60" fmla="*/ 1057 w 1728"/>
              <a:gd name="T61" fmla="*/ 1129 h 1728"/>
              <a:gd name="T62" fmla="*/ 1194 w 1728"/>
              <a:gd name="T63" fmla="*/ 1129 h 1728"/>
              <a:gd name="T64" fmla="*/ 1387 w 1728"/>
              <a:gd name="T65" fmla="*/ 600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28" h="1728">
                <a:moveTo>
                  <a:pt x="864" y="1728"/>
                </a:moveTo>
                <a:cubicBezTo>
                  <a:pt x="856" y="1728"/>
                  <a:pt x="847" y="1728"/>
                  <a:pt x="838" y="1728"/>
                </a:cubicBezTo>
                <a:cubicBezTo>
                  <a:pt x="1015" y="1243"/>
                  <a:pt x="1015" y="1243"/>
                  <a:pt x="1015" y="1243"/>
                </a:cubicBezTo>
                <a:cubicBezTo>
                  <a:pt x="1258" y="1243"/>
                  <a:pt x="1258" y="1243"/>
                  <a:pt x="1258" y="1243"/>
                </a:cubicBezTo>
                <a:cubicBezTo>
                  <a:pt x="1301" y="1243"/>
                  <a:pt x="1347" y="1210"/>
                  <a:pt x="1362" y="1170"/>
                </a:cubicBezTo>
                <a:cubicBezTo>
                  <a:pt x="1554" y="643"/>
                  <a:pt x="1554" y="643"/>
                  <a:pt x="1554" y="643"/>
                </a:cubicBezTo>
                <a:cubicBezTo>
                  <a:pt x="1585" y="557"/>
                  <a:pt x="1536" y="487"/>
                  <a:pt x="1444" y="487"/>
                </a:cubicBezTo>
                <a:cubicBezTo>
                  <a:pt x="1107" y="487"/>
                  <a:pt x="1107" y="487"/>
                  <a:pt x="1107" y="487"/>
                </a:cubicBezTo>
                <a:cubicBezTo>
                  <a:pt x="824" y="1264"/>
                  <a:pt x="824" y="1264"/>
                  <a:pt x="824" y="1264"/>
                </a:cubicBezTo>
                <a:cubicBezTo>
                  <a:pt x="824" y="1264"/>
                  <a:pt x="824" y="1264"/>
                  <a:pt x="824" y="1264"/>
                </a:cubicBezTo>
                <a:cubicBezTo>
                  <a:pt x="664" y="1705"/>
                  <a:pt x="664" y="1705"/>
                  <a:pt x="664" y="1705"/>
                </a:cubicBezTo>
                <a:cubicBezTo>
                  <a:pt x="283" y="1614"/>
                  <a:pt x="0" y="1272"/>
                  <a:pt x="0" y="864"/>
                </a:cubicBezTo>
                <a:cubicBezTo>
                  <a:pt x="0" y="468"/>
                  <a:pt x="267" y="134"/>
                  <a:pt x="631" y="32"/>
                </a:cubicBezTo>
                <a:cubicBezTo>
                  <a:pt x="465" y="487"/>
                  <a:pt x="465" y="487"/>
                  <a:pt x="465" y="487"/>
                </a:cubicBezTo>
                <a:cubicBezTo>
                  <a:pt x="465" y="487"/>
                  <a:pt x="465" y="487"/>
                  <a:pt x="465" y="487"/>
                </a:cubicBezTo>
                <a:cubicBezTo>
                  <a:pt x="190" y="1243"/>
                  <a:pt x="190" y="1243"/>
                  <a:pt x="190" y="1243"/>
                </a:cubicBezTo>
                <a:cubicBezTo>
                  <a:pt x="373" y="1243"/>
                  <a:pt x="373" y="1243"/>
                  <a:pt x="373" y="1243"/>
                </a:cubicBezTo>
                <a:cubicBezTo>
                  <a:pt x="607" y="600"/>
                  <a:pt x="607" y="600"/>
                  <a:pt x="607" y="600"/>
                </a:cubicBezTo>
                <a:cubicBezTo>
                  <a:pt x="745" y="600"/>
                  <a:pt x="745" y="600"/>
                  <a:pt x="745" y="600"/>
                </a:cubicBezTo>
                <a:cubicBezTo>
                  <a:pt x="511" y="1243"/>
                  <a:pt x="511" y="1243"/>
                  <a:pt x="511" y="1243"/>
                </a:cubicBezTo>
                <a:cubicBezTo>
                  <a:pt x="694" y="1243"/>
                  <a:pt x="694" y="1243"/>
                  <a:pt x="694" y="1243"/>
                </a:cubicBezTo>
                <a:cubicBezTo>
                  <a:pt x="912" y="643"/>
                  <a:pt x="912" y="643"/>
                  <a:pt x="912" y="643"/>
                </a:cubicBezTo>
                <a:cubicBezTo>
                  <a:pt x="943" y="557"/>
                  <a:pt x="894" y="487"/>
                  <a:pt x="802" y="487"/>
                </a:cubicBezTo>
                <a:cubicBezTo>
                  <a:pt x="649" y="487"/>
                  <a:pt x="649" y="487"/>
                  <a:pt x="649" y="487"/>
                </a:cubicBezTo>
                <a:cubicBezTo>
                  <a:pt x="825" y="1"/>
                  <a:pt x="825" y="1"/>
                  <a:pt x="825" y="1"/>
                </a:cubicBezTo>
                <a:cubicBezTo>
                  <a:pt x="838" y="1"/>
                  <a:pt x="851" y="0"/>
                  <a:pt x="864" y="0"/>
                </a:cubicBezTo>
                <a:cubicBezTo>
                  <a:pt x="1341" y="0"/>
                  <a:pt x="1728" y="387"/>
                  <a:pt x="1728" y="864"/>
                </a:cubicBezTo>
                <a:cubicBezTo>
                  <a:pt x="1728" y="1341"/>
                  <a:pt x="1341" y="1728"/>
                  <a:pt x="864" y="1728"/>
                </a:cubicBezTo>
                <a:close/>
                <a:moveTo>
                  <a:pt x="1387" y="600"/>
                </a:moveTo>
                <a:cubicBezTo>
                  <a:pt x="1249" y="600"/>
                  <a:pt x="1249" y="600"/>
                  <a:pt x="1249" y="600"/>
                </a:cubicBezTo>
                <a:cubicBezTo>
                  <a:pt x="1057" y="1129"/>
                  <a:pt x="1057" y="1129"/>
                  <a:pt x="1057" y="1129"/>
                </a:cubicBezTo>
                <a:cubicBezTo>
                  <a:pt x="1194" y="1129"/>
                  <a:pt x="1194" y="1129"/>
                  <a:pt x="1194" y="1129"/>
                </a:cubicBezTo>
                <a:lnTo>
                  <a:pt x="1387" y="600"/>
                </a:lnTo>
                <a:close/>
              </a:path>
            </a:pathLst>
          </a:custGeom>
          <a:solidFill>
            <a:schemeClr val="tx1">
              <a:lumMod val="50000"/>
            </a:schemeClr>
          </a:solidFill>
          <a:ln>
            <a:noFill/>
          </a:ln>
        </p:spPr>
        <p:txBody>
          <a:bodyPr vert="horz" wrap="square" lIns="91440" tIns="45720" rIns="91440" bIns="45720" numCol="1" anchor="t" anchorCtr="0" compatLnSpc="1">
            <a:prstTxWarp prst="textNoShape">
              <a:avLst/>
            </a:prstTxWarp>
          </a:bodyPr>
          <a:lstStyle/>
          <a:p>
            <a:endParaRPr lang="en-US">
              <a:solidFill>
                <a:prstClr val="white"/>
              </a:solidFill>
            </a:endParaRPr>
          </a:p>
        </p:txBody>
      </p:sp>
      <p:sp>
        <p:nvSpPr>
          <p:cNvPr id="2" name="Title 1"/>
          <p:cNvSpPr>
            <a:spLocks noGrp="1"/>
          </p:cNvSpPr>
          <p:nvPr>
            <p:ph type="ctrTitle"/>
          </p:nvPr>
        </p:nvSpPr>
        <p:spPr>
          <a:xfrm>
            <a:off x="609441" y="2763520"/>
            <a:ext cx="9141619" cy="1554480"/>
          </a:xfrm>
        </p:spPr>
        <p:txBody>
          <a:bodyPr/>
          <a:lstStyle>
            <a:lvl1pPr>
              <a:defRPr sz="5000" spc="-100" baseline="0"/>
            </a:lvl1pPr>
          </a:lstStyle>
          <a:p>
            <a:r>
              <a:rPr lang="en-US" smtClean="0"/>
              <a:t>Click to edit Master title style</a:t>
            </a:r>
            <a:endParaRPr lang="en-US" dirty="0"/>
          </a:p>
        </p:txBody>
      </p:sp>
      <p:sp>
        <p:nvSpPr>
          <p:cNvPr id="3" name="Subtitle 2"/>
          <p:cNvSpPr>
            <a:spLocks noGrp="1"/>
          </p:cNvSpPr>
          <p:nvPr>
            <p:ph type="subTitle" idx="1"/>
          </p:nvPr>
        </p:nvSpPr>
        <p:spPr>
          <a:xfrm>
            <a:off x="609441" y="4419600"/>
            <a:ext cx="9141619" cy="1188720"/>
          </a:xfrm>
        </p:spPr>
        <p:txBody>
          <a:bodyPr>
            <a:noAutofit/>
          </a:bodyPr>
          <a:lstStyle>
            <a:lvl1pPr marL="0" indent="0" algn="l">
              <a:spcBef>
                <a:spcPts val="600"/>
              </a:spcBef>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solidFill>
              </a:defRPr>
            </a:lvl1pPr>
          </a:lstStyle>
          <a:p>
            <a:fld id="{85476ED1-AF25-4E0A-89D2-CBE37EE80CED}" type="datetime1">
              <a:rPr lang="en-US" smtClean="0">
                <a:solidFill>
                  <a:prstClr val="white"/>
                </a:solidFill>
              </a:rPr>
              <a:pPr/>
              <a:t>6/11/2015</a:t>
            </a:fld>
            <a:endParaRPr lang="en-US">
              <a:solidFill>
                <a:prstClr val="white"/>
              </a:solidFill>
            </a:endParaRPr>
          </a:p>
        </p:txBody>
      </p:sp>
      <p:sp>
        <p:nvSpPr>
          <p:cNvPr id="5" name="Footer Placeholder 4"/>
          <p:cNvSpPr>
            <a:spLocks noGrp="1"/>
          </p:cNvSpPr>
          <p:nvPr>
            <p:ph type="ftr" sz="quarter" idx="11"/>
          </p:nvPr>
        </p:nvSpPr>
        <p:spPr/>
        <p:txBody>
          <a:bodyPr/>
          <a:lstStyle>
            <a:lvl1pPr>
              <a:defRPr>
                <a:solidFill>
                  <a:schemeClr val="tx1"/>
                </a:solidFill>
              </a:defRPr>
            </a:lvl1pPr>
          </a:lstStyle>
          <a:p>
            <a:endParaRPr lang="en-US">
              <a:solidFill>
                <a:prstClr val="white"/>
              </a:solidFill>
            </a:endParaRPr>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00DE720E-C72B-42F0-AD69-52D60E3C605E}" type="slidenum">
              <a:rPr lang="en-US" smtClean="0">
                <a:solidFill>
                  <a:prstClr val="white"/>
                </a:solidFill>
              </a:rPr>
              <a:pPr/>
              <a:t>‹#›</a:t>
            </a:fld>
            <a:endParaRPr lang="en-US">
              <a:solidFill>
                <a:prstClr val="white"/>
              </a:solidFill>
            </a:endParaRPr>
          </a:p>
        </p:txBody>
      </p:sp>
      <p:sp>
        <p:nvSpPr>
          <p:cNvPr id="10" name="logo"/>
          <p:cNvSpPr>
            <a:spLocks noChangeAspect="1" noEditPoints="1"/>
          </p:cNvSpPr>
          <p:nvPr userDrawn="1"/>
        </p:nvSpPr>
        <p:spPr bwMode="hidden">
          <a:xfrm>
            <a:off x="9925747" y="377225"/>
            <a:ext cx="1883664" cy="1883664"/>
          </a:xfrm>
          <a:custGeom>
            <a:avLst/>
            <a:gdLst>
              <a:gd name="T0" fmla="*/ 864 w 1728"/>
              <a:gd name="T1" fmla="*/ 1728 h 1728"/>
              <a:gd name="T2" fmla="*/ 838 w 1728"/>
              <a:gd name="T3" fmla="*/ 1728 h 1728"/>
              <a:gd name="T4" fmla="*/ 1015 w 1728"/>
              <a:gd name="T5" fmla="*/ 1243 h 1728"/>
              <a:gd name="T6" fmla="*/ 1258 w 1728"/>
              <a:gd name="T7" fmla="*/ 1243 h 1728"/>
              <a:gd name="T8" fmla="*/ 1362 w 1728"/>
              <a:gd name="T9" fmla="*/ 1170 h 1728"/>
              <a:gd name="T10" fmla="*/ 1554 w 1728"/>
              <a:gd name="T11" fmla="*/ 643 h 1728"/>
              <a:gd name="T12" fmla="*/ 1444 w 1728"/>
              <a:gd name="T13" fmla="*/ 487 h 1728"/>
              <a:gd name="T14" fmla="*/ 1107 w 1728"/>
              <a:gd name="T15" fmla="*/ 487 h 1728"/>
              <a:gd name="T16" fmla="*/ 824 w 1728"/>
              <a:gd name="T17" fmla="*/ 1264 h 1728"/>
              <a:gd name="T18" fmla="*/ 824 w 1728"/>
              <a:gd name="T19" fmla="*/ 1264 h 1728"/>
              <a:gd name="T20" fmla="*/ 664 w 1728"/>
              <a:gd name="T21" fmla="*/ 1705 h 1728"/>
              <a:gd name="T22" fmla="*/ 0 w 1728"/>
              <a:gd name="T23" fmla="*/ 864 h 1728"/>
              <a:gd name="T24" fmla="*/ 631 w 1728"/>
              <a:gd name="T25" fmla="*/ 32 h 1728"/>
              <a:gd name="T26" fmla="*/ 465 w 1728"/>
              <a:gd name="T27" fmla="*/ 487 h 1728"/>
              <a:gd name="T28" fmla="*/ 465 w 1728"/>
              <a:gd name="T29" fmla="*/ 487 h 1728"/>
              <a:gd name="T30" fmla="*/ 190 w 1728"/>
              <a:gd name="T31" fmla="*/ 1243 h 1728"/>
              <a:gd name="T32" fmla="*/ 373 w 1728"/>
              <a:gd name="T33" fmla="*/ 1243 h 1728"/>
              <a:gd name="T34" fmla="*/ 607 w 1728"/>
              <a:gd name="T35" fmla="*/ 600 h 1728"/>
              <a:gd name="T36" fmla="*/ 745 w 1728"/>
              <a:gd name="T37" fmla="*/ 600 h 1728"/>
              <a:gd name="T38" fmla="*/ 511 w 1728"/>
              <a:gd name="T39" fmla="*/ 1243 h 1728"/>
              <a:gd name="T40" fmla="*/ 694 w 1728"/>
              <a:gd name="T41" fmla="*/ 1243 h 1728"/>
              <a:gd name="T42" fmla="*/ 912 w 1728"/>
              <a:gd name="T43" fmla="*/ 643 h 1728"/>
              <a:gd name="T44" fmla="*/ 802 w 1728"/>
              <a:gd name="T45" fmla="*/ 487 h 1728"/>
              <a:gd name="T46" fmla="*/ 649 w 1728"/>
              <a:gd name="T47" fmla="*/ 487 h 1728"/>
              <a:gd name="T48" fmla="*/ 825 w 1728"/>
              <a:gd name="T49" fmla="*/ 1 h 1728"/>
              <a:gd name="T50" fmla="*/ 864 w 1728"/>
              <a:gd name="T51" fmla="*/ 0 h 1728"/>
              <a:gd name="T52" fmla="*/ 1728 w 1728"/>
              <a:gd name="T53" fmla="*/ 864 h 1728"/>
              <a:gd name="T54" fmla="*/ 864 w 1728"/>
              <a:gd name="T55" fmla="*/ 1728 h 1728"/>
              <a:gd name="T56" fmla="*/ 1387 w 1728"/>
              <a:gd name="T57" fmla="*/ 600 h 1728"/>
              <a:gd name="T58" fmla="*/ 1249 w 1728"/>
              <a:gd name="T59" fmla="*/ 600 h 1728"/>
              <a:gd name="T60" fmla="*/ 1057 w 1728"/>
              <a:gd name="T61" fmla="*/ 1129 h 1728"/>
              <a:gd name="T62" fmla="*/ 1194 w 1728"/>
              <a:gd name="T63" fmla="*/ 1129 h 1728"/>
              <a:gd name="T64" fmla="*/ 1387 w 1728"/>
              <a:gd name="T65" fmla="*/ 600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28" h="1728">
                <a:moveTo>
                  <a:pt x="864" y="1728"/>
                </a:moveTo>
                <a:cubicBezTo>
                  <a:pt x="856" y="1728"/>
                  <a:pt x="847" y="1728"/>
                  <a:pt x="838" y="1728"/>
                </a:cubicBezTo>
                <a:cubicBezTo>
                  <a:pt x="1015" y="1243"/>
                  <a:pt x="1015" y="1243"/>
                  <a:pt x="1015" y="1243"/>
                </a:cubicBezTo>
                <a:cubicBezTo>
                  <a:pt x="1258" y="1243"/>
                  <a:pt x="1258" y="1243"/>
                  <a:pt x="1258" y="1243"/>
                </a:cubicBezTo>
                <a:cubicBezTo>
                  <a:pt x="1301" y="1243"/>
                  <a:pt x="1347" y="1210"/>
                  <a:pt x="1362" y="1170"/>
                </a:cubicBezTo>
                <a:cubicBezTo>
                  <a:pt x="1554" y="643"/>
                  <a:pt x="1554" y="643"/>
                  <a:pt x="1554" y="643"/>
                </a:cubicBezTo>
                <a:cubicBezTo>
                  <a:pt x="1585" y="557"/>
                  <a:pt x="1536" y="487"/>
                  <a:pt x="1444" y="487"/>
                </a:cubicBezTo>
                <a:cubicBezTo>
                  <a:pt x="1107" y="487"/>
                  <a:pt x="1107" y="487"/>
                  <a:pt x="1107" y="487"/>
                </a:cubicBezTo>
                <a:cubicBezTo>
                  <a:pt x="824" y="1264"/>
                  <a:pt x="824" y="1264"/>
                  <a:pt x="824" y="1264"/>
                </a:cubicBezTo>
                <a:cubicBezTo>
                  <a:pt x="824" y="1264"/>
                  <a:pt x="824" y="1264"/>
                  <a:pt x="824" y="1264"/>
                </a:cubicBezTo>
                <a:cubicBezTo>
                  <a:pt x="664" y="1705"/>
                  <a:pt x="664" y="1705"/>
                  <a:pt x="664" y="1705"/>
                </a:cubicBezTo>
                <a:cubicBezTo>
                  <a:pt x="283" y="1614"/>
                  <a:pt x="0" y="1272"/>
                  <a:pt x="0" y="864"/>
                </a:cubicBezTo>
                <a:cubicBezTo>
                  <a:pt x="0" y="468"/>
                  <a:pt x="267" y="134"/>
                  <a:pt x="631" y="32"/>
                </a:cubicBezTo>
                <a:cubicBezTo>
                  <a:pt x="465" y="487"/>
                  <a:pt x="465" y="487"/>
                  <a:pt x="465" y="487"/>
                </a:cubicBezTo>
                <a:cubicBezTo>
                  <a:pt x="465" y="487"/>
                  <a:pt x="465" y="487"/>
                  <a:pt x="465" y="487"/>
                </a:cubicBezTo>
                <a:cubicBezTo>
                  <a:pt x="190" y="1243"/>
                  <a:pt x="190" y="1243"/>
                  <a:pt x="190" y="1243"/>
                </a:cubicBezTo>
                <a:cubicBezTo>
                  <a:pt x="373" y="1243"/>
                  <a:pt x="373" y="1243"/>
                  <a:pt x="373" y="1243"/>
                </a:cubicBezTo>
                <a:cubicBezTo>
                  <a:pt x="607" y="600"/>
                  <a:pt x="607" y="600"/>
                  <a:pt x="607" y="600"/>
                </a:cubicBezTo>
                <a:cubicBezTo>
                  <a:pt x="745" y="600"/>
                  <a:pt x="745" y="600"/>
                  <a:pt x="745" y="600"/>
                </a:cubicBezTo>
                <a:cubicBezTo>
                  <a:pt x="511" y="1243"/>
                  <a:pt x="511" y="1243"/>
                  <a:pt x="511" y="1243"/>
                </a:cubicBezTo>
                <a:cubicBezTo>
                  <a:pt x="694" y="1243"/>
                  <a:pt x="694" y="1243"/>
                  <a:pt x="694" y="1243"/>
                </a:cubicBezTo>
                <a:cubicBezTo>
                  <a:pt x="912" y="643"/>
                  <a:pt x="912" y="643"/>
                  <a:pt x="912" y="643"/>
                </a:cubicBezTo>
                <a:cubicBezTo>
                  <a:pt x="943" y="557"/>
                  <a:pt x="894" y="487"/>
                  <a:pt x="802" y="487"/>
                </a:cubicBezTo>
                <a:cubicBezTo>
                  <a:pt x="649" y="487"/>
                  <a:pt x="649" y="487"/>
                  <a:pt x="649" y="487"/>
                </a:cubicBezTo>
                <a:cubicBezTo>
                  <a:pt x="825" y="1"/>
                  <a:pt x="825" y="1"/>
                  <a:pt x="825" y="1"/>
                </a:cubicBezTo>
                <a:cubicBezTo>
                  <a:pt x="838" y="1"/>
                  <a:pt x="851" y="0"/>
                  <a:pt x="864" y="0"/>
                </a:cubicBezTo>
                <a:cubicBezTo>
                  <a:pt x="1341" y="0"/>
                  <a:pt x="1728" y="387"/>
                  <a:pt x="1728" y="864"/>
                </a:cubicBezTo>
                <a:cubicBezTo>
                  <a:pt x="1728" y="1341"/>
                  <a:pt x="1341" y="1728"/>
                  <a:pt x="864" y="1728"/>
                </a:cubicBezTo>
                <a:close/>
                <a:moveTo>
                  <a:pt x="1387" y="600"/>
                </a:moveTo>
                <a:cubicBezTo>
                  <a:pt x="1249" y="600"/>
                  <a:pt x="1249" y="600"/>
                  <a:pt x="1249" y="600"/>
                </a:cubicBezTo>
                <a:cubicBezTo>
                  <a:pt x="1057" y="1129"/>
                  <a:pt x="1057" y="1129"/>
                  <a:pt x="1057" y="1129"/>
                </a:cubicBezTo>
                <a:cubicBezTo>
                  <a:pt x="1194" y="1129"/>
                  <a:pt x="1194" y="1129"/>
                  <a:pt x="1194" y="1129"/>
                </a:cubicBezTo>
                <a:lnTo>
                  <a:pt x="1387" y="60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solidFill>
                <a:prstClr val="white"/>
              </a:solidFill>
            </a:endParaRPr>
          </a:p>
        </p:txBody>
      </p:sp>
    </p:spTree>
    <p:extLst>
      <p:ext uri="{BB962C8B-B14F-4D97-AF65-F5344CB8AC3E}">
        <p14:creationId xmlns:p14="http://schemas.microsoft.com/office/powerpoint/2010/main" val="78761095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8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441" y="304800"/>
            <a:ext cx="9141619" cy="1828800"/>
          </a:xfrm>
        </p:spPr>
        <p:txBody>
          <a:bodyPr anchor="t"/>
          <a:lstStyle>
            <a:lvl1pPr algn="l">
              <a:defRPr sz="4400" b="1" cap="none" spc="-100" baseline="0"/>
            </a:lvl1pPr>
          </a:lstStyle>
          <a:p>
            <a:r>
              <a:rPr lang="en-US" smtClean="0"/>
              <a:t>Click to edit Master title style</a:t>
            </a:r>
            <a:endParaRPr lang="en-US" dirty="0"/>
          </a:p>
        </p:txBody>
      </p:sp>
      <p:sp>
        <p:nvSpPr>
          <p:cNvPr id="3" name="Text Placeholder 2"/>
          <p:cNvSpPr>
            <a:spLocks noGrp="1"/>
          </p:cNvSpPr>
          <p:nvPr>
            <p:ph type="body" idx="1"/>
          </p:nvPr>
        </p:nvSpPr>
        <p:spPr>
          <a:xfrm>
            <a:off x="609441" y="4419600"/>
            <a:ext cx="9141619" cy="1188720"/>
          </a:xfrm>
        </p:spPr>
        <p:txBody>
          <a:bodyPr anchor="t">
            <a:noAutofit/>
          </a:bodyPr>
          <a:lstStyle>
            <a:lvl1pPr marL="0" indent="0">
              <a:spcBef>
                <a:spcPts val="600"/>
              </a:spcBef>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4C3A3CE-2C41-4629-9AED-A9489A6CCA49}" type="datetime1">
              <a:rPr lang="en-US" smtClean="0">
                <a:solidFill>
                  <a:srgbClr val="E5E8E8">
                    <a:lumMod val="75000"/>
                  </a:srgbClr>
                </a:solidFill>
              </a:rPr>
              <a:pPr/>
              <a:t>6/11/2015</a:t>
            </a:fld>
            <a:endParaRPr lang="en-US">
              <a:solidFill>
                <a:srgbClr val="E5E8E8">
                  <a:lumMod val="75000"/>
                </a:srgbClr>
              </a:solidFill>
            </a:endParaRPr>
          </a:p>
        </p:txBody>
      </p:sp>
      <p:sp>
        <p:nvSpPr>
          <p:cNvPr id="5" name="Footer Placeholder 4"/>
          <p:cNvSpPr>
            <a:spLocks noGrp="1"/>
          </p:cNvSpPr>
          <p:nvPr>
            <p:ph type="ftr" sz="quarter" idx="11"/>
          </p:nvPr>
        </p:nvSpPr>
        <p:spPr/>
        <p:txBody>
          <a:bodyPr/>
          <a:lstStyle/>
          <a:p>
            <a:endParaRPr lang="en-US">
              <a:solidFill>
                <a:srgbClr val="E5E8E8">
                  <a:lumMod val="75000"/>
                </a:srgbClr>
              </a:solidFill>
            </a:endParaRPr>
          </a:p>
        </p:txBody>
      </p:sp>
      <p:sp>
        <p:nvSpPr>
          <p:cNvPr id="6" name="Slide Number Placeholder 5"/>
          <p:cNvSpPr>
            <a:spLocks noGrp="1"/>
          </p:cNvSpPr>
          <p:nvPr>
            <p:ph type="sldNum" sz="quarter" idx="12"/>
          </p:nvPr>
        </p:nvSpPr>
        <p:spPr/>
        <p:txBody>
          <a:bodyPr/>
          <a:lstStyle/>
          <a:p>
            <a:fld id="{00DE720E-C72B-42F0-AD69-52D60E3C605E}" type="slidenum">
              <a:rPr lang="en-US" smtClean="0">
                <a:solidFill>
                  <a:srgbClr val="E5E8E8">
                    <a:lumMod val="75000"/>
                  </a:srgbClr>
                </a:solidFill>
              </a:rPr>
              <a:pPr/>
              <a:t>‹#›</a:t>
            </a:fld>
            <a:endParaRPr lang="en-US">
              <a:solidFill>
                <a:srgbClr val="E5E8E8">
                  <a:lumMod val="75000"/>
                </a:srgbClr>
              </a:solidFill>
            </a:endParaRPr>
          </a:p>
        </p:txBody>
      </p:sp>
    </p:spTree>
    <p:extLst>
      <p:ext uri="{BB962C8B-B14F-4D97-AF65-F5344CB8AC3E}">
        <p14:creationId xmlns:p14="http://schemas.microsoft.com/office/powerpoint/2010/main" val="1050526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type="secHead" preserve="1">
  <p:cSld name="Blue Section Header">
    <p:bg>
      <p:bgPr>
        <a:solidFill>
          <a:schemeClr val="accent1"/>
        </a:solidFill>
        <a:effectLst/>
      </p:bgPr>
    </p:bg>
    <p:spTree>
      <p:nvGrpSpPr>
        <p:cNvPr id="1" name=""/>
        <p:cNvGrpSpPr/>
        <p:nvPr/>
      </p:nvGrpSpPr>
      <p:grpSpPr>
        <a:xfrm>
          <a:off x="0" y="0"/>
          <a:ext cx="0" cy="0"/>
          <a:chOff x="0" y="0"/>
          <a:chExt cx="0" cy="0"/>
        </a:xfrm>
      </p:grpSpPr>
      <p:sp>
        <p:nvSpPr>
          <p:cNvPr id="8" name="Freeform 5"/>
          <p:cNvSpPr>
            <a:spLocks noChangeAspect="1" noEditPoints="1"/>
          </p:cNvSpPr>
          <p:nvPr userDrawn="1"/>
        </p:nvSpPr>
        <p:spPr bwMode="invGray">
          <a:xfrm>
            <a:off x="11586739" y="6321203"/>
            <a:ext cx="356616" cy="356616"/>
          </a:xfrm>
          <a:custGeom>
            <a:avLst/>
            <a:gdLst>
              <a:gd name="T0" fmla="*/ 864 w 1728"/>
              <a:gd name="T1" fmla="*/ 1728 h 1728"/>
              <a:gd name="T2" fmla="*/ 838 w 1728"/>
              <a:gd name="T3" fmla="*/ 1728 h 1728"/>
              <a:gd name="T4" fmla="*/ 1015 w 1728"/>
              <a:gd name="T5" fmla="*/ 1243 h 1728"/>
              <a:gd name="T6" fmla="*/ 1258 w 1728"/>
              <a:gd name="T7" fmla="*/ 1243 h 1728"/>
              <a:gd name="T8" fmla="*/ 1362 w 1728"/>
              <a:gd name="T9" fmla="*/ 1170 h 1728"/>
              <a:gd name="T10" fmla="*/ 1554 w 1728"/>
              <a:gd name="T11" fmla="*/ 643 h 1728"/>
              <a:gd name="T12" fmla="*/ 1444 w 1728"/>
              <a:gd name="T13" fmla="*/ 487 h 1728"/>
              <a:gd name="T14" fmla="*/ 1107 w 1728"/>
              <a:gd name="T15" fmla="*/ 487 h 1728"/>
              <a:gd name="T16" fmla="*/ 824 w 1728"/>
              <a:gd name="T17" fmla="*/ 1264 h 1728"/>
              <a:gd name="T18" fmla="*/ 824 w 1728"/>
              <a:gd name="T19" fmla="*/ 1264 h 1728"/>
              <a:gd name="T20" fmla="*/ 664 w 1728"/>
              <a:gd name="T21" fmla="*/ 1705 h 1728"/>
              <a:gd name="T22" fmla="*/ 0 w 1728"/>
              <a:gd name="T23" fmla="*/ 864 h 1728"/>
              <a:gd name="T24" fmla="*/ 631 w 1728"/>
              <a:gd name="T25" fmla="*/ 32 h 1728"/>
              <a:gd name="T26" fmla="*/ 465 w 1728"/>
              <a:gd name="T27" fmla="*/ 487 h 1728"/>
              <a:gd name="T28" fmla="*/ 465 w 1728"/>
              <a:gd name="T29" fmla="*/ 487 h 1728"/>
              <a:gd name="T30" fmla="*/ 190 w 1728"/>
              <a:gd name="T31" fmla="*/ 1243 h 1728"/>
              <a:gd name="T32" fmla="*/ 373 w 1728"/>
              <a:gd name="T33" fmla="*/ 1243 h 1728"/>
              <a:gd name="T34" fmla="*/ 607 w 1728"/>
              <a:gd name="T35" fmla="*/ 600 h 1728"/>
              <a:gd name="T36" fmla="*/ 745 w 1728"/>
              <a:gd name="T37" fmla="*/ 600 h 1728"/>
              <a:gd name="T38" fmla="*/ 511 w 1728"/>
              <a:gd name="T39" fmla="*/ 1243 h 1728"/>
              <a:gd name="T40" fmla="*/ 694 w 1728"/>
              <a:gd name="T41" fmla="*/ 1243 h 1728"/>
              <a:gd name="T42" fmla="*/ 912 w 1728"/>
              <a:gd name="T43" fmla="*/ 643 h 1728"/>
              <a:gd name="T44" fmla="*/ 802 w 1728"/>
              <a:gd name="T45" fmla="*/ 487 h 1728"/>
              <a:gd name="T46" fmla="*/ 649 w 1728"/>
              <a:gd name="T47" fmla="*/ 487 h 1728"/>
              <a:gd name="T48" fmla="*/ 825 w 1728"/>
              <a:gd name="T49" fmla="*/ 1 h 1728"/>
              <a:gd name="T50" fmla="*/ 864 w 1728"/>
              <a:gd name="T51" fmla="*/ 0 h 1728"/>
              <a:gd name="T52" fmla="*/ 1728 w 1728"/>
              <a:gd name="T53" fmla="*/ 864 h 1728"/>
              <a:gd name="T54" fmla="*/ 864 w 1728"/>
              <a:gd name="T55" fmla="*/ 1728 h 1728"/>
              <a:gd name="T56" fmla="*/ 1387 w 1728"/>
              <a:gd name="T57" fmla="*/ 600 h 1728"/>
              <a:gd name="T58" fmla="*/ 1249 w 1728"/>
              <a:gd name="T59" fmla="*/ 600 h 1728"/>
              <a:gd name="T60" fmla="*/ 1057 w 1728"/>
              <a:gd name="T61" fmla="*/ 1129 h 1728"/>
              <a:gd name="T62" fmla="*/ 1194 w 1728"/>
              <a:gd name="T63" fmla="*/ 1129 h 1728"/>
              <a:gd name="T64" fmla="*/ 1387 w 1728"/>
              <a:gd name="T65" fmla="*/ 600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28" h="1728">
                <a:moveTo>
                  <a:pt x="864" y="1728"/>
                </a:moveTo>
                <a:cubicBezTo>
                  <a:pt x="856" y="1728"/>
                  <a:pt x="847" y="1728"/>
                  <a:pt x="838" y="1728"/>
                </a:cubicBezTo>
                <a:cubicBezTo>
                  <a:pt x="1015" y="1243"/>
                  <a:pt x="1015" y="1243"/>
                  <a:pt x="1015" y="1243"/>
                </a:cubicBezTo>
                <a:cubicBezTo>
                  <a:pt x="1258" y="1243"/>
                  <a:pt x="1258" y="1243"/>
                  <a:pt x="1258" y="1243"/>
                </a:cubicBezTo>
                <a:cubicBezTo>
                  <a:pt x="1301" y="1243"/>
                  <a:pt x="1347" y="1210"/>
                  <a:pt x="1362" y="1170"/>
                </a:cubicBezTo>
                <a:cubicBezTo>
                  <a:pt x="1554" y="643"/>
                  <a:pt x="1554" y="643"/>
                  <a:pt x="1554" y="643"/>
                </a:cubicBezTo>
                <a:cubicBezTo>
                  <a:pt x="1585" y="557"/>
                  <a:pt x="1536" y="487"/>
                  <a:pt x="1444" y="487"/>
                </a:cubicBezTo>
                <a:cubicBezTo>
                  <a:pt x="1107" y="487"/>
                  <a:pt x="1107" y="487"/>
                  <a:pt x="1107" y="487"/>
                </a:cubicBezTo>
                <a:cubicBezTo>
                  <a:pt x="824" y="1264"/>
                  <a:pt x="824" y="1264"/>
                  <a:pt x="824" y="1264"/>
                </a:cubicBezTo>
                <a:cubicBezTo>
                  <a:pt x="824" y="1264"/>
                  <a:pt x="824" y="1264"/>
                  <a:pt x="824" y="1264"/>
                </a:cubicBezTo>
                <a:cubicBezTo>
                  <a:pt x="664" y="1705"/>
                  <a:pt x="664" y="1705"/>
                  <a:pt x="664" y="1705"/>
                </a:cubicBezTo>
                <a:cubicBezTo>
                  <a:pt x="283" y="1614"/>
                  <a:pt x="0" y="1272"/>
                  <a:pt x="0" y="864"/>
                </a:cubicBezTo>
                <a:cubicBezTo>
                  <a:pt x="0" y="468"/>
                  <a:pt x="267" y="134"/>
                  <a:pt x="631" y="32"/>
                </a:cubicBezTo>
                <a:cubicBezTo>
                  <a:pt x="465" y="487"/>
                  <a:pt x="465" y="487"/>
                  <a:pt x="465" y="487"/>
                </a:cubicBezTo>
                <a:cubicBezTo>
                  <a:pt x="465" y="487"/>
                  <a:pt x="465" y="487"/>
                  <a:pt x="465" y="487"/>
                </a:cubicBezTo>
                <a:cubicBezTo>
                  <a:pt x="190" y="1243"/>
                  <a:pt x="190" y="1243"/>
                  <a:pt x="190" y="1243"/>
                </a:cubicBezTo>
                <a:cubicBezTo>
                  <a:pt x="373" y="1243"/>
                  <a:pt x="373" y="1243"/>
                  <a:pt x="373" y="1243"/>
                </a:cubicBezTo>
                <a:cubicBezTo>
                  <a:pt x="607" y="600"/>
                  <a:pt x="607" y="600"/>
                  <a:pt x="607" y="600"/>
                </a:cubicBezTo>
                <a:cubicBezTo>
                  <a:pt x="745" y="600"/>
                  <a:pt x="745" y="600"/>
                  <a:pt x="745" y="600"/>
                </a:cubicBezTo>
                <a:cubicBezTo>
                  <a:pt x="511" y="1243"/>
                  <a:pt x="511" y="1243"/>
                  <a:pt x="511" y="1243"/>
                </a:cubicBezTo>
                <a:cubicBezTo>
                  <a:pt x="694" y="1243"/>
                  <a:pt x="694" y="1243"/>
                  <a:pt x="694" y="1243"/>
                </a:cubicBezTo>
                <a:cubicBezTo>
                  <a:pt x="912" y="643"/>
                  <a:pt x="912" y="643"/>
                  <a:pt x="912" y="643"/>
                </a:cubicBezTo>
                <a:cubicBezTo>
                  <a:pt x="943" y="557"/>
                  <a:pt x="894" y="487"/>
                  <a:pt x="802" y="487"/>
                </a:cubicBezTo>
                <a:cubicBezTo>
                  <a:pt x="649" y="487"/>
                  <a:pt x="649" y="487"/>
                  <a:pt x="649" y="487"/>
                </a:cubicBezTo>
                <a:cubicBezTo>
                  <a:pt x="825" y="1"/>
                  <a:pt x="825" y="1"/>
                  <a:pt x="825" y="1"/>
                </a:cubicBezTo>
                <a:cubicBezTo>
                  <a:pt x="838" y="1"/>
                  <a:pt x="851" y="0"/>
                  <a:pt x="864" y="0"/>
                </a:cubicBezTo>
                <a:cubicBezTo>
                  <a:pt x="1341" y="0"/>
                  <a:pt x="1728" y="387"/>
                  <a:pt x="1728" y="864"/>
                </a:cubicBezTo>
                <a:cubicBezTo>
                  <a:pt x="1728" y="1341"/>
                  <a:pt x="1341" y="1728"/>
                  <a:pt x="864" y="1728"/>
                </a:cubicBezTo>
                <a:close/>
                <a:moveTo>
                  <a:pt x="1387" y="600"/>
                </a:moveTo>
                <a:cubicBezTo>
                  <a:pt x="1249" y="600"/>
                  <a:pt x="1249" y="600"/>
                  <a:pt x="1249" y="600"/>
                </a:cubicBezTo>
                <a:cubicBezTo>
                  <a:pt x="1057" y="1129"/>
                  <a:pt x="1057" y="1129"/>
                  <a:pt x="1057" y="1129"/>
                </a:cubicBezTo>
                <a:cubicBezTo>
                  <a:pt x="1194" y="1129"/>
                  <a:pt x="1194" y="1129"/>
                  <a:pt x="1194" y="1129"/>
                </a:cubicBezTo>
                <a:lnTo>
                  <a:pt x="1387" y="60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solidFill>
                <a:prstClr val="white"/>
              </a:solidFill>
            </a:endParaRPr>
          </a:p>
        </p:txBody>
      </p:sp>
      <p:sp>
        <p:nvSpPr>
          <p:cNvPr id="2" name="Title 1"/>
          <p:cNvSpPr>
            <a:spLocks noGrp="1"/>
          </p:cNvSpPr>
          <p:nvPr>
            <p:ph type="title"/>
          </p:nvPr>
        </p:nvSpPr>
        <p:spPr>
          <a:xfrm>
            <a:off x="609441" y="304800"/>
            <a:ext cx="9141619" cy="1828800"/>
          </a:xfrm>
        </p:spPr>
        <p:txBody>
          <a:bodyPr anchor="t"/>
          <a:lstStyle>
            <a:lvl1pPr algn="l">
              <a:defRPr sz="4400" b="1" cap="none" spc="-100" baseline="0"/>
            </a:lvl1pPr>
          </a:lstStyle>
          <a:p>
            <a:r>
              <a:rPr lang="en-US" smtClean="0"/>
              <a:t>Click to edit Master title style</a:t>
            </a:r>
            <a:endParaRPr lang="en-US" dirty="0"/>
          </a:p>
        </p:txBody>
      </p:sp>
      <p:sp>
        <p:nvSpPr>
          <p:cNvPr id="3" name="Text Placeholder 2"/>
          <p:cNvSpPr>
            <a:spLocks noGrp="1"/>
          </p:cNvSpPr>
          <p:nvPr>
            <p:ph type="body" idx="1"/>
          </p:nvPr>
        </p:nvSpPr>
        <p:spPr>
          <a:xfrm>
            <a:off x="609441" y="4419600"/>
            <a:ext cx="9141619" cy="1188720"/>
          </a:xfrm>
        </p:spPr>
        <p:txBody>
          <a:bodyPr anchor="t">
            <a:noAutofit/>
          </a:bodyPr>
          <a:lstStyle>
            <a:lvl1pPr marL="0" indent="0">
              <a:spcBef>
                <a:spcPts val="600"/>
              </a:spcBef>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solidFill>
                  <a:schemeClr val="tx1"/>
                </a:solidFill>
              </a:defRPr>
            </a:lvl1pPr>
          </a:lstStyle>
          <a:p>
            <a:fld id="{AEE6965F-7046-4840-8A4A-1B57C283BD7E}" type="datetime1">
              <a:rPr lang="en-US" smtClean="0">
                <a:solidFill>
                  <a:prstClr val="white"/>
                </a:solidFill>
              </a:rPr>
              <a:pPr/>
              <a:t>6/11/2015</a:t>
            </a:fld>
            <a:endParaRPr lang="en-US">
              <a:solidFill>
                <a:prstClr val="white"/>
              </a:solidFill>
            </a:endParaRPr>
          </a:p>
        </p:txBody>
      </p:sp>
      <p:sp>
        <p:nvSpPr>
          <p:cNvPr id="5" name="Footer Placeholder 4"/>
          <p:cNvSpPr>
            <a:spLocks noGrp="1"/>
          </p:cNvSpPr>
          <p:nvPr>
            <p:ph type="ftr" sz="quarter" idx="11"/>
          </p:nvPr>
        </p:nvSpPr>
        <p:spPr/>
        <p:txBody>
          <a:bodyPr/>
          <a:lstStyle>
            <a:lvl1pPr>
              <a:defRPr>
                <a:solidFill>
                  <a:schemeClr val="tx1"/>
                </a:solidFill>
              </a:defRPr>
            </a:lvl1pPr>
          </a:lstStyle>
          <a:p>
            <a:endParaRPr lang="en-US">
              <a:solidFill>
                <a:prstClr val="white"/>
              </a:solidFill>
            </a:endParaRPr>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00DE720E-C72B-42F0-AD69-52D60E3C605E}"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22955011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Graphical Section Header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441" y="304800"/>
            <a:ext cx="9141619" cy="1828800"/>
          </a:xfrm>
        </p:spPr>
        <p:txBody>
          <a:bodyPr anchor="t"/>
          <a:lstStyle>
            <a:lvl1pPr algn="l">
              <a:defRPr sz="4400" b="1" cap="none" spc="-100" baseline="0"/>
            </a:lvl1pPr>
          </a:lstStyle>
          <a:p>
            <a:r>
              <a:rPr lang="en-US" smtClean="0"/>
              <a:t>Click to edit Master title style</a:t>
            </a:r>
            <a:endParaRPr lang="en-US" dirty="0"/>
          </a:p>
        </p:txBody>
      </p:sp>
    </p:spTree>
    <p:extLst>
      <p:ext uri="{BB962C8B-B14F-4D97-AF65-F5344CB8AC3E}">
        <p14:creationId xmlns:p14="http://schemas.microsoft.com/office/powerpoint/2010/main" val="373682396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Graphical Section Header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441" y="304800"/>
            <a:ext cx="9141619" cy="1828800"/>
          </a:xfrm>
        </p:spPr>
        <p:txBody>
          <a:bodyPr anchor="t"/>
          <a:lstStyle>
            <a:lvl1pPr algn="l">
              <a:defRPr sz="4400" b="1" cap="none" spc="-100" baseline="0"/>
            </a:lvl1pPr>
          </a:lstStyle>
          <a:p>
            <a:r>
              <a:rPr lang="en-US" smtClean="0"/>
              <a:t>Click to edit Master title style</a:t>
            </a:r>
            <a:endParaRPr lang="en-US" dirty="0"/>
          </a:p>
        </p:txBody>
      </p:sp>
    </p:spTree>
    <p:extLst>
      <p:ext uri="{BB962C8B-B14F-4D97-AF65-F5344CB8AC3E}">
        <p14:creationId xmlns:p14="http://schemas.microsoft.com/office/powerpoint/2010/main" val="28298527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Graphical Section Header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441" y="304800"/>
            <a:ext cx="9141619" cy="1828800"/>
          </a:xfrm>
        </p:spPr>
        <p:txBody>
          <a:bodyPr anchor="t"/>
          <a:lstStyle>
            <a:lvl1pPr algn="l">
              <a:defRPr sz="4400" b="1" cap="none" spc="-100" baseline="0"/>
            </a:lvl1pPr>
          </a:lstStyle>
          <a:p>
            <a:r>
              <a:rPr lang="en-US" smtClean="0"/>
              <a:t>Click to edit Master title style</a:t>
            </a:r>
            <a:endParaRPr lang="en-US" dirty="0"/>
          </a:p>
        </p:txBody>
      </p:sp>
    </p:spTree>
    <p:extLst>
      <p:ext uri="{BB962C8B-B14F-4D97-AF65-F5344CB8AC3E}">
        <p14:creationId xmlns:p14="http://schemas.microsoft.com/office/powerpoint/2010/main" val="129666817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Graphical Section Header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441" y="304800"/>
            <a:ext cx="9141619" cy="1828800"/>
          </a:xfrm>
        </p:spPr>
        <p:txBody>
          <a:bodyPr anchor="t"/>
          <a:lstStyle>
            <a:lvl1pPr algn="l">
              <a:defRPr sz="4400" b="1" cap="none" spc="-100" baseline="0"/>
            </a:lvl1pPr>
          </a:lstStyle>
          <a:p>
            <a:r>
              <a:rPr lang="en-US" smtClean="0"/>
              <a:t>Click to edit Master title style</a:t>
            </a:r>
            <a:endParaRPr lang="en-US" dirty="0"/>
          </a:p>
        </p:txBody>
      </p:sp>
    </p:spTree>
    <p:extLst>
      <p:ext uri="{BB962C8B-B14F-4D97-AF65-F5344CB8AC3E}">
        <p14:creationId xmlns:p14="http://schemas.microsoft.com/office/powerpoint/2010/main" val="67176989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Graphical Section Header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441" y="304800"/>
            <a:ext cx="9141619" cy="1828800"/>
          </a:xfrm>
        </p:spPr>
        <p:txBody>
          <a:bodyPr anchor="t"/>
          <a:lstStyle>
            <a:lvl1pPr algn="l">
              <a:defRPr sz="4400" b="1" cap="none" spc="-100" baseline="0"/>
            </a:lvl1pPr>
          </a:lstStyle>
          <a:p>
            <a:r>
              <a:rPr lang="en-US" smtClean="0"/>
              <a:t>Click to edit Master title style</a:t>
            </a:r>
            <a:endParaRPr lang="en-US" dirty="0"/>
          </a:p>
        </p:txBody>
      </p:sp>
    </p:spTree>
    <p:extLst>
      <p:ext uri="{BB962C8B-B14F-4D97-AF65-F5344CB8AC3E}">
        <p14:creationId xmlns:p14="http://schemas.microsoft.com/office/powerpoint/2010/main" val="229431226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type="secHead" preserve="1">
  <p:cSld name="Quote">
    <p:bg>
      <p:bgPr>
        <a:solidFill>
          <a:schemeClr val="accent1"/>
        </a:solidFill>
        <a:effectLst/>
      </p:bgPr>
    </p:bg>
    <p:spTree>
      <p:nvGrpSpPr>
        <p:cNvPr id="1" name=""/>
        <p:cNvGrpSpPr/>
        <p:nvPr/>
      </p:nvGrpSpPr>
      <p:grpSpPr>
        <a:xfrm>
          <a:off x="0" y="0"/>
          <a:ext cx="0" cy="0"/>
          <a:chOff x="0" y="0"/>
          <a:chExt cx="0" cy="0"/>
        </a:xfrm>
      </p:grpSpPr>
      <p:sp>
        <p:nvSpPr>
          <p:cNvPr id="8" name="Freeform 5"/>
          <p:cNvSpPr>
            <a:spLocks noChangeAspect="1" noEditPoints="1"/>
          </p:cNvSpPr>
          <p:nvPr userDrawn="1"/>
        </p:nvSpPr>
        <p:spPr bwMode="invGray">
          <a:xfrm>
            <a:off x="11586739" y="6321203"/>
            <a:ext cx="356616" cy="356616"/>
          </a:xfrm>
          <a:custGeom>
            <a:avLst/>
            <a:gdLst>
              <a:gd name="T0" fmla="*/ 864 w 1728"/>
              <a:gd name="T1" fmla="*/ 1728 h 1728"/>
              <a:gd name="T2" fmla="*/ 838 w 1728"/>
              <a:gd name="T3" fmla="*/ 1728 h 1728"/>
              <a:gd name="T4" fmla="*/ 1015 w 1728"/>
              <a:gd name="T5" fmla="*/ 1243 h 1728"/>
              <a:gd name="T6" fmla="*/ 1258 w 1728"/>
              <a:gd name="T7" fmla="*/ 1243 h 1728"/>
              <a:gd name="T8" fmla="*/ 1362 w 1728"/>
              <a:gd name="T9" fmla="*/ 1170 h 1728"/>
              <a:gd name="T10" fmla="*/ 1554 w 1728"/>
              <a:gd name="T11" fmla="*/ 643 h 1728"/>
              <a:gd name="T12" fmla="*/ 1444 w 1728"/>
              <a:gd name="T13" fmla="*/ 487 h 1728"/>
              <a:gd name="T14" fmla="*/ 1107 w 1728"/>
              <a:gd name="T15" fmla="*/ 487 h 1728"/>
              <a:gd name="T16" fmla="*/ 824 w 1728"/>
              <a:gd name="T17" fmla="*/ 1264 h 1728"/>
              <a:gd name="T18" fmla="*/ 824 w 1728"/>
              <a:gd name="T19" fmla="*/ 1264 h 1728"/>
              <a:gd name="T20" fmla="*/ 664 w 1728"/>
              <a:gd name="T21" fmla="*/ 1705 h 1728"/>
              <a:gd name="T22" fmla="*/ 0 w 1728"/>
              <a:gd name="T23" fmla="*/ 864 h 1728"/>
              <a:gd name="T24" fmla="*/ 631 w 1728"/>
              <a:gd name="T25" fmla="*/ 32 h 1728"/>
              <a:gd name="T26" fmla="*/ 465 w 1728"/>
              <a:gd name="T27" fmla="*/ 487 h 1728"/>
              <a:gd name="T28" fmla="*/ 465 w 1728"/>
              <a:gd name="T29" fmla="*/ 487 h 1728"/>
              <a:gd name="T30" fmla="*/ 190 w 1728"/>
              <a:gd name="T31" fmla="*/ 1243 h 1728"/>
              <a:gd name="T32" fmla="*/ 373 w 1728"/>
              <a:gd name="T33" fmla="*/ 1243 h 1728"/>
              <a:gd name="T34" fmla="*/ 607 w 1728"/>
              <a:gd name="T35" fmla="*/ 600 h 1728"/>
              <a:gd name="T36" fmla="*/ 745 w 1728"/>
              <a:gd name="T37" fmla="*/ 600 h 1728"/>
              <a:gd name="T38" fmla="*/ 511 w 1728"/>
              <a:gd name="T39" fmla="*/ 1243 h 1728"/>
              <a:gd name="T40" fmla="*/ 694 w 1728"/>
              <a:gd name="T41" fmla="*/ 1243 h 1728"/>
              <a:gd name="T42" fmla="*/ 912 w 1728"/>
              <a:gd name="T43" fmla="*/ 643 h 1728"/>
              <a:gd name="T44" fmla="*/ 802 w 1728"/>
              <a:gd name="T45" fmla="*/ 487 h 1728"/>
              <a:gd name="T46" fmla="*/ 649 w 1728"/>
              <a:gd name="T47" fmla="*/ 487 h 1728"/>
              <a:gd name="T48" fmla="*/ 825 w 1728"/>
              <a:gd name="T49" fmla="*/ 1 h 1728"/>
              <a:gd name="T50" fmla="*/ 864 w 1728"/>
              <a:gd name="T51" fmla="*/ 0 h 1728"/>
              <a:gd name="T52" fmla="*/ 1728 w 1728"/>
              <a:gd name="T53" fmla="*/ 864 h 1728"/>
              <a:gd name="T54" fmla="*/ 864 w 1728"/>
              <a:gd name="T55" fmla="*/ 1728 h 1728"/>
              <a:gd name="T56" fmla="*/ 1387 w 1728"/>
              <a:gd name="T57" fmla="*/ 600 h 1728"/>
              <a:gd name="T58" fmla="*/ 1249 w 1728"/>
              <a:gd name="T59" fmla="*/ 600 h 1728"/>
              <a:gd name="T60" fmla="*/ 1057 w 1728"/>
              <a:gd name="T61" fmla="*/ 1129 h 1728"/>
              <a:gd name="T62" fmla="*/ 1194 w 1728"/>
              <a:gd name="T63" fmla="*/ 1129 h 1728"/>
              <a:gd name="T64" fmla="*/ 1387 w 1728"/>
              <a:gd name="T65" fmla="*/ 600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28" h="1728">
                <a:moveTo>
                  <a:pt x="864" y="1728"/>
                </a:moveTo>
                <a:cubicBezTo>
                  <a:pt x="856" y="1728"/>
                  <a:pt x="847" y="1728"/>
                  <a:pt x="838" y="1728"/>
                </a:cubicBezTo>
                <a:cubicBezTo>
                  <a:pt x="1015" y="1243"/>
                  <a:pt x="1015" y="1243"/>
                  <a:pt x="1015" y="1243"/>
                </a:cubicBezTo>
                <a:cubicBezTo>
                  <a:pt x="1258" y="1243"/>
                  <a:pt x="1258" y="1243"/>
                  <a:pt x="1258" y="1243"/>
                </a:cubicBezTo>
                <a:cubicBezTo>
                  <a:pt x="1301" y="1243"/>
                  <a:pt x="1347" y="1210"/>
                  <a:pt x="1362" y="1170"/>
                </a:cubicBezTo>
                <a:cubicBezTo>
                  <a:pt x="1554" y="643"/>
                  <a:pt x="1554" y="643"/>
                  <a:pt x="1554" y="643"/>
                </a:cubicBezTo>
                <a:cubicBezTo>
                  <a:pt x="1585" y="557"/>
                  <a:pt x="1536" y="487"/>
                  <a:pt x="1444" y="487"/>
                </a:cubicBezTo>
                <a:cubicBezTo>
                  <a:pt x="1107" y="487"/>
                  <a:pt x="1107" y="487"/>
                  <a:pt x="1107" y="487"/>
                </a:cubicBezTo>
                <a:cubicBezTo>
                  <a:pt x="824" y="1264"/>
                  <a:pt x="824" y="1264"/>
                  <a:pt x="824" y="1264"/>
                </a:cubicBezTo>
                <a:cubicBezTo>
                  <a:pt x="824" y="1264"/>
                  <a:pt x="824" y="1264"/>
                  <a:pt x="824" y="1264"/>
                </a:cubicBezTo>
                <a:cubicBezTo>
                  <a:pt x="664" y="1705"/>
                  <a:pt x="664" y="1705"/>
                  <a:pt x="664" y="1705"/>
                </a:cubicBezTo>
                <a:cubicBezTo>
                  <a:pt x="283" y="1614"/>
                  <a:pt x="0" y="1272"/>
                  <a:pt x="0" y="864"/>
                </a:cubicBezTo>
                <a:cubicBezTo>
                  <a:pt x="0" y="468"/>
                  <a:pt x="267" y="134"/>
                  <a:pt x="631" y="32"/>
                </a:cubicBezTo>
                <a:cubicBezTo>
                  <a:pt x="465" y="487"/>
                  <a:pt x="465" y="487"/>
                  <a:pt x="465" y="487"/>
                </a:cubicBezTo>
                <a:cubicBezTo>
                  <a:pt x="465" y="487"/>
                  <a:pt x="465" y="487"/>
                  <a:pt x="465" y="487"/>
                </a:cubicBezTo>
                <a:cubicBezTo>
                  <a:pt x="190" y="1243"/>
                  <a:pt x="190" y="1243"/>
                  <a:pt x="190" y="1243"/>
                </a:cubicBezTo>
                <a:cubicBezTo>
                  <a:pt x="373" y="1243"/>
                  <a:pt x="373" y="1243"/>
                  <a:pt x="373" y="1243"/>
                </a:cubicBezTo>
                <a:cubicBezTo>
                  <a:pt x="607" y="600"/>
                  <a:pt x="607" y="600"/>
                  <a:pt x="607" y="600"/>
                </a:cubicBezTo>
                <a:cubicBezTo>
                  <a:pt x="745" y="600"/>
                  <a:pt x="745" y="600"/>
                  <a:pt x="745" y="600"/>
                </a:cubicBezTo>
                <a:cubicBezTo>
                  <a:pt x="511" y="1243"/>
                  <a:pt x="511" y="1243"/>
                  <a:pt x="511" y="1243"/>
                </a:cubicBezTo>
                <a:cubicBezTo>
                  <a:pt x="694" y="1243"/>
                  <a:pt x="694" y="1243"/>
                  <a:pt x="694" y="1243"/>
                </a:cubicBezTo>
                <a:cubicBezTo>
                  <a:pt x="912" y="643"/>
                  <a:pt x="912" y="643"/>
                  <a:pt x="912" y="643"/>
                </a:cubicBezTo>
                <a:cubicBezTo>
                  <a:pt x="943" y="557"/>
                  <a:pt x="894" y="487"/>
                  <a:pt x="802" y="487"/>
                </a:cubicBezTo>
                <a:cubicBezTo>
                  <a:pt x="649" y="487"/>
                  <a:pt x="649" y="487"/>
                  <a:pt x="649" y="487"/>
                </a:cubicBezTo>
                <a:cubicBezTo>
                  <a:pt x="825" y="1"/>
                  <a:pt x="825" y="1"/>
                  <a:pt x="825" y="1"/>
                </a:cubicBezTo>
                <a:cubicBezTo>
                  <a:pt x="838" y="1"/>
                  <a:pt x="851" y="0"/>
                  <a:pt x="864" y="0"/>
                </a:cubicBezTo>
                <a:cubicBezTo>
                  <a:pt x="1341" y="0"/>
                  <a:pt x="1728" y="387"/>
                  <a:pt x="1728" y="864"/>
                </a:cubicBezTo>
                <a:cubicBezTo>
                  <a:pt x="1728" y="1341"/>
                  <a:pt x="1341" y="1728"/>
                  <a:pt x="864" y="1728"/>
                </a:cubicBezTo>
                <a:close/>
                <a:moveTo>
                  <a:pt x="1387" y="600"/>
                </a:moveTo>
                <a:cubicBezTo>
                  <a:pt x="1249" y="600"/>
                  <a:pt x="1249" y="600"/>
                  <a:pt x="1249" y="600"/>
                </a:cubicBezTo>
                <a:cubicBezTo>
                  <a:pt x="1057" y="1129"/>
                  <a:pt x="1057" y="1129"/>
                  <a:pt x="1057" y="1129"/>
                </a:cubicBezTo>
                <a:cubicBezTo>
                  <a:pt x="1194" y="1129"/>
                  <a:pt x="1194" y="1129"/>
                  <a:pt x="1194" y="1129"/>
                </a:cubicBezTo>
                <a:lnTo>
                  <a:pt x="1387" y="60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solidFill>
                <a:prstClr val="white"/>
              </a:solidFill>
            </a:endParaRPr>
          </a:p>
        </p:txBody>
      </p:sp>
      <p:sp>
        <p:nvSpPr>
          <p:cNvPr id="2" name="Title 1"/>
          <p:cNvSpPr>
            <a:spLocks noGrp="1"/>
          </p:cNvSpPr>
          <p:nvPr>
            <p:ph type="title" hasCustomPrompt="1"/>
          </p:nvPr>
        </p:nvSpPr>
        <p:spPr>
          <a:xfrm>
            <a:off x="585121" y="304800"/>
            <a:ext cx="9141619" cy="2743200"/>
          </a:xfrm>
        </p:spPr>
        <p:txBody>
          <a:bodyPr anchor="t"/>
          <a:lstStyle>
            <a:lvl1pPr marL="233363" indent="-233363" algn="l">
              <a:defRPr sz="4400" b="1" cap="none" spc="-100" baseline="0"/>
            </a:lvl1pPr>
          </a:lstStyle>
          <a:p>
            <a:r>
              <a:rPr lang="en-US" dirty="0" smtClean="0"/>
              <a:t>“Click to add quote here. Type quotation marks before and after text.”</a:t>
            </a:r>
            <a:endParaRPr lang="en-US" dirty="0"/>
          </a:p>
        </p:txBody>
      </p:sp>
      <p:sp>
        <p:nvSpPr>
          <p:cNvPr id="3" name="Text Placeholder 2"/>
          <p:cNvSpPr>
            <a:spLocks noGrp="1"/>
          </p:cNvSpPr>
          <p:nvPr>
            <p:ph type="body" idx="1" hasCustomPrompt="1"/>
          </p:nvPr>
        </p:nvSpPr>
        <p:spPr>
          <a:xfrm>
            <a:off x="609441" y="4419600"/>
            <a:ext cx="9141619" cy="1188720"/>
          </a:xfrm>
        </p:spPr>
        <p:txBody>
          <a:bodyPr anchor="t">
            <a:noAutofit/>
          </a:bodyPr>
          <a:lstStyle>
            <a:lvl1pPr marL="0" indent="0">
              <a:spcBef>
                <a:spcPts val="600"/>
              </a:spcBef>
              <a:buNone/>
              <a:defRPr sz="1800" baseline="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smtClean="0"/>
              <a:t>Click to add quoted person’s name, title, company</a:t>
            </a:r>
          </a:p>
        </p:txBody>
      </p:sp>
      <p:sp>
        <p:nvSpPr>
          <p:cNvPr id="4" name="Date Placeholder 3"/>
          <p:cNvSpPr>
            <a:spLocks noGrp="1"/>
          </p:cNvSpPr>
          <p:nvPr>
            <p:ph type="dt" sz="half" idx="10"/>
          </p:nvPr>
        </p:nvSpPr>
        <p:spPr/>
        <p:txBody>
          <a:bodyPr/>
          <a:lstStyle>
            <a:lvl1pPr>
              <a:defRPr>
                <a:solidFill>
                  <a:schemeClr val="tx1"/>
                </a:solidFill>
              </a:defRPr>
            </a:lvl1pPr>
          </a:lstStyle>
          <a:p>
            <a:fld id="{74484857-6C8A-4032-A54D-2A4BED1C079B}" type="datetime1">
              <a:rPr lang="en-US" smtClean="0">
                <a:solidFill>
                  <a:prstClr val="white"/>
                </a:solidFill>
              </a:rPr>
              <a:pPr/>
              <a:t>6/11/2015</a:t>
            </a:fld>
            <a:endParaRPr lang="en-US">
              <a:solidFill>
                <a:prstClr val="white"/>
              </a:solidFill>
            </a:endParaRPr>
          </a:p>
        </p:txBody>
      </p:sp>
      <p:sp>
        <p:nvSpPr>
          <p:cNvPr id="5" name="Footer Placeholder 4"/>
          <p:cNvSpPr>
            <a:spLocks noGrp="1"/>
          </p:cNvSpPr>
          <p:nvPr>
            <p:ph type="ftr" sz="quarter" idx="11"/>
          </p:nvPr>
        </p:nvSpPr>
        <p:spPr/>
        <p:txBody>
          <a:bodyPr/>
          <a:lstStyle>
            <a:lvl1pPr>
              <a:defRPr>
                <a:solidFill>
                  <a:schemeClr val="tx1"/>
                </a:solidFill>
              </a:defRPr>
            </a:lvl1pPr>
          </a:lstStyle>
          <a:p>
            <a:endParaRPr lang="en-US">
              <a:solidFill>
                <a:prstClr val="white"/>
              </a:solidFill>
            </a:endParaRPr>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00DE720E-C72B-42F0-AD69-52D60E3C605E}"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21707885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9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1912E78-4375-4ECF-B707-5B28CFC85F29}" type="datetime1">
              <a:rPr lang="en-US" smtClean="0">
                <a:solidFill>
                  <a:srgbClr val="E5E8E8">
                    <a:lumMod val="75000"/>
                  </a:srgbClr>
                </a:solidFill>
              </a:rPr>
              <a:pPr/>
              <a:t>6/11/2015</a:t>
            </a:fld>
            <a:endParaRPr lang="en-US">
              <a:solidFill>
                <a:srgbClr val="E5E8E8">
                  <a:lumMod val="75000"/>
                </a:srgbClr>
              </a:solidFill>
            </a:endParaRPr>
          </a:p>
        </p:txBody>
      </p:sp>
      <p:sp>
        <p:nvSpPr>
          <p:cNvPr id="5" name="Footer Placeholder 4"/>
          <p:cNvSpPr>
            <a:spLocks noGrp="1"/>
          </p:cNvSpPr>
          <p:nvPr>
            <p:ph type="ftr" sz="quarter" idx="11"/>
          </p:nvPr>
        </p:nvSpPr>
        <p:spPr/>
        <p:txBody>
          <a:bodyPr/>
          <a:lstStyle/>
          <a:p>
            <a:endParaRPr lang="en-US">
              <a:solidFill>
                <a:srgbClr val="E5E8E8">
                  <a:lumMod val="75000"/>
                </a:srgbClr>
              </a:solidFill>
            </a:endParaRPr>
          </a:p>
        </p:txBody>
      </p:sp>
      <p:sp>
        <p:nvSpPr>
          <p:cNvPr id="6" name="Slide Number Placeholder 5"/>
          <p:cNvSpPr>
            <a:spLocks noGrp="1"/>
          </p:cNvSpPr>
          <p:nvPr>
            <p:ph type="sldNum" sz="quarter" idx="12"/>
          </p:nvPr>
        </p:nvSpPr>
        <p:spPr/>
        <p:txBody>
          <a:bodyPr/>
          <a:lstStyle/>
          <a:p>
            <a:fld id="{00DE720E-C72B-42F0-AD69-52D60E3C605E}" type="slidenum">
              <a:rPr lang="en-US" smtClean="0">
                <a:solidFill>
                  <a:srgbClr val="E5E8E8">
                    <a:lumMod val="75000"/>
                  </a:srgbClr>
                </a:solidFill>
              </a:rPr>
              <a:pPr/>
              <a:t>‹#›</a:t>
            </a:fld>
            <a:endParaRPr lang="en-US">
              <a:solidFill>
                <a:srgbClr val="E5E8E8">
                  <a:lumMod val="75000"/>
                </a:srgbClr>
              </a:solidFill>
            </a:endParaRPr>
          </a:p>
        </p:txBody>
      </p:sp>
    </p:spTree>
    <p:extLst>
      <p:ext uri="{BB962C8B-B14F-4D97-AF65-F5344CB8AC3E}">
        <p14:creationId xmlns:p14="http://schemas.microsoft.com/office/powerpoint/2010/main" val="2758714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Date Placeholder 3"/>
          <p:cNvSpPr>
            <a:spLocks noGrp="1"/>
          </p:cNvSpPr>
          <p:nvPr>
            <p:ph type="dt" sz="half" idx="10"/>
          </p:nvPr>
        </p:nvSpPr>
        <p:spPr/>
        <p:txBody>
          <a:bodyPr/>
          <a:lstStyle/>
          <a:p>
            <a:fld id="{2ED2635C-A156-456B-B2B8-87795A884B65}" type="datetime1">
              <a:rPr lang="en-US" smtClean="0">
                <a:solidFill>
                  <a:srgbClr val="E5E8E8">
                    <a:lumMod val="75000"/>
                  </a:srgbClr>
                </a:solidFill>
              </a:rPr>
              <a:pPr/>
              <a:t>6/11/2015</a:t>
            </a:fld>
            <a:endParaRPr lang="en-US">
              <a:solidFill>
                <a:srgbClr val="E5E8E8">
                  <a:lumMod val="75000"/>
                </a:srgbClr>
              </a:solidFill>
            </a:endParaRPr>
          </a:p>
        </p:txBody>
      </p:sp>
      <p:sp>
        <p:nvSpPr>
          <p:cNvPr id="5" name="Footer Placeholder 4"/>
          <p:cNvSpPr>
            <a:spLocks noGrp="1"/>
          </p:cNvSpPr>
          <p:nvPr>
            <p:ph type="ftr" sz="quarter" idx="11"/>
          </p:nvPr>
        </p:nvSpPr>
        <p:spPr/>
        <p:txBody>
          <a:bodyPr/>
          <a:lstStyle/>
          <a:p>
            <a:endParaRPr lang="en-US">
              <a:solidFill>
                <a:srgbClr val="E5E8E8">
                  <a:lumMod val="75000"/>
                </a:srgbClr>
              </a:solidFill>
            </a:endParaRPr>
          </a:p>
        </p:txBody>
      </p:sp>
      <p:sp>
        <p:nvSpPr>
          <p:cNvPr id="6" name="Slide Number Placeholder 5"/>
          <p:cNvSpPr>
            <a:spLocks noGrp="1"/>
          </p:cNvSpPr>
          <p:nvPr>
            <p:ph type="sldNum" sz="quarter" idx="12"/>
          </p:nvPr>
        </p:nvSpPr>
        <p:spPr/>
        <p:txBody>
          <a:bodyPr/>
          <a:lstStyle/>
          <a:p>
            <a:fld id="{00DE720E-C72B-42F0-AD69-52D60E3C605E}" type="slidenum">
              <a:rPr lang="en-US" smtClean="0">
                <a:solidFill>
                  <a:srgbClr val="E5E8E8">
                    <a:lumMod val="75000"/>
                  </a:srgbClr>
                </a:solidFill>
              </a:rPr>
              <a:pPr/>
              <a:t>‹#›</a:t>
            </a:fld>
            <a:endParaRPr lang="en-US">
              <a:solidFill>
                <a:srgbClr val="E5E8E8">
                  <a:lumMod val="75000"/>
                </a:srgbClr>
              </a:solidFill>
            </a:endParaRPr>
          </a:p>
        </p:txBody>
      </p:sp>
      <p:sp>
        <p:nvSpPr>
          <p:cNvPr id="8" name="Text Placeholder 7"/>
          <p:cNvSpPr>
            <a:spLocks noGrp="1"/>
          </p:cNvSpPr>
          <p:nvPr>
            <p:ph type="body" sz="quarter" idx="13" hasCustomPrompt="1"/>
          </p:nvPr>
        </p:nvSpPr>
        <p:spPr>
          <a:xfrm>
            <a:off x="609441" y="1133856"/>
            <a:ext cx="10969943" cy="274320"/>
          </a:xfrm>
        </p:spPr>
        <p:txBody>
          <a:bodyPr>
            <a:noAutofit/>
          </a:bodyPr>
          <a:lstStyle>
            <a:lvl1pPr marL="0" indent="0">
              <a:spcBef>
                <a:spcPts val="0"/>
              </a:spcBef>
              <a:buNone/>
              <a:defRPr sz="1800">
                <a:solidFill>
                  <a:schemeClr val="accent1"/>
                </a:solidFill>
              </a:defRPr>
            </a:lvl1pPr>
            <a:lvl2pPr marL="0" indent="0">
              <a:spcBef>
                <a:spcPts val="0"/>
              </a:spcBef>
              <a:buNone/>
              <a:defRPr sz="1800"/>
            </a:lvl2pPr>
            <a:lvl3pPr marL="0" indent="0">
              <a:spcBef>
                <a:spcPts val="0"/>
              </a:spcBef>
              <a:buNone/>
              <a:defRPr sz="1800"/>
            </a:lvl3pPr>
            <a:lvl4pPr marL="0" indent="0">
              <a:spcBef>
                <a:spcPts val="0"/>
              </a:spcBef>
              <a:buNone/>
              <a:defRPr sz="1800"/>
            </a:lvl4pPr>
            <a:lvl5pPr marL="0" indent="0">
              <a:spcBef>
                <a:spcPts val="0"/>
              </a:spcBef>
              <a:buNone/>
              <a:defRPr sz="1800"/>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rPr lang="en-US" dirty="0" smtClean="0"/>
              <a:t>Click to add subtitle</a:t>
            </a:r>
          </a:p>
        </p:txBody>
      </p:sp>
      <p:sp>
        <p:nvSpPr>
          <p:cNvPr id="3" name="Content Placeholder 2"/>
          <p:cNvSpPr>
            <a:spLocks noGrp="1"/>
          </p:cNvSpPr>
          <p:nvPr>
            <p:ph idx="1"/>
          </p:nvPr>
        </p:nvSpPr>
        <p:spPr>
          <a:xfrm>
            <a:off x="609441" y="1676400"/>
            <a:ext cx="10969943" cy="441960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496206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tle, Subtitle, Heading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Date Placeholder 3"/>
          <p:cNvSpPr>
            <a:spLocks noGrp="1"/>
          </p:cNvSpPr>
          <p:nvPr>
            <p:ph type="dt" sz="half" idx="10"/>
          </p:nvPr>
        </p:nvSpPr>
        <p:spPr/>
        <p:txBody>
          <a:bodyPr/>
          <a:lstStyle/>
          <a:p>
            <a:fld id="{72C84703-E996-4663-BF43-A9D9283BC932}" type="datetime1">
              <a:rPr lang="en-US" smtClean="0">
                <a:solidFill>
                  <a:srgbClr val="E5E8E8">
                    <a:lumMod val="75000"/>
                  </a:srgbClr>
                </a:solidFill>
              </a:rPr>
              <a:pPr/>
              <a:t>6/11/2015</a:t>
            </a:fld>
            <a:endParaRPr lang="en-US">
              <a:solidFill>
                <a:srgbClr val="E5E8E8">
                  <a:lumMod val="75000"/>
                </a:srgbClr>
              </a:solidFill>
            </a:endParaRPr>
          </a:p>
        </p:txBody>
      </p:sp>
      <p:sp>
        <p:nvSpPr>
          <p:cNvPr id="5" name="Footer Placeholder 4"/>
          <p:cNvSpPr>
            <a:spLocks noGrp="1"/>
          </p:cNvSpPr>
          <p:nvPr>
            <p:ph type="ftr" sz="quarter" idx="11"/>
          </p:nvPr>
        </p:nvSpPr>
        <p:spPr/>
        <p:txBody>
          <a:bodyPr/>
          <a:lstStyle/>
          <a:p>
            <a:endParaRPr lang="en-US">
              <a:solidFill>
                <a:srgbClr val="E5E8E8">
                  <a:lumMod val="75000"/>
                </a:srgbClr>
              </a:solidFill>
            </a:endParaRPr>
          </a:p>
        </p:txBody>
      </p:sp>
      <p:sp>
        <p:nvSpPr>
          <p:cNvPr id="6" name="Slide Number Placeholder 5"/>
          <p:cNvSpPr>
            <a:spLocks noGrp="1"/>
          </p:cNvSpPr>
          <p:nvPr>
            <p:ph type="sldNum" sz="quarter" idx="12"/>
          </p:nvPr>
        </p:nvSpPr>
        <p:spPr/>
        <p:txBody>
          <a:bodyPr/>
          <a:lstStyle/>
          <a:p>
            <a:fld id="{00DE720E-C72B-42F0-AD69-52D60E3C605E}" type="slidenum">
              <a:rPr lang="en-US" smtClean="0">
                <a:solidFill>
                  <a:srgbClr val="E5E8E8">
                    <a:lumMod val="75000"/>
                  </a:srgbClr>
                </a:solidFill>
              </a:rPr>
              <a:pPr/>
              <a:t>‹#›</a:t>
            </a:fld>
            <a:endParaRPr lang="en-US">
              <a:solidFill>
                <a:srgbClr val="E5E8E8">
                  <a:lumMod val="75000"/>
                </a:srgbClr>
              </a:solidFill>
            </a:endParaRPr>
          </a:p>
        </p:txBody>
      </p:sp>
      <p:sp>
        <p:nvSpPr>
          <p:cNvPr id="8" name="Text Placeholder 7"/>
          <p:cNvSpPr>
            <a:spLocks noGrp="1"/>
          </p:cNvSpPr>
          <p:nvPr>
            <p:ph type="body" sz="quarter" idx="13" hasCustomPrompt="1"/>
          </p:nvPr>
        </p:nvSpPr>
        <p:spPr>
          <a:xfrm>
            <a:off x="609441" y="1133856"/>
            <a:ext cx="10969943" cy="274320"/>
          </a:xfrm>
        </p:spPr>
        <p:txBody>
          <a:bodyPr>
            <a:noAutofit/>
          </a:bodyPr>
          <a:lstStyle>
            <a:lvl1pPr marL="0" indent="0">
              <a:spcBef>
                <a:spcPts val="0"/>
              </a:spcBef>
              <a:buNone/>
              <a:defRPr sz="1800">
                <a:solidFill>
                  <a:schemeClr val="accent1"/>
                </a:solidFill>
              </a:defRPr>
            </a:lvl1pPr>
            <a:lvl2pPr marL="0" indent="0">
              <a:spcBef>
                <a:spcPts val="0"/>
              </a:spcBef>
              <a:buNone/>
              <a:defRPr sz="1800"/>
            </a:lvl2pPr>
            <a:lvl3pPr marL="0" indent="0">
              <a:spcBef>
                <a:spcPts val="0"/>
              </a:spcBef>
              <a:buNone/>
              <a:defRPr sz="1800"/>
            </a:lvl3pPr>
            <a:lvl4pPr marL="0" indent="0">
              <a:spcBef>
                <a:spcPts val="0"/>
              </a:spcBef>
              <a:buNone/>
              <a:defRPr sz="1800"/>
            </a:lvl4pPr>
            <a:lvl5pPr marL="0" indent="0">
              <a:spcBef>
                <a:spcPts val="0"/>
              </a:spcBef>
              <a:buNone/>
              <a:defRPr sz="1800"/>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rPr lang="en-US" dirty="0" smtClean="0"/>
              <a:t>Click to add subtitle</a:t>
            </a:r>
          </a:p>
        </p:txBody>
      </p:sp>
      <p:sp>
        <p:nvSpPr>
          <p:cNvPr id="9" name="Text Placeholder 7"/>
          <p:cNvSpPr>
            <a:spLocks noGrp="1"/>
          </p:cNvSpPr>
          <p:nvPr>
            <p:ph type="body" sz="quarter" idx="14" hasCustomPrompt="1"/>
          </p:nvPr>
        </p:nvSpPr>
        <p:spPr>
          <a:xfrm>
            <a:off x="609441" y="1661890"/>
            <a:ext cx="10969943" cy="274320"/>
          </a:xfrm>
        </p:spPr>
        <p:txBody>
          <a:bodyPr>
            <a:noAutofit/>
          </a:bodyPr>
          <a:lstStyle>
            <a:lvl1pPr marL="0" indent="0">
              <a:spcBef>
                <a:spcPts val="0"/>
              </a:spcBef>
              <a:buNone/>
              <a:defRPr sz="1800">
                <a:solidFill>
                  <a:schemeClr val="tx1"/>
                </a:solidFill>
              </a:defRPr>
            </a:lvl1pPr>
            <a:lvl2pPr marL="0" indent="0">
              <a:spcBef>
                <a:spcPts val="0"/>
              </a:spcBef>
              <a:buNone/>
              <a:defRPr sz="1800"/>
            </a:lvl2pPr>
            <a:lvl3pPr marL="0" indent="0">
              <a:spcBef>
                <a:spcPts val="0"/>
              </a:spcBef>
              <a:buNone/>
              <a:defRPr sz="1800"/>
            </a:lvl3pPr>
            <a:lvl4pPr marL="0" indent="0">
              <a:spcBef>
                <a:spcPts val="0"/>
              </a:spcBef>
              <a:buNone/>
              <a:defRPr sz="1800"/>
            </a:lvl4pPr>
            <a:lvl5pPr marL="0" indent="0">
              <a:spcBef>
                <a:spcPts val="0"/>
              </a:spcBef>
              <a:buNone/>
              <a:defRPr sz="1800"/>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rPr lang="en-US" dirty="0" smtClean="0"/>
              <a:t>Click to add heading</a:t>
            </a:r>
          </a:p>
        </p:txBody>
      </p:sp>
      <p:sp>
        <p:nvSpPr>
          <p:cNvPr id="3" name="Content Placeholder 2"/>
          <p:cNvSpPr>
            <a:spLocks noGrp="1"/>
          </p:cNvSpPr>
          <p:nvPr>
            <p:ph idx="1"/>
          </p:nvPr>
        </p:nvSpPr>
        <p:spPr>
          <a:xfrm>
            <a:off x="609441" y="2057400"/>
            <a:ext cx="10969943" cy="4038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925097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9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E13671E-4173-4B77-8091-A90F68080F74}" type="datetime1">
              <a:rPr lang="en-US" smtClean="0">
                <a:solidFill>
                  <a:srgbClr val="E5E8E8">
                    <a:lumMod val="75000"/>
                  </a:srgbClr>
                </a:solidFill>
              </a:rPr>
              <a:pPr/>
              <a:t>6/11/2015</a:t>
            </a:fld>
            <a:endParaRPr lang="en-US">
              <a:solidFill>
                <a:srgbClr val="E5E8E8">
                  <a:lumMod val="75000"/>
                </a:srgbClr>
              </a:solidFill>
            </a:endParaRPr>
          </a:p>
        </p:txBody>
      </p:sp>
      <p:sp>
        <p:nvSpPr>
          <p:cNvPr id="4" name="Footer Placeholder 3"/>
          <p:cNvSpPr>
            <a:spLocks noGrp="1"/>
          </p:cNvSpPr>
          <p:nvPr>
            <p:ph type="ftr" sz="quarter" idx="11"/>
          </p:nvPr>
        </p:nvSpPr>
        <p:spPr/>
        <p:txBody>
          <a:bodyPr/>
          <a:lstStyle/>
          <a:p>
            <a:endParaRPr lang="en-US">
              <a:solidFill>
                <a:srgbClr val="E5E8E8">
                  <a:lumMod val="75000"/>
                </a:srgbClr>
              </a:solidFill>
            </a:endParaRPr>
          </a:p>
        </p:txBody>
      </p:sp>
      <p:sp>
        <p:nvSpPr>
          <p:cNvPr id="5" name="Slide Number Placeholder 4"/>
          <p:cNvSpPr>
            <a:spLocks noGrp="1"/>
          </p:cNvSpPr>
          <p:nvPr>
            <p:ph type="sldNum" sz="quarter" idx="12"/>
          </p:nvPr>
        </p:nvSpPr>
        <p:spPr/>
        <p:txBody>
          <a:bodyPr/>
          <a:lstStyle/>
          <a:p>
            <a:fld id="{00DE720E-C72B-42F0-AD69-52D60E3C605E}" type="slidenum">
              <a:rPr lang="en-US" smtClean="0">
                <a:solidFill>
                  <a:srgbClr val="E5E8E8">
                    <a:lumMod val="75000"/>
                  </a:srgbClr>
                </a:solidFill>
              </a:rPr>
              <a:pPr/>
              <a:t>‹#›</a:t>
            </a:fld>
            <a:endParaRPr lang="en-US">
              <a:solidFill>
                <a:srgbClr val="E5E8E8">
                  <a:lumMod val="75000"/>
                </a:srgbClr>
              </a:solidFill>
            </a:endParaRPr>
          </a:p>
        </p:txBody>
      </p:sp>
    </p:spTree>
    <p:extLst>
      <p:ext uri="{BB962C8B-B14F-4D97-AF65-F5344CB8AC3E}">
        <p14:creationId xmlns:p14="http://schemas.microsoft.com/office/powerpoint/2010/main" val="2027915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717EA396-A1C1-4483-8259-6D82DF242C2D}" type="datetime1">
              <a:rPr lang="en-US" smtClean="0">
                <a:solidFill>
                  <a:srgbClr val="E5E8E8">
                    <a:lumMod val="75000"/>
                  </a:srgbClr>
                </a:solidFill>
              </a:rPr>
              <a:pPr/>
              <a:t>6/11/2015</a:t>
            </a:fld>
            <a:endParaRPr lang="en-US">
              <a:solidFill>
                <a:srgbClr val="E5E8E8">
                  <a:lumMod val="75000"/>
                </a:srgbClr>
              </a:solidFill>
            </a:endParaRPr>
          </a:p>
        </p:txBody>
      </p:sp>
      <p:sp>
        <p:nvSpPr>
          <p:cNvPr id="4" name="Footer Placeholder 3"/>
          <p:cNvSpPr>
            <a:spLocks noGrp="1"/>
          </p:cNvSpPr>
          <p:nvPr>
            <p:ph type="ftr" sz="quarter" idx="11"/>
          </p:nvPr>
        </p:nvSpPr>
        <p:spPr/>
        <p:txBody>
          <a:bodyPr/>
          <a:lstStyle/>
          <a:p>
            <a:endParaRPr lang="en-US">
              <a:solidFill>
                <a:srgbClr val="E5E8E8">
                  <a:lumMod val="75000"/>
                </a:srgbClr>
              </a:solidFill>
            </a:endParaRPr>
          </a:p>
        </p:txBody>
      </p:sp>
      <p:sp>
        <p:nvSpPr>
          <p:cNvPr id="5" name="Slide Number Placeholder 4"/>
          <p:cNvSpPr>
            <a:spLocks noGrp="1"/>
          </p:cNvSpPr>
          <p:nvPr>
            <p:ph type="sldNum" sz="quarter" idx="12"/>
          </p:nvPr>
        </p:nvSpPr>
        <p:spPr/>
        <p:txBody>
          <a:bodyPr/>
          <a:lstStyle/>
          <a:p>
            <a:fld id="{00DE720E-C72B-42F0-AD69-52D60E3C605E}" type="slidenum">
              <a:rPr lang="en-US" smtClean="0">
                <a:solidFill>
                  <a:srgbClr val="E5E8E8">
                    <a:lumMod val="75000"/>
                  </a:srgbClr>
                </a:solidFill>
              </a:rPr>
              <a:pPr/>
              <a:t>‹#›</a:t>
            </a:fld>
            <a:endParaRPr lang="en-US">
              <a:solidFill>
                <a:srgbClr val="E5E8E8">
                  <a:lumMod val="75000"/>
                </a:srgbClr>
              </a:solidFill>
            </a:endParaRPr>
          </a:p>
        </p:txBody>
      </p:sp>
      <p:sp>
        <p:nvSpPr>
          <p:cNvPr id="6" name="Text Placeholder 7"/>
          <p:cNvSpPr>
            <a:spLocks noGrp="1"/>
          </p:cNvSpPr>
          <p:nvPr>
            <p:ph type="body" sz="quarter" idx="13" hasCustomPrompt="1"/>
          </p:nvPr>
        </p:nvSpPr>
        <p:spPr>
          <a:xfrm>
            <a:off x="609441" y="1133856"/>
            <a:ext cx="10969943" cy="260574"/>
          </a:xfrm>
        </p:spPr>
        <p:txBody>
          <a:bodyPr>
            <a:noAutofit/>
          </a:bodyPr>
          <a:lstStyle>
            <a:lvl1pPr marL="0" indent="0">
              <a:spcBef>
                <a:spcPts val="0"/>
              </a:spcBef>
              <a:buNone/>
              <a:defRPr sz="1800">
                <a:solidFill>
                  <a:schemeClr val="accent1"/>
                </a:solidFill>
              </a:defRPr>
            </a:lvl1pPr>
            <a:lvl2pPr marL="0" indent="0">
              <a:spcBef>
                <a:spcPts val="0"/>
              </a:spcBef>
              <a:buNone/>
              <a:defRPr sz="1800"/>
            </a:lvl2pPr>
            <a:lvl3pPr marL="0" indent="0">
              <a:spcBef>
                <a:spcPts val="0"/>
              </a:spcBef>
              <a:buNone/>
              <a:defRPr sz="1800"/>
            </a:lvl3pPr>
            <a:lvl4pPr marL="0" indent="0">
              <a:spcBef>
                <a:spcPts val="0"/>
              </a:spcBef>
              <a:buNone/>
              <a:defRPr sz="1800"/>
            </a:lvl4pPr>
            <a:lvl5pPr marL="0" indent="0">
              <a:spcBef>
                <a:spcPts val="0"/>
              </a:spcBef>
              <a:buNone/>
              <a:defRPr sz="1800"/>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rPr lang="en-US" dirty="0" smtClean="0"/>
              <a:t>Click to add subtitle</a:t>
            </a:r>
          </a:p>
        </p:txBody>
      </p:sp>
    </p:spTree>
    <p:extLst>
      <p:ext uri="{BB962C8B-B14F-4D97-AF65-F5344CB8AC3E}">
        <p14:creationId xmlns:p14="http://schemas.microsoft.com/office/powerpoint/2010/main" val="1436478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9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1F7EA9-98AB-470C-A08B-29F974CDB6EB}" type="datetime1">
              <a:rPr lang="en-US" smtClean="0">
                <a:solidFill>
                  <a:srgbClr val="E5E8E8">
                    <a:lumMod val="75000"/>
                  </a:srgbClr>
                </a:solidFill>
              </a:rPr>
              <a:pPr/>
              <a:t>6/11/2015</a:t>
            </a:fld>
            <a:endParaRPr lang="en-US">
              <a:solidFill>
                <a:srgbClr val="E5E8E8">
                  <a:lumMod val="75000"/>
                </a:srgbClr>
              </a:solidFill>
            </a:endParaRPr>
          </a:p>
        </p:txBody>
      </p:sp>
      <p:sp>
        <p:nvSpPr>
          <p:cNvPr id="3" name="Footer Placeholder 2"/>
          <p:cNvSpPr>
            <a:spLocks noGrp="1"/>
          </p:cNvSpPr>
          <p:nvPr>
            <p:ph type="ftr" sz="quarter" idx="11"/>
          </p:nvPr>
        </p:nvSpPr>
        <p:spPr/>
        <p:txBody>
          <a:bodyPr/>
          <a:lstStyle/>
          <a:p>
            <a:endParaRPr lang="en-US">
              <a:solidFill>
                <a:srgbClr val="E5E8E8">
                  <a:lumMod val="75000"/>
                </a:srgbClr>
              </a:solidFill>
            </a:endParaRPr>
          </a:p>
        </p:txBody>
      </p:sp>
      <p:sp>
        <p:nvSpPr>
          <p:cNvPr id="4" name="Slide Number Placeholder 3"/>
          <p:cNvSpPr>
            <a:spLocks noGrp="1"/>
          </p:cNvSpPr>
          <p:nvPr>
            <p:ph type="sldNum" sz="quarter" idx="12"/>
          </p:nvPr>
        </p:nvSpPr>
        <p:spPr/>
        <p:txBody>
          <a:bodyPr/>
          <a:lstStyle/>
          <a:p>
            <a:fld id="{00DE720E-C72B-42F0-AD69-52D60E3C605E}" type="slidenum">
              <a:rPr lang="en-US" smtClean="0">
                <a:solidFill>
                  <a:srgbClr val="E5E8E8">
                    <a:lumMod val="75000"/>
                  </a:srgbClr>
                </a:solidFill>
              </a:rPr>
              <a:pPr/>
              <a:t>‹#›</a:t>
            </a:fld>
            <a:endParaRPr lang="en-US">
              <a:solidFill>
                <a:srgbClr val="E5E8E8">
                  <a:lumMod val="75000"/>
                </a:srgbClr>
              </a:solidFill>
            </a:endParaRPr>
          </a:p>
        </p:txBody>
      </p:sp>
    </p:spTree>
    <p:extLst>
      <p:ext uri="{BB962C8B-B14F-4D97-AF65-F5344CB8AC3E}">
        <p14:creationId xmlns:p14="http://schemas.microsoft.com/office/powerpoint/2010/main" val="2838321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0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441" y="304800"/>
            <a:ext cx="10969943" cy="762000"/>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09441" y="1295401"/>
            <a:ext cx="5314328" cy="48006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Content Placeholder 3"/>
          <p:cNvSpPr>
            <a:spLocks noGrp="1"/>
          </p:cNvSpPr>
          <p:nvPr>
            <p:ph sz="half" idx="2"/>
          </p:nvPr>
        </p:nvSpPr>
        <p:spPr>
          <a:xfrm>
            <a:off x="6265056" y="1295401"/>
            <a:ext cx="5314328" cy="48006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64B209A3-BBA6-43B9-9BE9-D75CE1B01BC9}" type="datetime1">
              <a:rPr lang="en-US" smtClean="0">
                <a:solidFill>
                  <a:srgbClr val="E5E8E8">
                    <a:lumMod val="75000"/>
                  </a:srgbClr>
                </a:solidFill>
              </a:rPr>
              <a:pPr/>
              <a:t>6/11/2015</a:t>
            </a:fld>
            <a:endParaRPr lang="en-US">
              <a:solidFill>
                <a:srgbClr val="E5E8E8">
                  <a:lumMod val="75000"/>
                </a:srgbClr>
              </a:solidFill>
            </a:endParaRPr>
          </a:p>
        </p:txBody>
      </p:sp>
      <p:sp>
        <p:nvSpPr>
          <p:cNvPr id="6" name="Footer Placeholder 5"/>
          <p:cNvSpPr>
            <a:spLocks noGrp="1"/>
          </p:cNvSpPr>
          <p:nvPr>
            <p:ph type="ftr" sz="quarter" idx="11"/>
          </p:nvPr>
        </p:nvSpPr>
        <p:spPr/>
        <p:txBody>
          <a:bodyPr/>
          <a:lstStyle/>
          <a:p>
            <a:endParaRPr lang="en-US">
              <a:solidFill>
                <a:srgbClr val="E5E8E8">
                  <a:lumMod val="75000"/>
                </a:srgbClr>
              </a:solidFill>
            </a:endParaRPr>
          </a:p>
        </p:txBody>
      </p:sp>
      <p:sp>
        <p:nvSpPr>
          <p:cNvPr id="7" name="Slide Number Placeholder 6"/>
          <p:cNvSpPr>
            <a:spLocks noGrp="1"/>
          </p:cNvSpPr>
          <p:nvPr>
            <p:ph type="sldNum" sz="quarter" idx="12"/>
          </p:nvPr>
        </p:nvSpPr>
        <p:spPr/>
        <p:txBody>
          <a:bodyPr/>
          <a:lstStyle/>
          <a:p>
            <a:fld id="{00DE720E-C72B-42F0-AD69-52D60E3C605E}" type="slidenum">
              <a:rPr lang="en-US" smtClean="0">
                <a:solidFill>
                  <a:srgbClr val="E5E8E8">
                    <a:lumMod val="75000"/>
                  </a:srgbClr>
                </a:solidFill>
              </a:rPr>
              <a:pPr/>
              <a:t>‹#›</a:t>
            </a:fld>
            <a:endParaRPr lang="en-US">
              <a:solidFill>
                <a:srgbClr val="E5E8E8">
                  <a:lumMod val="75000"/>
                </a:srgbClr>
              </a:solidFill>
            </a:endParaRPr>
          </a:p>
        </p:txBody>
      </p:sp>
    </p:spTree>
    <p:extLst>
      <p:ext uri="{BB962C8B-B14F-4D97-AF65-F5344CB8AC3E}">
        <p14:creationId xmlns:p14="http://schemas.microsoft.com/office/powerpoint/2010/main" val="2936092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01.xml><?xml version="1.0" encoding="utf-8"?>
<p:sldLayout xmlns:a="http://schemas.openxmlformats.org/drawingml/2006/main" xmlns:r="http://schemas.openxmlformats.org/officeDocument/2006/relationships" xmlns:p="http://schemas.openxmlformats.org/presentationml/2006/main" type="twoTxTwoObj" preserve="1">
  <p:cSld name="Two Content and Headings">
    <p:spTree>
      <p:nvGrpSpPr>
        <p:cNvPr id="1" name=""/>
        <p:cNvGrpSpPr/>
        <p:nvPr/>
      </p:nvGrpSpPr>
      <p:grpSpPr>
        <a:xfrm>
          <a:off x="0" y="0"/>
          <a:ext cx="0" cy="0"/>
          <a:chOff x="0" y="0"/>
          <a:chExt cx="0" cy="0"/>
        </a:xfrm>
      </p:grpSpPr>
      <p:sp>
        <p:nvSpPr>
          <p:cNvPr id="2" name="Title 1"/>
          <p:cNvSpPr>
            <a:spLocks noGrp="1"/>
          </p:cNvSpPr>
          <p:nvPr>
            <p:ph type="title"/>
          </p:nvPr>
        </p:nvSpPr>
        <p:spPr>
          <a:xfrm>
            <a:off x="609441" y="304800"/>
            <a:ext cx="10969943" cy="762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hasCustomPrompt="1"/>
          </p:nvPr>
        </p:nvSpPr>
        <p:spPr>
          <a:xfrm>
            <a:off x="609441" y="1295400"/>
            <a:ext cx="5314328" cy="274320"/>
          </a:xfrm>
        </p:spPr>
        <p:txBody>
          <a:bodyPr anchor="t">
            <a:noAutofit/>
          </a:bodyPr>
          <a:lstStyle>
            <a:lvl1pPr marL="0" indent="0">
              <a:spcBef>
                <a:spcPts val="0"/>
              </a:spcBef>
              <a:buNone/>
              <a:defRPr sz="1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add heading</a:t>
            </a:r>
          </a:p>
        </p:txBody>
      </p:sp>
      <p:sp>
        <p:nvSpPr>
          <p:cNvPr id="4" name="Content Placeholder 3"/>
          <p:cNvSpPr>
            <a:spLocks noGrp="1"/>
          </p:cNvSpPr>
          <p:nvPr>
            <p:ph sz="half" idx="2"/>
          </p:nvPr>
        </p:nvSpPr>
        <p:spPr>
          <a:xfrm>
            <a:off x="609441" y="1676400"/>
            <a:ext cx="5314328" cy="4419601"/>
          </a:xfrm>
        </p:spPr>
        <p:txBody>
          <a:bodyPr>
            <a:normAutofit/>
          </a:bodyPr>
          <a:lstStyle>
            <a:lvl1pPr>
              <a:defRPr sz="1600"/>
            </a:lvl1pPr>
            <a:lvl2pPr>
              <a:defRPr sz="14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Text Placeholder 4"/>
          <p:cNvSpPr>
            <a:spLocks noGrp="1"/>
          </p:cNvSpPr>
          <p:nvPr>
            <p:ph type="body" sz="quarter" idx="3" hasCustomPrompt="1"/>
          </p:nvPr>
        </p:nvSpPr>
        <p:spPr>
          <a:xfrm>
            <a:off x="6265056" y="1295400"/>
            <a:ext cx="5314328" cy="274320"/>
          </a:xfrm>
        </p:spPr>
        <p:txBody>
          <a:bodyPr anchor="t">
            <a:noAutofit/>
          </a:bodyPr>
          <a:lstStyle>
            <a:lvl1pPr marL="0" indent="0">
              <a:spcBef>
                <a:spcPts val="0"/>
              </a:spcBef>
              <a:buNone/>
              <a:defRPr sz="1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add heading</a:t>
            </a:r>
          </a:p>
        </p:txBody>
      </p:sp>
      <p:sp>
        <p:nvSpPr>
          <p:cNvPr id="6" name="Content Placeholder 5"/>
          <p:cNvSpPr>
            <a:spLocks noGrp="1"/>
          </p:cNvSpPr>
          <p:nvPr>
            <p:ph sz="quarter" idx="4"/>
          </p:nvPr>
        </p:nvSpPr>
        <p:spPr>
          <a:xfrm>
            <a:off x="6265056" y="1676400"/>
            <a:ext cx="5314328" cy="4419601"/>
          </a:xfrm>
        </p:spPr>
        <p:txBody>
          <a:bodyPr>
            <a:normAutofit/>
          </a:bodyPr>
          <a:lstStyle>
            <a:lvl1pPr>
              <a:defRPr sz="1600"/>
            </a:lvl1pPr>
            <a:lvl2pPr>
              <a:defRPr sz="14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7" name="Date Placeholder 6"/>
          <p:cNvSpPr>
            <a:spLocks noGrp="1"/>
          </p:cNvSpPr>
          <p:nvPr>
            <p:ph type="dt" sz="half" idx="10"/>
          </p:nvPr>
        </p:nvSpPr>
        <p:spPr/>
        <p:txBody>
          <a:bodyPr/>
          <a:lstStyle/>
          <a:p>
            <a:fld id="{0812E085-7A45-4011-A478-FA9CA03A73C6}" type="datetime1">
              <a:rPr lang="en-US" smtClean="0">
                <a:solidFill>
                  <a:srgbClr val="E5E8E8">
                    <a:lumMod val="75000"/>
                  </a:srgbClr>
                </a:solidFill>
              </a:rPr>
              <a:pPr/>
              <a:t>6/11/2015</a:t>
            </a:fld>
            <a:endParaRPr lang="en-US">
              <a:solidFill>
                <a:srgbClr val="E5E8E8">
                  <a:lumMod val="75000"/>
                </a:srgbClr>
              </a:solidFill>
            </a:endParaRPr>
          </a:p>
        </p:txBody>
      </p:sp>
      <p:sp>
        <p:nvSpPr>
          <p:cNvPr id="8" name="Footer Placeholder 7"/>
          <p:cNvSpPr>
            <a:spLocks noGrp="1"/>
          </p:cNvSpPr>
          <p:nvPr>
            <p:ph type="ftr" sz="quarter" idx="11"/>
          </p:nvPr>
        </p:nvSpPr>
        <p:spPr/>
        <p:txBody>
          <a:bodyPr/>
          <a:lstStyle/>
          <a:p>
            <a:endParaRPr lang="en-US">
              <a:solidFill>
                <a:srgbClr val="E5E8E8">
                  <a:lumMod val="75000"/>
                </a:srgbClr>
              </a:solidFill>
            </a:endParaRPr>
          </a:p>
        </p:txBody>
      </p:sp>
      <p:sp>
        <p:nvSpPr>
          <p:cNvPr id="9" name="Slide Number Placeholder 8"/>
          <p:cNvSpPr>
            <a:spLocks noGrp="1"/>
          </p:cNvSpPr>
          <p:nvPr>
            <p:ph type="sldNum" sz="quarter" idx="12"/>
          </p:nvPr>
        </p:nvSpPr>
        <p:spPr/>
        <p:txBody>
          <a:bodyPr/>
          <a:lstStyle/>
          <a:p>
            <a:fld id="{00DE720E-C72B-42F0-AD69-52D60E3C605E}" type="slidenum">
              <a:rPr lang="en-US" smtClean="0">
                <a:solidFill>
                  <a:srgbClr val="E5E8E8">
                    <a:lumMod val="75000"/>
                  </a:srgbClr>
                </a:solidFill>
              </a:rPr>
              <a:pPr/>
              <a:t>‹#›</a:t>
            </a:fld>
            <a:endParaRPr lang="en-US">
              <a:solidFill>
                <a:srgbClr val="E5E8E8">
                  <a:lumMod val="75000"/>
                </a:srgbClr>
              </a:solidFill>
            </a:endParaRPr>
          </a:p>
        </p:txBody>
      </p:sp>
    </p:spTree>
    <p:extLst>
      <p:ext uri="{BB962C8B-B14F-4D97-AF65-F5344CB8AC3E}">
        <p14:creationId xmlns:p14="http://schemas.microsoft.com/office/powerpoint/2010/main" val="56624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wo Content, Subtitle and Headings">
    <p:spTree>
      <p:nvGrpSpPr>
        <p:cNvPr id="1" name=""/>
        <p:cNvGrpSpPr/>
        <p:nvPr/>
      </p:nvGrpSpPr>
      <p:grpSpPr>
        <a:xfrm>
          <a:off x="0" y="0"/>
          <a:ext cx="0" cy="0"/>
          <a:chOff x="0" y="0"/>
          <a:chExt cx="0" cy="0"/>
        </a:xfrm>
      </p:grpSpPr>
      <p:sp>
        <p:nvSpPr>
          <p:cNvPr id="10" name="Text Placeholder 7"/>
          <p:cNvSpPr>
            <a:spLocks noGrp="1"/>
          </p:cNvSpPr>
          <p:nvPr>
            <p:ph type="body" sz="quarter" idx="13" hasCustomPrompt="1"/>
          </p:nvPr>
        </p:nvSpPr>
        <p:spPr>
          <a:xfrm>
            <a:off x="609441" y="1133856"/>
            <a:ext cx="10969943" cy="260574"/>
          </a:xfrm>
        </p:spPr>
        <p:txBody>
          <a:bodyPr>
            <a:noAutofit/>
          </a:bodyPr>
          <a:lstStyle>
            <a:lvl1pPr marL="0" indent="0">
              <a:spcBef>
                <a:spcPts val="0"/>
              </a:spcBef>
              <a:buNone/>
              <a:defRPr sz="1800">
                <a:solidFill>
                  <a:schemeClr val="accent1"/>
                </a:solidFill>
              </a:defRPr>
            </a:lvl1pPr>
            <a:lvl2pPr marL="0" indent="0">
              <a:spcBef>
                <a:spcPts val="0"/>
              </a:spcBef>
              <a:buNone/>
              <a:defRPr sz="1800"/>
            </a:lvl2pPr>
            <a:lvl3pPr marL="0" indent="0">
              <a:spcBef>
                <a:spcPts val="0"/>
              </a:spcBef>
              <a:buNone/>
              <a:defRPr sz="1800"/>
            </a:lvl3pPr>
            <a:lvl4pPr marL="0" indent="0">
              <a:spcBef>
                <a:spcPts val="0"/>
              </a:spcBef>
              <a:buNone/>
              <a:defRPr sz="1800"/>
            </a:lvl4pPr>
            <a:lvl5pPr marL="0" indent="0">
              <a:spcBef>
                <a:spcPts val="0"/>
              </a:spcBef>
              <a:buNone/>
              <a:defRPr sz="1800"/>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rPr lang="en-US" dirty="0" smtClean="0"/>
              <a:t>Click to add subtitle</a:t>
            </a:r>
          </a:p>
        </p:txBody>
      </p:sp>
      <p:sp>
        <p:nvSpPr>
          <p:cNvPr id="2" name="Title 1"/>
          <p:cNvSpPr>
            <a:spLocks noGrp="1"/>
          </p:cNvSpPr>
          <p:nvPr>
            <p:ph type="title"/>
          </p:nvPr>
        </p:nvSpPr>
        <p:spPr>
          <a:xfrm>
            <a:off x="609441" y="304800"/>
            <a:ext cx="10969943" cy="762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hasCustomPrompt="1"/>
          </p:nvPr>
        </p:nvSpPr>
        <p:spPr>
          <a:xfrm>
            <a:off x="609441" y="1676399"/>
            <a:ext cx="5314328" cy="274320"/>
          </a:xfrm>
        </p:spPr>
        <p:txBody>
          <a:bodyPr anchor="t">
            <a:noAutofit/>
          </a:bodyPr>
          <a:lstStyle>
            <a:lvl1pPr marL="0" indent="0">
              <a:spcBef>
                <a:spcPts val="0"/>
              </a:spcBef>
              <a:buNone/>
              <a:defRPr sz="1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add heading</a:t>
            </a:r>
          </a:p>
        </p:txBody>
      </p:sp>
      <p:sp>
        <p:nvSpPr>
          <p:cNvPr id="4" name="Content Placeholder 3"/>
          <p:cNvSpPr>
            <a:spLocks noGrp="1"/>
          </p:cNvSpPr>
          <p:nvPr>
            <p:ph sz="half" idx="2"/>
          </p:nvPr>
        </p:nvSpPr>
        <p:spPr>
          <a:xfrm>
            <a:off x="609441" y="2057401"/>
            <a:ext cx="5314328" cy="4038600"/>
          </a:xfrm>
        </p:spPr>
        <p:txBody>
          <a:bodyPr>
            <a:normAutofit/>
          </a:bodyPr>
          <a:lstStyle>
            <a:lvl1pPr>
              <a:defRPr sz="1600"/>
            </a:lvl1pPr>
            <a:lvl2pPr>
              <a:defRPr sz="14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Text Placeholder 4"/>
          <p:cNvSpPr>
            <a:spLocks noGrp="1"/>
          </p:cNvSpPr>
          <p:nvPr>
            <p:ph type="body" sz="quarter" idx="3" hasCustomPrompt="1"/>
          </p:nvPr>
        </p:nvSpPr>
        <p:spPr>
          <a:xfrm>
            <a:off x="6265056" y="1676399"/>
            <a:ext cx="5314328" cy="274320"/>
          </a:xfrm>
        </p:spPr>
        <p:txBody>
          <a:bodyPr anchor="t">
            <a:noAutofit/>
          </a:bodyPr>
          <a:lstStyle>
            <a:lvl1pPr marL="0" indent="0">
              <a:spcBef>
                <a:spcPts val="0"/>
              </a:spcBef>
              <a:buNone/>
              <a:defRPr sz="1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add heading</a:t>
            </a:r>
          </a:p>
        </p:txBody>
      </p:sp>
      <p:sp>
        <p:nvSpPr>
          <p:cNvPr id="6" name="Content Placeholder 5"/>
          <p:cNvSpPr>
            <a:spLocks noGrp="1"/>
          </p:cNvSpPr>
          <p:nvPr>
            <p:ph sz="quarter" idx="4"/>
          </p:nvPr>
        </p:nvSpPr>
        <p:spPr>
          <a:xfrm>
            <a:off x="6265056" y="2057401"/>
            <a:ext cx="5314328" cy="4038600"/>
          </a:xfrm>
        </p:spPr>
        <p:txBody>
          <a:bodyPr>
            <a:normAutofit/>
          </a:bodyPr>
          <a:lstStyle>
            <a:lvl1pPr>
              <a:defRPr sz="1600"/>
            </a:lvl1pPr>
            <a:lvl2pPr>
              <a:defRPr sz="14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7" name="Date Placeholder 6"/>
          <p:cNvSpPr>
            <a:spLocks noGrp="1"/>
          </p:cNvSpPr>
          <p:nvPr>
            <p:ph type="dt" sz="half" idx="10"/>
          </p:nvPr>
        </p:nvSpPr>
        <p:spPr/>
        <p:txBody>
          <a:bodyPr/>
          <a:lstStyle/>
          <a:p>
            <a:fld id="{4AA96FC5-6D87-4D98-88D9-5059B6E43847}" type="datetime1">
              <a:rPr lang="en-US" smtClean="0">
                <a:solidFill>
                  <a:srgbClr val="E5E8E8">
                    <a:lumMod val="75000"/>
                  </a:srgbClr>
                </a:solidFill>
              </a:rPr>
              <a:pPr/>
              <a:t>6/11/2015</a:t>
            </a:fld>
            <a:endParaRPr lang="en-US">
              <a:solidFill>
                <a:srgbClr val="E5E8E8">
                  <a:lumMod val="75000"/>
                </a:srgbClr>
              </a:solidFill>
            </a:endParaRPr>
          </a:p>
        </p:txBody>
      </p:sp>
      <p:sp>
        <p:nvSpPr>
          <p:cNvPr id="8" name="Footer Placeholder 7"/>
          <p:cNvSpPr>
            <a:spLocks noGrp="1"/>
          </p:cNvSpPr>
          <p:nvPr>
            <p:ph type="ftr" sz="quarter" idx="11"/>
          </p:nvPr>
        </p:nvSpPr>
        <p:spPr/>
        <p:txBody>
          <a:bodyPr/>
          <a:lstStyle/>
          <a:p>
            <a:endParaRPr lang="en-US">
              <a:solidFill>
                <a:srgbClr val="E5E8E8">
                  <a:lumMod val="75000"/>
                </a:srgbClr>
              </a:solidFill>
            </a:endParaRPr>
          </a:p>
        </p:txBody>
      </p:sp>
      <p:sp>
        <p:nvSpPr>
          <p:cNvPr id="9" name="Slide Number Placeholder 8"/>
          <p:cNvSpPr>
            <a:spLocks noGrp="1"/>
          </p:cNvSpPr>
          <p:nvPr>
            <p:ph type="sldNum" sz="quarter" idx="12"/>
          </p:nvPr>
        </p:nvSpPr>
        <p:spPr/>
        <p:txBody>
          <a:bodyPr/>
          <a:lstStyle/>
          <a:p>
            <a:fld id="{00DE720E-C72B-42F0-AD69-52D60E3C605E}" type="slidenum">
              <a:rPr lang="en-US" smtClean="0">
                <a:solidFill>
                  <a:srgbClr val="E5E8E8">
                    <a:lumMod val="75000"/>
                  </a:srgbClr>
                </a:solidFill>
              </a:rPr>
              <a:pPr/>
              <a:t>‹#›</a:t>
            </a:fld>
            <a:endParaRPr lang="en-US">
              <a:solidFill>
                <a:srgbClr val="E5E8E8">
                  <a:lumMod val="75000"/>
                </a:srgbClr>
              </a:solidFill>
            </a:endParaRPr>
          </a:p>
        </p:txBody>
      </p:sp>
    </p:spTree>
    <p:extLst>
      <p:ext uri="{BB962C8B-B14F-4D97-AF65-F5344CB8AC3E}">
        <p14:creationId xmlns:p14="http://schemas.microsoft.com/office/powerpoint/2010/main" val="3136887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1"/>
          <p:cNvSpPr>
            <a:spLocks noGrp="1"/>
          </p:cNvSpPr>
          <p:nvPr>
            <p:ph type="title"/>
          </p:nvPr>
        </p:nvSpPr>
        <p:spPr>
          <a:xfrm>
            <a:off x="609441" y="304800"/>
            <a:ext cx="10969943" cy="762000"/>
          </a:xfrm>
        </p:spPr>
        <p:txBody>
          <a:bodyPr/>
          <a:lstStyle/>
          <a:p>
            <a:r>
              <a:rPr lang="en-US" smtClean="0"/>
              <a:t>Click to edit Master title style</a:t>
            </a:r>
            <a:endParaRPr lang="en-US"/>
          </a:p>
        </p:txBody>
      </p:sp>
      <p:sp>
        <p:nvSpPr>
          <p:cNvPr id="5" name="Date Placeholder 4"/>
          <p:cNvSpPr>
            <a:spLocks noGrp="1"/>
          </p:cNvSpPr>
          <p:nvPr>
            <p:ph type="dt" sz="half" idx="10"/>
          </p:nvPr>
        </p:nvSpPr>
        <p:spPr/>
        <p:txBody>
          <a:bodyPr/>
          <a:lstStyle/>
          <a:p>
            <a:fld id="{A04D898F-BDAA-4E86-82BD-2C7AD89D7DBA}" type="datetime1">
              <a:rPr lang="en-US" smtClean="0">
                <a:solidFill>
                  <a:srgbClr val="E5E8E8">
                    <a:lumMod val="75000"/>
                  </a:srgbClr>
                </a:solidFill>
              </a:rPr>
              <a:pPr/>
              <a:t>6/11/2015</a:t>
            </a:fld>
            <a:endParaRPr lang="en-US">
              <a:solidFill>
                <a:srgbClr val="E5E8E8">
                  <a:lumMod val="75000"/>
                </a:srgbClr>
              </a:solidFill>
            </a:endParaRPr>
          </a:p>
        </p:txBody>
      </p:sp>
      <p:sp>
        <p:nvSpPr>
          <p:cNvPr id="6" name="Footer Placeholder 5"/>
          <p:cNvSpPr>
            <a:spLocks noGrp="1"/>
          </p:cNvSpPr>
          <p:nvPr>
            <p:ph type="ftr" sz="quarter" idx="11"/>
          </p:nvPr>
        </p:nvSpPr>
        <p:spPr/>
        <p:txBody>
          <a:bodyPr/>
          <a:lstStyle/>
          <a:p>
            <a:endParaRPr lang="en-US">
              <a:solidFill>
                <a:srgbClr val="E5E8E8">
                  <a:lumMod val="75000"/>
                </a:srgbClr>
              </a:solidFill>
            </a:endParaRPr>
          </a:p>
        </p:txBody>
      </p:sp>
      <p:sp>
        <p:nvSpPr>
          <p:cNvPr id="7" name="Slide Number Placeholder 6"/>
          <p:cNvSpPr>
            <a:spLocks noGrp="1"/>
          </p:cNvSpPr>
          <p:nvPr>
            <p:ph type="sldNum" sz="quarter" idx="12"/>
          </p:nvPr>
        </p:nvSpPr>
        <p:spPr/>
        <p:txBody>
          <a:bodyPr/>
          <a:lstStyle/>
          <a:p>
            <a:fld id="{00DE720E-C72B-42F0-AD69-52D60E3C605E}" type="slidenum">
              <a:rPr lang="en-US" smtClean="0">
                <a:solidFill>
                  <a:srgbClr val="E5E8E8">
                    <a:lumMod val="75000"/>
                  </a:srgbClr>
                </a:solidFill>
              </a:rPr>
              <a:pPr/>
              <a:t>‹#›</a:t>
            </a:fld>
            <a:endParaRPr lang="en-US">
              <a:solidFill>
                <a:srgbClr val="E5E8E8">
                  <a:lumMod val="75000"/>
                </a:srgbClr>
              </a:solidFill>
            </a:endParaRPr>
          </a:p>
        </p:txBody>
      </p:sp>
      <p:sp>
        <p:nvSpPr>
          <p:cNvPr id="9" name="Text Placeholder 8"/>
          <p:cNvSpPr>
            <a:spLocks noGrp="1"/>
          </p:cNvSpPr>
          <p:nvPr>
            <p:ph type="body" sz="quarter" idx="13"/>
          </p:nvPr>
        </p:nvSpPr>
        <p:spPr>
          <a:xfrm>
            <a:off x="609441" y="1295400"/>
            <a:ext cx="3412871" cy="4800600"/>
          </a:xfrm>
        </p:spPr>
        <p:txBody>
          <a:bodyPr>
            <a:normAutofit/>
          </a:bodyPr>
          <a:lstStyle>
            <a:lvl1pPr>
              <a:defRPr sz="1600"/>
            </a:lvl1pPr>
            <a:lvl2pPr>
              <a:defRPr sz="14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10" name="Text Placeholder 8"/>
          <p:cNvSpPr>
            <a:spLocks noGrp="1"/>
          </p:cNvSpPr>
          <p:nvPr>
            <p:ph type="body" sz="quarter" idx="14"/>
          </p:nvPr>
        </p:nvSpPr>
        <p:spPr>
          <a:xfrm>
            <a:off x="4387977" y="1295400"/>
            <a:ext cx="3412871" cy="4800600"/>
          </a:xfrm>
        </p:spPr>
        <p:txBody>
          <a:bodyPr>
            <a:normAutofit/>
          </a:bodyPr>
          <a:lstStyle>
            <a:lvl1pPr>
              <a:defRPr sz="1600"/>
            </a:lvl1pPr>
            <a:lvl2pPr>
              <a:defRPr sz="14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11" name="Text Placeholder 8"/>
          <p:cNvSpPr>
            <a:spLocks noGrp="1"/>
          </p:cNvSpPr>
          <p:nvPr>
            <p:ph type="body" sz="quarter" idx="15"/>
          </p:nvPr>
        </p:nvSpPr>
        <p:spPr>
          <a:xfrm>
            <a:off x="8166513" y="1295400"/>
            <a:ext cx="3412871" cy="4800600"/>
          </a:xfrm>
        </p:spPr>
        <p:txBody>
          <a:bodyPr>
            <a:normAutofit/>
          </a:bodyPr>
          <a:lstStyle>
            <a:lvl1pPr>
              <a:defRPr sz="1600"/>
            </a:lvl1pPr>
            <a:lvl2pPr>
              <a:defRPr sz="14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Tree>
    <p:extLst>
      <p:ext uri="{BB962C8B-B14F-4D97-AF65-F5344CB8AC3E}">
        <p14:creationId xmlns:p14="http://schemas.microsoft.com/office/powerpoint/2010/main" val="770371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hree Content and Headings">
    <p:spTree>
      <p:nvGrpSpPr>
        <p:cNvPr id="1" name=""/>
        <p:cNvGrpSpPr/>
        <p:nvPr/>
      </p:nvGrpSpPr>
      <p:grpSpPr>
        <a:xfrm>
          <a:off x="0" y="0"/>
          <a:ext cx="0" cy="0"/>
          <a:chOff x="0" y="0"/>
          <a:chExt cx="0" cy="0"/>
        </a:xfrm>
      </p:grpSpPr>
      <p:sp>
        <p:nvSpPr>
          <p:cNvPr id="2" name="Title 1"/>
          <p:cNvSpPr>
            <a:spLocks noGrp="1"/>
          </p:cNvSpPr>
          <p:nvPr>
            <p:ph type="title"/>
          </p:nvPr>
        </p:nvSpPr>
        <p:spPr>
          <a:xfrm>
            <a:off x="609441" y="304800"/>
            <a:ext cx="10969943" cy="762000"/>
          </a:xfrm>
        </p:spPr>
        <p:txBody>
          <a:bodyPr/>
          <a:lstStyle/>
          <a:p>
            <a:r>
              <a:rPr lang="en-US" smtClean="0"/>
              <a:t>Click to edit Master title style</a:t>
            </a:r>
            <a:endParaRPr lang="en-US"/>
          </a:p>
        </p:txBody>
      </p:sp>
      <p:sp>
        <p:nvSpPr>
          <p:cNvPr id="5" name="Date Placeholder 4"/>
          <p:cNvSpPr>
            <a:spLocks noGrp="1"/>
          </p:cNvSpPr>
          <p:nvPr>
            <p:ph type="dt" sz="half" idx="10"/>
          </p:nvPr>
        </p:nvSpPr>
        <p:spPr/>
        <p:txBody>
          <a:bodyPr/>
          <a:lstStyle/>
          <a:p>
            <a:fld id="{9295B14E-EA5C-490B-91D6-E5CBBA2E009D}" type="datetime1">
              <a:rPr lang="en-US" smtClean="0">
                <a:solidFill>
                  <a:srgbClr val="E5E8E8">
                    <a:lumMod val="75000"/>
                  </a:srgbClr>
                </a:solidFill>
              </a:rPr>
              <a:pPr/>
              <a:t>6/11/2015</a:t>
            </a:fld>
            <a:endParaRPr lang="en-US">
              <a:solidFill>
                <a:srgbClr val="E5E8E8">
                  <a:lumMod val="75000"/>
                </a:srgbClr>
              </a:solidFill>
            </a:endParaRPr>
          </a:p>
        </p:txBody>
      </p:sp>
      <p:sp>
        <p:nvSpPr>
          <p:cNvPr id="6" name="Footer Placeholder 5"/>
          <p:cNvSpPr>
            <a:spLocks noGrp="1"/>
          </p:cNvSpPr>
          <p:nvPr>
            <p:ph type="ftr" sz="quarter" idx="11"/>
          </p:nvPr>
        </p:nvSpPr>
        <p:spPr/>
        <p:txBody>
          <a:bodyPr/>
          <a:lstStyle/>
          <a:p>
            <a:endParaRPr lang="en-US">
              <a:solidFill>
                <a:srgbClr val="E5E8E8">
                  <a:lumMod val="75000"/>
                </a:srgbClr>
              </a:solidFill>
            </a:endParaRPr>
          </a:p>
        </p:txBody>
      </p:sp>
      <p:sp>
        <p:nvSpPr>
          <p:cNvPr id="7" name="Slide Number Placeholder 6"/>
          <p:cNvSpPr>
            <a:spLocks noGrp="1"/>
          </p:cNvSpPr>
          <p:nvPr>
            <p:ph type="sldNum" sz="quarter" idx="12"/>
          </p:nvPr>
        </p:nvSpPr>
        <p:spPr/>
        <p:txBody>
          <a:bodyPr/>
          <a:lstStyle/>
          <a:p>
            <a:fld id="{00DE720E-C72B-42F0-AD69-52D60E3C605E}" type="slidenum">
              <a:rPr lang="en-US" smtClean="0">
                <a:solidFill>
                  <a:srgbClr val="E5E8E8">
                    <a:lumMod val="75000"/>
                  </a:srgbClr>
                </a:solidFill>
              </a:rPr>
              <a:pPr/>
              <a:t>‹#›</a:t>
            </a:fld>
            <a:endParaRPr lang="en-US">
              <a:solidFill>
                <a:srgbClr val="E5E8E8">
                  <a:lumMod val="75000"/>
                </a:srgbClr>
              </a:solidFill>
            </a:endParaRPr>
          </a:p>
        </p:txBody>
      </p:sp>
      <p:sp>
        <p:nvSpPr>
          <p:cNvPr id="12" name="Text Placeholder 2"/>
          <p:cNvSpPr>
            <a:spLocks noGrp="1"/>
          </p:cNvSpPr>
          <p:nvPr>
            <p:ph type="body" idx="1" hasCustomPrompt="1"/>
          </p:nvPr>
        </p:nvSpPr>
        <p:spPr>
          <a:xfrm>
            <a:off x="609441" y="1295400"/>
            <a:ext cx="3412871" cy="274320"/>
          </a:xfrm>
        </p:spPr>
        <p:txBody>
          <a:bodyPr anchor="t">
            <a:noAutofit/>
          </a:bodyPr>
          <a:lstStyle>
            <a:lvl1pPr marL="0" indent="0">
              <a:spcBef>
                <a:spcPts val="0"/>
              </a:spcBef>
              <a:buNone/>
              <a:defRPr sz="1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add heading</a:t>
            </a:r>
          </a:p>
        </p:txBody>
      </p:sp>
      <p:sp>
        <p:nvSpPr>
          <p:cNvPr id="13" name="Text Placeholder 2"/>
          <p:cNvSpPr>
            <a:spLocks noGrp="1"/>
          </p:cNvSpPr>
          <p:nvPr>
            <p:ph type="body" idx="16" hasCustomPrompt="1"/>
          </p:nvPr>
        </p:nvSpPr>
        <p:spPr>
          <a:xfrm>
            <a:off x="4387977" y="1295400"/>
            <a:ext cx="3412871" cy="274320"/>
          </a:xfrm>
        </p:spPr>
        <p:txBody>
          <a:bodyPr anchor="t">
            <a:noAutofit/>
          </a:bodyPr>
          <a:lstStyle>
            <a:lvl1pPr marL="0" indent="0">
              <a:spcBef>
                <a:spcPts val="0"/>
              </a:spcBef>
              <a:buNone/>
              <a:defRPr sz="1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add heading</a:t>
            </a:r>
          </a:p>
        </p:txBody>
      </p:sp>
      <p:sp>
        <p:nvSpPr>
          <p:cNvPr id="14" name="Text Placeholder 2"/>
          <p:cNvSpPr>
            <a:spLocks noGrp="1"/>
          </p:cNvSpPr>
          <p:nvPr>
            <p:ph type="body" idx="17" hasCustomPrompt="1"/>
          </p:nvPr>
        </p:nvSpPr>
        <p:spPr>
          <a:xfrm>
            <a:off x="8166513" y="1295400"/>
            <a:ext cx="3412871" cy="274320"/>
          </a:xfrm>
        </p:spPr>
        <p:txBody>
          <a:bodyPr anchor="t">
            <a:noAutofit/>
          </a:bodyPr>
          <a:lstStyle>
            <a:lvl1pPr marL="0" indent="0">
              <a:spcBef>
                <a:spcPts val="0"/>
              </a:spcBef>
              <a:buNone/>
              <a:defRPr sz="1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add heading</a:t>
            </a:r>
          </a:p>
        </p:txBody>
      </p:sp>
      <p:sp>
        <p:nvSpPr>
          <p:cNvPr id="9" name="Text Placeholder 8"/>
          <p:cNvSpPr>
            <a:spLocks noGrp="1"/>
          </p:cNvSpPr>
          <p:nvPr>
            <p:ph type="body" sz="quarter" idx="13"/>
          </p:nvPr>
        </p:nvSpPr>
        <p:spPr>
          <a:xfrm>
            <a:off x="609441" y="1676400"/>
            <a:ext cx="3412871" cy="4419600"/>
          </a:xfrm>
        </p:spPr>
        <p:txBody>
          <a:bodyPr>
            <a:normAutofit/>
          </a:bodyPr>
          <a:lstStyle>
            <a:lvl1pPr>
              <a:defRPr sz="1600"/>
            </a:lvl1pPr>
            <a:lvl2pPr>
              <a:defRPr sz="14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10" name="Text Placeholder 8"/>
          <p:cNvSpPr>
            <a:spLocks noGrp="1"/>
          </p:cNvSpPr>
          <p:nvPr>
            <p:ph type="body" sz="quarter" idx="14"/>
          </p:nvPr>
        </p:nvSpPr>
        <p:spPr>
          <a:xfrm>
            <a:off x="4387977" y="1676400"/>
            <a:ext cx="3412871" cy="4419600"/>
          </a:xfrm>
        </p:spPr>
        <p:txBody>
          <a:bodyPr>
            <a:normAutofit/>
          </a:bodyPr>
          <a:lstStyle>
            <a:lvl1pPr>
              <a:defRPr sz="1600"/>
            </a:lvl1pPr>
            <a:lvl2pPr>
              <a:defRPr sz="14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11" name="Text Placeholder 8"/>
          <p:cNvSpPr>
            <a:spLocks noGrp="1"/>
          </p:cNvSpPr>
          <p:nvPr>
            <p:ph type="body" sz="quarter" idx="15"/>
          </p:nvPr>
        </p:nvSpPr>
        <p:spPr>
          <a:xfrm>
            <a:off x="8166513" y="1676400"/>
            <a:ext cx="3412871" cy="4419600"/>
          </a:xfrm>
        </p:spPr>
        <p:txBody>
          <a:bodyPr>
            <a:normAutofit/>
          </a:bodyPr>
          <a:lstStyle>
            <a:lvl1pPr>
              <a:defRPr sz="1600"/>
            </a:lvl1pPr>
            <a:lvl2pPr>
              <a:defRPr sz="14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Tree>
    <p:extLst>
      <p:ext uri="{BB962C8B-B14F-4D97-AF65-F5344CB8AC3E}">
        <p14:creationId xmlns:p14="http://schemas.microsoft.com/office/powerpoint/2010/main" val="1977737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Three Content, Subtitle and Headings">
    <p:spTree>
      <p:nvGrpSpPr>
        <p:cNvPr id="1" name=""/>
        <p:cNvGrpSpPr/>
        <p:nvPr/>
      </p:nvGrpSpPr>
      <p:grpSpPr>
        <a:xfrm>
          <a:off x="0" y="0"/>
          <a:ext cx="0" cy="0"/>
          <a:chOff x="0" y="0"/>
          <a:chExt cx="0" cy="0"/>
        </a:xfrm>
      </p:grpSpPr>
      <p:sp>
        <p:nvSpPr>
          <p:cNvPr id="2" name="Title 1"/>
          <p:cNvSpPr>
            <a:spLocks noGrp="1"/>
          </p:cNvSpPr>
          <p:nvPr>
            <p:ph type="title"/>
          </p:nvPr>
        </p:nvSpPr>
        <p:spPr>
          <a:xfrm>
            <a:off x="609441" y="304800"/>
            <a:ext cx="10969943" cy="762000"/>
          </a:xfrm>
        </p:spPr>
        <p:txBody>
          <a:bodyPr/>
          <a:lstStyle/>
          <a:p>
            <a:r>
              <a:rPr lang="en-US" smtClean="0"/>
              <a:t>Click to edit Master title style</a:t>
            </a:r>
            <a:endParaRPr lang="en-US"/>
          </a:p>
        </p:txBody>
      </p:sp>
      <p:sp>
        <p:nvSpPr>
          <p:cNvPr id="5" name="Date Placeholder 4"/>
          <p:cNvSpPr>
            <a:spLocks noGrp="1"/>
          </p:cNvSpPr>
          <p:nvPr>
            <p:ph type="dt" sz="half" idx="10"/>
          </p:nvPr>
        </p:nvSpPr>
        <p:spPr/>
        <p:txBody>
          <a:bodyPr/>
          <a:lstStyle/>
          <a:p>
            <a:fld id="{FF05CBF3-4861-413C-BD1F-31AB3D4D2DD8}" type="datetime1">
              <a:rPr lang="en-US" smtClean="0">
                <a:solidFill>
                  <a:srgbClr val="E5E8E8">
                    <a:lumMod val="75000"/>
                  </a:srgbClr>
                </a:solidFill>
              </a:rPr>
              <a:pPr/>
              <a:t>6/11/2015</a:t>
            </a:fld>
            <a:endParaRPr lang="en-US">
              <a:solidFill>
                <a:srgbClr val="E5E8E8">
                  <a:lumMod val="75000"/>
                </a:srgbClr>
              </a:solidFill>
            </a:endParaRPr>
          </a:p>
        </p:txBody>
      </p:sp>
      <p:sp>
        <p:nvSpPr>
          <p:cNvPr id="6" name="Footer Placeholder 5"/>
          <p:cNvSpPr>
            <a:spLocks noGrp="1"/>
          </p:cNvSpPr>
          <p:nvPr>
            <p:ph type="ftr" sz="quarter" idx="11"/>
          </p:nvPr>
        </p:nvSpPr>
        <p:spPr/>
        <p:txBody>
          <a:bodyPr/>
          <a:lstStyle/>
          <a:p>
            <a:endParaRPr lang="en-US">
              <a:solidFill>
                <a:srgbClr val="E5E8E8">
                  <a:lumMod val="75000"/>
                </a:srgbClr>
              </a:solidFill>
            </a:endParaRPr>
          </a:p>
        </p:txBody>
      </p:sp>
      <p:sp>
        <p:nvSpPr>
          <p:cNvPr id="7" name="Slide Number Placeholder 6"/>
          <p:cNvSpPr>
            <a:spLocks noGrp="1"/>
          </p:cNvSpPr>
          <p:nvPr>
            <p:ph type="sldNum" sz="quarter" idx="12"/>
          </p:nvPr>
        </p:nvSpPr>
        <p:spPr/>
        <p:txBody>
          <a:bodyPr/>
          <a:lstStyle/>
          <a:p>
            <a:fld id="{00DE720E-C72B-42F0-AD69-52D60E3C605E}" type="slidenum">
              <a:rPr lang="en-US" smtClean="0">
                <a:solidFill>
                  <a:srgbClr val="E5E8E8">
                    <a:lumMod val="75000"/>
                  </a:srgbClr>
                </a:solidFill>
              </a:rPr>
              <a:pPr/>
              <a:t>‹#›</a:t>
            </a:fld>
            <a:endParaRPr lang="en-US">
              <a:solidFill>
                <a:srgbClr val="E5E8E8">
                  <a:lumMod val="75000"/>
                </a:srgbClr>
              </a:solidFill>
            </a:endParaRPr>
          </a:p>
        </p:txBody>
      </p:sp>
      <p:sp>
        <p:nvSpPr>
          <p:cNvPr id="15" name="Text Placeholder 7"/>
          <p:cNvSpPr>
            <a:spLocks noGrp="1"/>
          </p:cNvSpPr>
          <p:nvPr>
            <p:ph type="body" sz="quarter" idx="18" hasCustomPrompt="1"/>
          </p:nvPr>
        </p:nvSpPr>
        <p:spPr>
          <a:xfrm>
            <a:off x="609441" y="1133856"/>
            <a:ext cx="10969943" cy="260574"/>
          </a:xfrm>
        </p:spPr>
        <p:txBody>
          <a:bodyPr>
            <a:noAutofit/>
          </a:bodyPr>
          <a:lstStyle>
            <a:lvl1pPr marL="0" indent="0">
              <a:spcBef>
                <a:spcPts val="0"/>
              </a:spcBef>
              <a:buNone/>
              <a:defRPr sz="1800">
                <a:solidFill>
                  <a:schemeClr val="accent1"/>
                </a:solidFill>
              </a:defRPr>
            </a:lvl1pPr>
            <a:lvl2pPr marL="0" indent="0">
              <a:spcBef>
                <a:spcPts val="0"/>
              </a:spcBef>
              <a:buNone/>
              <a:defRPr sz="1800"/>
            </a:lvl2pPr>
            <a:lvl3pPr marL="0" indent="0">
              <a:spcBef>
                <a:spcPts val="0"/>
              </a:spcBef>
              <a:buNone/>
              <a:defRPr sz="1800"/>
            </a:lvl3pPr>
            <a:lvl4pPr marL="0" indent="0">
              <a:spcBef>
                <a:spcPts val="0"/>
              </a:spcBef>
              <a:buNone/>
              <a:defRPr sz="1800"/>
            </a:lvl4pPr>
            <a:lvl5pPr marL="0" indent="0">
              <a:spcBef>
                <a:spcPts val="0"/>
              </a:spcBef>
              <a:buNone/>
              <a:defRPr sz="1800"/>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rPr lang="en-US" dirty="0" smtClean="0"/>
              <a:t>Click to add subtitle</a:t>
            </a:r>
          </a:p>
        </p:txBody>
      </p:sp>
      <p:sp>
        <p:nvSpPr>
          <p:cNvPr id="12" name="Text Placeholder 2"/>
          <p:cNvSpPr>
            <a:spLocks noGrp="1"/>
          </p:cNvSpPr>
          <p:nvPr>
            <p:ph type="body" idx="1" hasCustomPrompt="1"/>
          </p:nvPr>
        </p:nvSpPr>
        <p:spPr>
          <a:xfrm>
            <a:off x="609441" y="1676399"/>
            <a:ext cx="3412871" cy="274320"/>
          </a:xfrm>
        </p:spPr>
        <p:txBody>
          <a:bodyPr anchor="t">
            <a:noAutofit/>
          </a:bodyPr>
          <a:lstStyle>
            <a:lvl1pPr marL="0" indent="0">
              <a:spcBef>
                <a:spcPts val="0"/>
              </a:spcBef>
              <a:buNone/>
              <a:defRPr sz="1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add heading</a:t>
            </a:r>
          </a:p>
        </p:txBody>
      </p:sp>
      <p:sp>
        <p:nvSpPr>
          <p:cNvPr id="13" name="Text Placeholder 2"/>
          <p:cNvSpPr>
            <a:spLocks noGrp="1"/>
          </p:cNvSpPr>
          <p:nvPr>
            <p:ph type="body" idx="16" hasCustomPrompt="1"/>
          </p:nvPr>
        </p:nvSpPr>
        <p:spPr>
          <a:xfrm>
            <a:off x="4387977" y="1676399"/>
            <a:ext cx="3412871" cy="274320"/>
          </a:xfrm>
        </p:spPr>
        <p:txBody>
          <a:bodyPr anchor="t">
            <a:noAutofit/>
          </a:bodyPr>
          <a:lstStyle>
            <a:lvl1pPr marL="0" indent="0">
              <a:spcBef>
                <a:spcPts val="0"/>
              </a:spcBef>
              <a:buNone/>
              <a:defRPr sz="1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add heading</a:t>
            </a:r>
          </a:p>
        </p:txBody>
      </p:sp>
      <p:sp>
        <p:nvSpPr>
          <p:cNvPr id="14" name="Text Placeholder 2"/>
          <p:cNvSpPr>
            <a:spLocks noGrp="1"/>
          </p:cNvSpPr>
          <p:nvPr>
            <p:ph type="body" idx="17" hasCustomPrompt="1"/>
          </p:nvPr>
        </p:nvSpPr>
        <p:spPr>
          <a:xfrm>
            <a:off x="8166513" y="1676399"/>
            <a:ext cx="3412871" cy="274320"/>
          </a:xfrm>
        </p:spPr>
        <p:txBody>
          <a:bodyPr anchor="t">
            <a:noAutofit/>
          </a:bodyPr>
          <a:lstStyle>
            <a:lvl1pPr marL="0" indent="0">
              <a:spcBef>
                <a:spcPts val="0"/>
              </a:spcBef>
              <a:buNone/>
              <a:defRPr sz="1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add heading</a:t>
            </a:r>
          </a:p>
        </p:txBody>
      </p:sp>
      <p:sp>
        <p:nvSpPr>
          <p:cNvPr id="9" name="Text Placeholder 8"/>
          <p:cNvSpPr>
            <a:spLocks noGrp="1"/>
          </p:cNvSpPr>
          <p:nvPr>
            <p:ph type="body" sz="quarter" idx="13"/>
          </p:nvPr>
        </p:nvSpPr>
        <p:spPr>
          <a:xfrm>
            <a:off x="609441" y="2057400"/>
            <a:ext cx="3412871" cy="4038600"/>
          </a:xfrm>
        </p:spPr>
        <p:txBody>
          <a:bodyPr>
            <a:normAutofit/>
          </a:bodyPr>
          <a:lstStyle>
            <a:lvl1pPr>
              <a:defRPr sz="1600"/>
            </a:lvl1pPr>
            <a:lvl2pPr>
              <a:defRPr sz="14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10" name="Text Placeholder 8"/>
          <p:cNvSpPr>
            <a:spLocks noGrp="1"/>
          </p:cNvSpPr>
          <p:nvPr>
            <p:ph type="body" sz="quarter" idx="14"/>
          </p:nvPr>
        </p:nvSpPr>
        <p:spPr>
          <a:xfrm>
            <a:off x="4387977" y="2057400"/>
            <a:ext cx="3412871" cy="4038600"/>
          </a:xfrm>
        </p:spPr>
        <p:txBody>
          <a:bodyPr>
            <a:normAutofit/>
          </a:bodyPr>
          <a:lstStyle>
            <a:lvl1pPr>
              <a:defRPr sz="1600"/>
            </a:lvl1pPr>
            <a:lvl2pPr>
              <a:defRPr sz="14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11" name="Text Placeholder 8"/>
          <p:cNvSpPr>
            <a:spLocks noGrp="1"/>
          </p:cNvSpPr>
          <p:nvPr>
            <p:ph type="body" sz="quarter" idx="15"/>
          </p:nvPr>
        </p:nvSpPr>
        <p:spPr>
          <a:xfrm>
            <a:off x="8166513" y="2057400"/>
            <a:ext cx="3412871" cy="4038600"/>
          </a:xfrm>
        </p:spPr>
        <p:txBody>
          <a:bodyPr>
            <a:normAutofit/>
          </a:bodyPr>
          <a:lstStyle>
            <a:lvl1pPr>
              <a:defRPr sz="1600"/>
            </a:lvl1pPr>
            <a:lvl2pPr>
              <a:defRPr sz="14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Tree>
    <p:extLst>
      <p:ext uri="{BB962C8B-B14F-4D97-AF65-F5344CB8AC3E}">
        <p14:creationId xmlns:p14="http://schemas.microsoft.com/office/powerpoint/2010/main" val="3046255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0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41" y="304800"/>
            <a:ext cx="10969943" cy="762000"/>
          </a:xfrm>
        </p:spPr>
        <p:txBody>
          <a:bodyPr anchor="b"/>
          <a:lstStyle>
            <a:lvl1pPr algn="l">
              <a:defRPr sz="2800" b="1"/>
            </a:lvl1pPr>
          </a:lstStyle>
          <a:p>
            <a:r>
              <a:rPr lang="en-US" smtClean="0"/>
              <a:t>Click to edit Master title style</a:t>
            </a:r>
            <a:endParaRPr lang="en-US"/>
          </a:p>
        </p:txBody>
      </p:sp>
      <p:sp>
        <p:nvSpPr>
          <p:cNvPr id="3" name="Content Placeholder 2"/>
          <p:cNvSpPr>
            <a:spLocks noGrp="1"/>
          </p:cNvSpPr>
          <p:nvPr>
            <p:ph idx="1"/>
          </p:nvPr>
        </p:nvSpPr>
        <p:spPr>
          <a:xfrm>
            <a:off x="609441" y="1295401"/>
            <a:ext cx="7618016" cy="48006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Text Placeholder 3"/>
          <p:cNvSpPr>
            <a:spLocks noGrp="1"/>
          </p:cNvSpPr>
          <p:nvPr>
            <p:ph type="body" sz="half" idx="2"/>
          </p:nvPr>
        </p:nvSpPr>
        <p:spPr>
          <a:xfrm>
            <a:off x="8532178" y="1295400"/>
            <a:ext cx="3047206" cy="4800600"/>
          </a:xfrm>
        </p:spPr>
        <p:txBody>
          <a:bodyPr>
            <a:noAutofit/>
          </a:bodyPr>
          <a:lstStyle>
            <a:lvl1pPr marL="0" indent="0">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37F1BEB-F3EF-449E-9BF3-EC912CD8037E}" type="datetime1">
              <a:rPr lang="en-US" smtClean="0">
                <a:solidFill>
                  <a:srgbClr val="E5E8E8">
                    <a:lumMod val="75000"/>
                  </a:srgbClr>
                </a:solidFill>
              </a:rPr>
              <a:pPr/>
              <a:t>6/11/2015</a:t>
            </a:fld>
            <a:endParaRPr lang="en-US">
              <a:solidFill>
                <a:srgbClr val="E5E8E8">
                  <a:lumMod val="75000"/>
                </a:srgbClr>
              </a:solidFill>
            </a:endParaRPr>
          </a:p>
        </p:txBody>
      </p:sp>
      <p:sp>
        <p:nvSpPr>
          <p:cNvPr id="6" name="Footer Placeholder 5"/>
          <p:cNvSpPr>
            <a:spLocks noGrp="1"/>
          </p:cNvSpPr>
          <p:nvPr>
            <p:ph type="ftr" sz="quarter" idx="11"/>
          </p:nvPr>
        </p:nvSpPr>
        <p:spPr/>
        <p:txBody>
          <a:bodyPr/>
          <a:lstStyle/>
          <a:p>
            <a:endParaRPr lang="en-US">
              <a:solidFill>
                <a:srgbClr val="E5E8E8">
                  <a:lumMod val="75000"/>
                </a:srgbClr>
              </a:solidFill>
            </a:endParaRPr>
          </a:p>
        </p:txBody>
      </p:sp>
      <p:sp>
        <p:nvSpPr>
          <p:cNvPr id="7" name="Slide Number Placeholder 6"/>
          <p:cNvSpPr>
            <a:spLocks noGrp="1"/>
          </p:cNvSpPr>
          <p:nvPr>
            <p:ph type="sldNum" sz="quarter" idx="12"/>
          </p:nvPr>
        </p:nvSpPr>
        <p:spPr/>
        <p:txBody>
          <a:bodyPr/>
          <a:lstStyle/>
          <a:p>
            <a:fld id="{00DE720E-C72B-42F0-AD69-52D60E3C605E}" type="slidenum">
              <a:rPr lang="en-US" smtClean="0">
                <a:solidFill>
                  <a:srgbClr val="E5E8E8">
                    <a:lumMod val="75000"/>
                  </a:srgbClr>
                </a:solidFill>
              </a:rPr>
              <a:pPr/>
              <a:t>‹#›</a:t>
            </a:fld>
            <a:endParaRPr lang="en-US">
              <a:solidFill>
                <a:srgbClr val="E5E8E8">
                  <a:lumMod val="75000"/>
                </a:srgbClr>
              </a:solidFill>
            </a:endParaRPr>
          </a:p>
        </p:txBody>
      </p:sp>
    </p:spTree>
    <p:extLst>
      <p:ext uri="{BB962C8B-B14F-4D97-AF65-F5344CB8AC3E}">
        <p14:creationId xmlns:p14="http://schemas.microsoft.com/office/powerpoint/2010/main" val="907057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0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41" y="304800"/>
            <a:ext cx="10969943" cy="762000"/>
          </a:xfrm>
        </p:spPr>
        <p:txBody>
          <a:bodyPr anchor="b"/>
          <a:lstStyle>
            <a:lvl1pPr algn="l">
              <a:defRPr sz="2800" b="1"/>
            </a:lvl1pPr>
          </a:lstStyle>
          <a:p>
            <a:r>
              <a:rPr lang="en-US" smtClean="0"/>
              <a:t>Click to edit Master title style</a:t>
            </a:r>
            <a:endParaRPr lang="en-US"/>
          </a:p>
        </p:txBody>
      </p:sp>
      <p:sp>
        <p:nvSpPr>
          <p:cNvPr id="3" name="Picture Placeholder 2"/>
          <p:cNvSpPr>
            <a:spLocks noGrp="1"/>
          </p:cNvSpPr>
          <p:nvPr>
            <p:ph type="pic" idx="1"/>
          </p:nvPr>
        </p:nvSpPr>
        <p:spPr>
          <a:xfrm>
            <a:off x="609441" y="1295400"/>
            <a:ext cx="6703854" cy="4800600"/>
          </a:xfrm>
        </p:spPr>
        <p:txBody>
          <a:bodyPr tIns="457200">
            <a:no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7678960" y="1295400"/>
            <a:ext cx="3900424" cy="4800600"/>
          </a:xfrm>
        </p:spPr>
        <p:txBody>
          <a:bodyPr>
            <a:noAutofit/>
          </a:bodyPr>
          <a:lstStyle>
            <a:lvl1pPr marL="0" indent="0">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B275883-1E8F-4C4D-A23C-1126BB919CF6}" type="datetime1">
              <a:rPr lang="en-US" smtClean="0">
                <a:solidFill>
                  <a:srgbClr val="E5E8E8">
                    <a:lumMod val="75000"/>
                  </a:srgbClr>
                </a:solidFill>
              </a:rPr>
              <a:pPr/>
              <a:t>6/11/2015</a:t>
            </a:fld>
            <a:endParaRPr lang="en-US">
              <a:solidFill>
                <a:srgbClr val="E5E8E8">
                  <a:lumMod val="75000"/>
                </a:srgbClr>
              </a:solidFill>
            </a:endParaRPr>
          </a:p>
        </p:txBody>
      </p:sp>
      <p:sp>
        <p:nvSpPr>
          <p:cNvPr id="6" name="Footer Placeholder 5"/>
          <p:cNvSpPr>
            <a:spLocks noGrp="1"/>
          </p:cNvSpPr>
          <p:nvPr>
            <p:ph type="ftr" sz="quarter" idx="11"/>
          </p:nvPr>
        </p:nvSpPr>
        <p:spPr/>
        <p:txBody>
          <a:bodyPr/>
          <a:lstStyle/>
          <a:p>
            <a:endParaRPr lang="en-US">
              <a:solidFill>
                <a:srgbClr val="E5E8E8">
                  <a:lumMod val="75000"/>
                </a:srgbClr>
              </a:solidFill>
            </a:endParaRPr>
          </a:p>
        </p:txBody>
      </p:sp>
      <p:sp>
        <p:nvSpPr>
          <p:cNvPr id="7" name="Slide Number Placeholder 6"/>
          <p:cNvSpPr>
            <a:spLocks noGrp="1"/>
          </p:cNvSpPr>
          <p:nvPr>
            <p:ph type="sldNum" sz="quarter" idx="12"/>
          </p:nvPr>
        </p:nvSpPr>
        <p:spPr/>
        <p:txBody>
          <a:bodyPr/>
          <a:lstStyle/>
          <a:p>
            <a:fld id="{00DE720E-C72B-42F0-AD69-52D60E3C605E}" type="slidenum">
              <a:rPr lang="en-US" smtClean="0">
                <a:solidFill>
                  <a:srgbClr val="E5E8E8">
                    <a:lumMod val="75000"/>
                  </a:srgbClr>
                </a:solidFill>
              </a:rPr>
              <a:pPr/>
              <a:t>‹#›</a:t>
            </a:fld>
            <a:endParaRPr lang="en-US">
              <a:solidFill>
                <a:srgbClr val="E5E8E8">
                  <a:lumMod val="75000"/>
                </a:srgbClr>
              </a:solidFill>
            </a:endParaRPr>
          </a:p>
        </p:txBody>
      </p:sp>
    </p:spTree>
    <p:extLst>
      <p:ext uri="{BB962C8B-B14F-4D97-AF65-F5344CB8AC3E}">
        <p14:creationId xmlns:p14="http://schemas.microsoft.com/office/powerpoint/2010/main" val="2842747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Picture with Content">
    <p:spTree>
      <p:nvGrpSpPr>
        <p:cNvPr id="1" name=""/>
        <p:cNvGrpSpPr/>
        <p:nvPr/>
      </p:nvGrpSpPr>
      <p:grpSpPr>
        <a:xfrm>
          <a:off x="0" y="0"/>
          <a:ext cx="0" cy="0"/>
          <a:chOff x="0" y="0"/>
          <a:chExt cx="0" cy="0"/>
        </a:xfrm>
      </p:grpSpPr>
      <p:sp>
        <p:nvSpPr>
          <p:cNvPr id="2" name="Title 1"/>
          <p:cNvSpPr>
            <a:spLocks noGrp="1"/>
          </p:cNvSpPr>
          <p:nvPr>
            <p:ph type="title"/>
          </p:nvPr>
        </p:nvSpPr>
        <p:spPr>
          <a:xfrm>
            <a:off x="609441" y="304800"/>
            <a:ext cx="10969943" cy="762000"/>
          </a:xfrm>
        </p:spPr>
        <p:txBody>
          <a:bodyPr anchor="b"/>
          <a:lstStyle>
            <a:lvl1pPr algn="l">
              <a:defRPr sz="2800" b="1"/>
            </a:lvl1pPr>
          </a:lstStyle>
          <a:p>
            <a:r>
              <a:rPr lang="en-US" smtClean="0"/>
              <a:t>Click to edit Master title style</a:t>
            </a:r>
            <a:endParaRPr lang="en-US"/>
          </a:p>
        </p:txBody>
      </p:sp>
      <p:sp>
        <p:nvSpPr>
          <p:cNvPr id="3" name="Picture Placeholder 2"/>
          <p:cNvSpPr>
            <a:spLocks noGrp="1"/>
          </p:cNvSpPr>
          <p:nvPr>
            <p:ph type="pic" idx="1"/>
          </p:nvPr>
        </p:nvSpPr>
        <p:spPr>
          <a:xfrm>
            <a:off x="609441" y="1295400"/>
            <a:ext cx="6703854" cy="4800600"/>
          </a:xfrm>
        </p:spPr>
        <p:txBody>
          <a:bodyPr tIns="457200">
            <a:no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5" name="Date Placeholder 4"/>
          <p:cNvSpPr>
            <a:spLocks noGrp="1"/>
          </p:cNvSpPr>
          <p:nvPr>
            <p:ph type="dt" sz="half" idx="10"/>
          </p:nvPr>
        </p:nvSpPr>
        <p:spPr/>
        <p:txBody>
          <a:bodyPr/>
          <a:lstStyle/>
          <a:p>
            <a:fld id="{B27FDB44-09EA-47DE-959B-CAAE2A9F7DCE}" type="datetime1">
              <a:rPr lang="en-US" smtClean="0">
                <a:solidFill>
                  <a:srgbClr val="E5E8E8">
                    <a:lumMod val="75000"/>
                  </a:srgbClr>
                </a:solidFill>
              </a:rPr>
              <a:pPr/>
              <a:t>6/11/2015</a:t>
            </a:fld>
            <a:endParaRPr lang="en-US">
              <a:solidFill>
                <a:srgbClr val="E5E8E8">
                  <a:lumMod val="75000"/>
                </a:srgbClr>
              </a:solidFill>
            </a:endParaRPr>
          </a:p>
        </p:txBody>
      </p:sp>
      <p:sp>
        <p:nvSpPr>
          <p:cNvPr id="6" name="Footer Placeholder 5"/>
          <p:cNvSpPr>
            <a:spLocks noGrp="1"/>
          </p:cNvSpPr>
          <p:nvPr>
            <p:ph type="ftr" sz="quarter" idx="11"/>
          </p:nvPr>
        </p:nvSpPr>
        <p:spPr/>
        <p:txBody>
          <a:bodyPr/>
          <a:lstStyle/>
          <a:p>
            <a:endParaRPr lang="en-US">
              <a:solidFill>
                <a:srgbClr val="E5E8E8">
                  <a:lumMod val="75000"/>
                </a:srgbClr>
              </a:solidFill>
            </a:endParaRPr>
          </a:p>
        </p:txBody>
      </p:sp>
      <p:sp>
        <p:nvSpPr>
          <p:cNvPr id="7" name="Slide Number Placeholder 6"/>
          <p:cNvSpPr>
            <a:spLocks noGrp="1"/>
          </p:cNvSpPr>
          <p:nvPr>
            <p:ph type="sldNum" sz="quarter" idx="12"/>
          </p:nvPr>
        </p:nvSpPr>
        <p:spPr/>
        <p:txBody>
          <a:bodyPr/>
          <a:lstStyle/>
          <a:p>
            <a:fld id="{00DE720E-C72B-42F0-AD69-52D60E3C605E}" type="slidenum">
              <a:rPr lang="en-US" smtClean="0">
                <a:solidFill>
                  <a:srgbClr val="E5E8E8">
                    <a:lumMod val="75000"/>
                  </a:srgbClr>
                </a:solidFill>
              </a:rPr>
              <a:pPr/>
              <a:t>‹#›</a:t>
            </a:fld>
            <a:endParaRPr lang="en-US">
              <a:solidFill>
                <a:srgbClr val="E5E8E8">
                  <a:lumMod val="75000"/>
                </a:srgbClr>
              </a:solidFill>
            </a:endParaRPr>
          </a:p>
        </p:txBody>
      </p:sp>
      <p:sp>
        <p:nvSpPr>
          <p:cNvPr id="8" name="Text Placeholder 8"/>
          <p:cNvSpPr>
            <a:spLocks noGrp="1"/>
          </p:cNvSpPr>
          <p:nvPr>
            <p:ph type="body" sz="quarter" idx="13"/>
          </p:nvPr>
        </p:nvSpPr>
        <p:spPr>
          <a:xfrm>
            <a:off x="7678960" y="1295400"/>
            <a:ext cx="3900424" cy="48006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Tree>
    <p:extLst>
      <p:ext uri="{BB962C8B-B14F-4D97-AF65-F5344CB8AC3E}">
        <p14:creationId xmlns:p14="http://schemas.microsoft.com/office/powerpoint/2010/main" val="2439852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09.xml><?xml version="1.0" encoding="utf-8"?>
<p:sldLayout xmlns:a="http://schemas.openxmlformats.org/drawingml/2006/main" xmlns:r="http://schemas.openxmlformats.org/officeDocument/2006/relationships" xmlns:p="http://schemas.openxmlformats.org/presentationml/2006/main" type="picTx" preserve="1">
  <p:cSld name="Two Pictures with Captions">
    <p:spTree>
      <p:nvGrpSpPr>
        <p:cNvPr id="1" name=""/>
        <p:cNvGrpSpPr/>
        <p:nvPr/>
      </p:nvGrpSpPr>
      <p:grpSpPr>
        <a:xfrm>
          <a:off x="0" y="0"/>
          <a:ext cx="0" cy="0"/>
          <a:chOff x="0" y="0"/>
          <a:chExt cx="0" cy="0"/>
        </a:xfrm>
      </p:grpSpPr>
      <p:sp>
        <p:nvSpPr>
          <p:cNvPr id="2" name="Title 1"/>
          <p:cNvSpPr>
            <a:spLocks noGrp="1"/>
          </p:cNvSpPr>
          <p:nvPr>
            <p:ph type="title"/>
          </p:nvPr>
        </p:nvSpPr>
        <p:spPr>
          <a:xfrm>
            <a:off x="609441" y="304800"/>
            <a:ext cx="10969943" cy="762000"/>
          </a:xfrm>
        </p:spPr>
        <p:txBody>
          <a:bodyPr anchor="b"/>
          <a:lstStyle>
            <a:lvl1pPr algn="l">
              <a:defRPr sz="2800" b="1"/>
            </a:lvl1pPr>
          </a:lstStyle>
          <a:p>
            <a:r>
              <a:rPr lang="en-US" smtClean="0"/>
              <a:t>Click to edit Master title style</a:t>
            </a:r>
            <a:endParaRPr lang="en-US"/>
          </a:p>
        </p:txBody>
      </p:sp>
      <p:sp>
        <p:nvSpPr>
          <p:cNvPr id="3" name="Picture Placeholder 2"/>
          <p:cNvSpPr>
            <a:spLocks noGrp="1"/>
          </p:cNvSpPr>
          <p:nvPr>
            <p:ph type="pic" idx="1"/>
          </p:nvPr>
        </p:nvSpPr>
        <p:spPr>
          <a:xfrm>
            <a:off x="609441" y="1295400"/>
            <a:ext cx="5314328" cy="3505200"/>
          </a:xfrm>
        </p:spPr>
        <p:txBody>
          <a:bodyPr tIns="457200">
            <a:no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5" name="Date Placeholder 4"/>
          <p:cNvSpPr>
            <a:spLocks noGrp="1"/>
          </p:cNvSpPr>
          <p:nvPr>
            <p:ph type="dt" sz="half" idx="10"/>
          </p:nvPr>
        </p:nvSpPr>
        <p:spPr/>
        <p:txBody>
          <a:bodyPr/>
          <a:lstStyle/>
          <a:p>
            <a:fld id="{86BF2BA6-91EA-4D1A-A73B-0E68FFBFFF8E}" type="datetime1">
              <a:rPr lang="en-US" smtClean="0">
                <a:solidFill>
                  <a:srgbClr val="E5E8E8">
                    <a:lumMod val="75000"/>
                  </a:srgbClr>
                </a:solidFill>
              </a:rPr>
              <a:pPr/>
              <a:t>6/11/2015</a:t>
            </a:fld>
            <a:endParaRPr lang="en-US">
              <a:solidFill>
                <a:srgbClr val="E5E8E8">
                  <a:lumMod val="75000"/>
                </a:srgbClr>
              </a:solidFill>
            </a:endParaRPr>
          </a:p>
        </p:txBody>
      </p:sp>
      <p:sp>
        <p:nvSpPr>
          <p:cNvPr id="6" name="Footer Placeholder 5"/>
          <p:cNvSpPr>
            <a:spLocks noGrp="1"/>
          </p:cNvSpPr>
          <p:nvPr>
            <p:ph type="ftr" sz="quarter" idx="11"/>
          </p:nvPr>
        </p:nvSpPr>
        <p:spPr/>
        <p:txBody>
          <a:bodyPr/>
          <a:lstStyle/>
          <a:p>
            <a:endParaRPr lang="en-US">
              <a:solidFill>
                <a:srgbClr val="E5E8E8">
                  <a:lumMod val="75000"/>
                </a:srgbClr>
              </a:solidFill>
            </a:endParaRPr>
          </a:p>
        </p:txBody>
      </p:sp>
      <p:sp>
        <p:nvSpPr>
          <p:cNvPr id="7" name="Slide Number Placeholder 6"/>
          <p:cNvSpPr>
            <a:spLocks noGrp="1"/>
          </p:cNvSpPr>
          <p:nvPr>
            <p:ph type="sldNum" sz="quarter" idx="12"/>
          </p:nvPr>
        </p:nvSpPr>
        <p:spPr/>
        <p:txBody>
          <a:bodyPr/>
          <a:lstStyle/>
          <a:p>
            <a:fld id="{00DE720E-C72B-42F0-AD69-52D60E3C605E}" type="slidenum">
              <a:rPr lang="en-US" smtClean="0">
                <a:solidFill>
                  <a:srgbClr val="E5E8E8">
                    <a:lumMod val="75000"/>
                  </a:srgbClr>
                </a:solidFill>
              </a:rPr>
              <a:pPr/>
              <a:t>‹#›</a:t>
            </a:fld>
            <a:endParaRPr lang="en-US">
              <a:solidFill>
                <a:srgbClr val="E5E8E8">
                  <a:lumMod val="75000"/>
                </a:srgbClr>
              </a:solidFill>
            </a:endParaRPr>
          </a:p>
        </p:txBody>
      </p:sp>
      <p:sp>
        <p:nvSpPr>
          <p:cNvPr id="8" name="Picture Placeholder 2"/>
          <p:cNvSpPr>
            <a:spLocks noGrp="1"/>
          </p:cNvSpPr>
          <p:nvPr>
            <p:ph type="pic" idx="13"/>
          </p:nvPr>
        </p:nvSpPr>
        <p:spPr>
          <a:xfrm>
            <a:off x="6265056" y="1295400"/>
            <a:ext cx="5314328" cy="3505200"/>
          </a:xfrm>
        </p:spPr>
        <p:txBody>
          <a:bodyPr tIns="457200">
            <a:no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609441" y="4953000"/>
            <a:ext cx="5314328" cy="1130490"/>
          </a:xfrm>
        </p:spPr>
        <p:txBody>
          <a:bodyPr>
            <a:noAutofit/>
          </a:bodyPr>
          <a:lstStyle>
            <a:lvl1pPr marL="0" indent="0">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9" name="Text Placeholder 3"/>
          <p:cNvSpPr>
            <a:spLocks noGrp="1"/>
          </p:cNvSpPr>
          <p:nvPr>
            <p:ph type="body" sz="half" idx="14"/>
          </p:nvPr>
        </p:nvSpPr>
        <p:spPr>
          <a:xfrm>
            <a:off x="6265056" y="4953000"/>
            <a:ext cx="5314328" cy="1130490"/>
          </a:xfrm>
        </p:spPr>
        <p:txBody>
          <a:bodyPr>
            <a:noAutofit/>
          </a:bodyPr>
          <a:lstStyle>
            <a:lvl1pPr marL="0" indent="0">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15586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hree Pictures with Captions">
    <p:spTree>
      <p:nvGrpSpPr>
        <p:cNvPr id="1" name=""/>
        <p:cNvGrpSpPr/>
        <p:nvPr/>
      </p:nvGrpSpPr>
      <p:grpSpPr>
        <a:xfrm>
          <a:off x="0" y="0"/>
          <a:ext cx="0" cy="0"/>
          <a:chOff x="0" y="0"/>
          <a:chExt cx="0" cy="0"/>
        </a:xfrm>
      </p:grpSpPr>
      <p:sp>
        <p:nvSpPr>
          <p:cNvPr id="2" name="Title 1"/>
          <p:cNvSpPr>
            <a:spLocks noGrp="1"/>
          </p:cNvSpPr>
          <p:nvPr>
            <p:ph type="title"/>
          </p:nvPr>
        </p:nvSpPr>
        <p:spPr>
          <a:xfrm>
            <a:off x="609441" y="304800"/>
            <a:ext cx="10969943" cy="762000"/>
          </a:xfrm>
        </p:spPr>
        <p:txBody>
          <a:bodyPr anchor="b"/>
          <a:lstStyle>
            <a:lvl1pPr algn="l">
              <a:defRPr sz="2800" b="1"/>
            </a:lvl1pPr>
          </a:lstStyle>
          <a:p>
            <a:r>
              <a:rPr lang="en-US" smtClean="0"/>
              <a:t>Click to edit Master title style</a:t>
            </a:r>
            <a:endParaRPr lang="en-US"/>
          </a:p>
        </p:txBody>
      </p:sp>
      <p:sp>
        <p:nvSpPr>
          <p:cNvPr id="3" name="Picture Placeholder 2"/>
          <p:cNvSpPr>
            <a:spLocks noGrp="1"/>
          </p:cNvSpPr>
          <p:nvPr>
            <p:ph type="pic" idx="1"/>
          </p:nvPr>
        </p:nvSpPr>
        <p:spPr>
          <a:xfrm>
            <a:off x="609441" y="1295400"/>
            <a:ext cx="3412871" cy="2743200"/>
          </a:xfrm>
        </p:spPr>
        <p:txBody>
          <a:bodyPr tIns="457200">
            <a:no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5" name="Date Placeholder 4"/>
          <p:cNvSpPr>
            <a:spLocks noGrp="1"/>
          </p:cNvSpPr>
          <p:nvPr>
            <p:ph type="dt" sz="half" idx="10"/>
          </p:nvPr>
        </p:nvSpPr>
        <p:spPr/>
        <p:txBody>
          <a:bodyPr/>
          <a:lstStyle/>
          <a:p>
            <a:fld id="{9637FD85-554C-4857-8EE3-5B374F3D11F3}" type="datetime1">
              <a:rPr lang="en-US" smtClean="0">
                <a:solidFill>
                  <a:srgbClr val="E5E8E8">
                    <a:lumMod val="75000"/>
                  </a:srgbClr>
                </a:solidFill>
              </a:rPr>
              <a:pPr/>
              <a:t>6/11/2015</a:t>
            </a:fld>
            <a:endParaRPr lang="en-US">
              <a:solidFill>
                <a:srgbClr val="E5E8E8">
                  <a:lumMod val="75000"/>
                </a:srgbClr>
              </a:solidFill>
            </a:endParaRPr>
          </a:p>
        </p:txBody>
      </p:sp>
      <p:sp>
        <p:nvSpPr>
          <p:cNvPr id="6" name="Footer Placeholder 5"/>
          <p:cNvSpPr>
            <a:spLocks noGrp="1"/>
          </p:cNvSpPr>
          <p:nvPr>
            <p:ph type="ftr" sz="quarter" idx="11"/>
          </p:nvPr>
        </p:nvSpPr>
        <p:spPr/>
        <p:txBody>
          <a:bodyPr/>
          <a:lstStyle/>
          <a:p>
            <a:endParaRPr lang="en-US">
              <a:solidFill>
                <a:srgbClr val="E5E8E8">
                  <a:lumMod val="75000"/>
                </a:srgbClr>
              </a:solidFill>
            </a:endParaRPr>
          </a:p>
        </p:txBody>
      </p:sp>
      <p:sp>
        <p:nvSpPr>
          <p:cNvPr id="7" name="Slide Number Placeholder 6"/>
          <p:cNvSpPr>
            <a:spLocks noGrp="1"/>
          </p:cNvSpPr>
          <p:nvPr>
            <p:ph type="sldNum" sz="quarter" idx="12"/>
          </p:nvPr>
        </p:nvSpPr>
        <p:spPr/>
        <p:txBody>
          <a:bodyPr/>
          <a:lstStyle/>
          <a:p>
            <a:fld id="{00DE720E-C72B-42F0-AD69-52D60E3C605E}" type="slidenum">
              <a:rPr lang="en-US" smtClean="0">
                <a:solidFill>
                  <a:srgbClr val="E5E8E8">
                    <a:lumMod val="75000"/>
                  </a:srgbClr>
                </a:solidFill>
              </a:rPr>
              <a:pPr/>
              <a:t>‹#›</a:t>
            </a:fld>
            <a:endParaRPr lang="en-US">
              <a:solidFill>
                <a:srgbClr val="E5E8E8">
                  <a:lumMod val="75000"/>
                </a:srgbClr>
              </a:solidFill>
            </a:endParaRPr>
          </a:p>
        </p:txBody>
      </p:sp>
      <p:sp>
        <p:nvSpPr>
          <p:cNvPr id="4" name="Text Placeholder 3"/>
          <p:cNvSpPr>
            <a:spLocks noGrp="1"/>
          </p:cNvSpPr>
          <p:nvPr>
            <p:ph type="body" sz="half" idx="2"/>
          </p:nvPr>
        </p:nvSpPr>
        <p:spPr>
          <a:xfrm>
            <a:off x="609441" y="4211392"/>
            <a:ext cx="3412871" cy="1884608"/>
          </a:xfrm>
        </p:spPr>
        <p:txBody>
          <a:bodyPr>
            <a:no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0" name="Picture Placeholder 2"/>
          <p:cNvSpPr>
            <a:spLocks noGrp="1"/>
          </p:cNvSpPr>
          <p:nvPr>
            <p:ph type="pic" idx="15"/>
          </p:nvPr>
        </p:nvSpPr>
        <p:spPr>
          <a:xfrm>
            <a:off x="4387977" y="1295400"/>
            <a:ext cx="3412871" cy="2743200"/>
          </a:xfrm>
        </p:spPr>
        <p:txBody>
          <a:bodyPr tIns="457200">
            <a:no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11" name="Picture Placeholder 2"/>
          <p:cNvSpPr>
            <a:spLocks noGrp="1"/>
          </p:cNvSpPr>
          <p:nvPr>
            <p:ph type="pic" idx="16"/>
          </p:nvPr>
        </p:nvSpPr>
        <p:spPr>
          <a:xfrm>
            <a:off x="8166513" y="1295400"/>
            <a:ext cx="3412871" cy="2743200"/>
          </a:xfrm>
        </p:spPr>
        <p:txBody>
          <a:bodyPr tIns="457200">
            <a:no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12" name="Text Placeholder 3"/>
          <p:cNvSpPr>
            <a:spLocks noGrp="1"/>
          </p:cNvSpPr>
          <p:nvPr>
            <p:ph type="body" sz="half" idx="17"/>
          </p:nvPr>
        </p:nvSpPr>
        <p:spPr>
          <a:xfrm>
            <a:off x="4387977" y="4211392"/>
            <a:ext cx="3412871" cy="1884608"/>
          </a:xfrm>
        </p:spPr>
        <p:txBody>
          <a:bodyPr>
            <a:no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3" name="Text Placeholder 3"/>
          <p:cNvSpPr>
            <a:spLocks noGrp="1"/>
          </p:cNvSpPr>
          <p:nvPr>
            <p:ph type="body" sz="half" idx="18"/>
          </p:nvPr>
        </p:nvSpPr>
        <p:spPr>
          <a:xfrm>
            <a:off x="8166513" y="4211392"/>
            <a:ext cx="3412871" cy="1884608"/>
          </a:xfrm>
        </p:spPr>
        <p:txBody>
          <a:bodyPr>
            <a:no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542762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34106DA-CCEC-416F-90D1-AD9C1C7EF45F}" type="datetime1">
              <a:rPr lang="en-US" smtClean="0">
                <a:solidFill>
                  <a:srgbClr val="E5E8E8">
                    <a:lumMod val="75000"/>
                  </a:srgbClr>
                </a:solidFill>
              </a:rPr>
              <a:pPr/>
              <a:t>6/11/2015</a:t>
            </a:fld>
            <a:endParaRPr lang="en-US">
              <a:solidFill>
                <a:srgbClr val="E5E8E8">
                  <a:lumMod val="75000"/>
                </a:srgbClr>
              </a:solidFill>
            </a:endParaRPr>
          </a:p>
        </p:txBody>
      </p:sp>
      <p:sp>
        <p:nvSpPr>
          <p:cNvPr id="5" name="Footer Placeholder 4"/>
          <p:cNvSpPr>
            <a:spLocks noGrp="1"/>
          </p:cNvSpPr>
          <p:nvPr>
            <p:ph type="ftr" sz="quarter" idx="11"/>
          </p:nvPr>
        </p:nvSpPr>
        <p:spPr/>
        <p:txBody>
          <a:bodyPr/>
          <a:lstStyle/>
          <a:p>
            <a:endParaRPr lang="en-US">
              <a:solidFill>
                <a:srgbClr val="E5E8E8">
                  <a:lumMod val="75000"/>
                </a:srgbClr>
              </a:solidFill>
            </a:endParaRPr>
          </a:p>
        </p:txBody>
      </p:sp>
      <p:sp>
        <p:nvSpPr>
          <p:cNvPr id="6" name="Slide Number Placeholder 5"/>
          <p:cNvSpPr>
            <a:spLocks noGrp="1"/>
          </p:cNvSpPr>
          <p:nvPr>
            <p:ph type="sldNum" sz="quarter" idx="12"/>
          </p:nvPr>
        </p:nvSpPr>
        <p:spPr/>
        <p:txBody>
          <a:bodyPr/>
          <a:lstStyle/>
          <a:p>
            <a:fld id="{00DE720E-C72B-42F0-AD69-52D60E3C605E}" type="slidenum">
              <a:rPr lang="en-US" smtClean="0">
                <a:solidFill>
                  <a:srgbClr val="E5E8E8">
                    <a:lumMod val="75000"/>
                  </a:srgbClr>
                </a:solidFill>
              </a:rPr>
              <a:pPr/>
              <a:t>‹#›</a:t>
            </a:fld>
            <a:endParaRPr lang="en-US">
              <a:solidFill>
                <a:srgbClr val="E5E8E8">
                  <a:lumMod val="75000"/>
                </a:srgbClr>
              </a:solidFill>
            </a:endParaRPr>
          </a:p>
        </p:txBody>
      </p:sp>
    </p:spTree>
    <p:extLst>
      <p:ext uri="{BB962C8B-B14F-4D97-AF65-F5344CB8AC3E}">
        <p14:creationId xmlns:p14="http://schemas.microsoft.com/office/powerpoint/2010/main" val="450657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567712" y="304801"/>
            <a:ext cx="1011672" cy="57912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441" y="304801"/>
            <a:ext cx="9649486" cy="5791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937BCD0-D5B4-45A7-8C59-FB248CD53AD3}" type="datetime1">
              <a:rPr lang="en-US" smtClean="0">
                <a:solidFill>
                  <a:srgbClr val="E5E8E8">
                    <a:lumMod val="75000"/>
                  </a:srgbClr>
                </a:solidFill>
              </a:rPr>
              <a:pPr/>
              <a:t>6/11/2015</a:t>
            </a:fld>
            <a:endParaRPr lang="en-US">
              <a:solidFill>
                <a:srgbClr val="E5E8E8">
                  <a:lumMod val="75000"/>
                </a:srgbClr>
              </a:solidFill>
            </a:endParaRPr>
          </a:p>
        </p:txBody>
      </p:sp>
      <p:sp>
        <p:nvSpPr>
          <p:cNvPr id="5" name="Footer Placeholder 4"/>
          <p:cNvSpPr>
            <a:spLocks noGrp="1"/>
          </p:cNvSpPr>
          <p:nvPr>
            <p:ph type="ftr" sz="quarter" idx="11"/>
          </p:nvPr>
        </p:nvSpPr>
        <p:spPr/>
        <p:txBody>
          <a:bodyPr/>
          <a:lstStyle/>
          <a:p>
            <a:endParaRPr lang="en-US">
              <a:solidFill>
                <a:srgbClr val="E5E8E8">
                  <a:lumMod val="75000"/>
                </a:srgbClr>
              </a:solidFill>
            </a:endParaRPr>
          </a:p>
        </p:txBody>
      </p:sp>
      <p:sp>
        <p:nvSpPr>
          <p:cNvPr id="6" name="Slide Number Placeholder 5"/>
          <p:cNvSpPr>
            <a:spLocks noGrp="1"/>
          </p:cNvSpPr>
          <p:nvPr>
            <p:ph type="sldNum" sz="quarter" idx="12"/>
          </p:nvPr>
        </p:nvSpPr>
        <p:spPr/>
        <p:txBody>
          <a:bodyPr/>
          <a:lstStyle/>
          <a:p>
            <a:fld id="{00DE720E-C72B-42F0-AD69-52D60E3C605E}" type="slidenum">
              <a:rPr lang="en-US" smtClean="0">
                <a:solidFill>
                  <a:srgbClr val="E5E8E8">
                    <a:lumMod val="75000"/>
                  </a:srgbClr>
                </a:solidFill>
              </a:rPr>
              <a:pPr/>
              <a:t>‹#›</a:t>
            </a:fld>
            <a:endParaRPr lang="en-US">
              <a:solidFill>
                <a:srgbClr val="E5E8E8">
                  <a:lumMod val="75000"/>
                </a:srgbClr>
              </a:solidFill>
            </a:endParaRPr>
          </a:p>
        </p:txBody>
      </p:sp>
    </p:spTree>
    <p:extLst>
      <p:ext uri="{BB962C8B-B14F-4D97-AF65-F5344CB8AC3E}">
        <p14:creationId xmlns:p14="http://schemas.microsoft.com/office/powerpoint/2010/main" val="2713460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13.xml><?xml version="1.0" encoding="utf-8"?>
<p:sldLayout xmlns:a="http://schemas.openxmlformats.org/drawingml/2006/main" xmlns:r="http://schemas.openxmlformats.org/officeDocument/2006/relationships" xmlns:p="http://schemas.openxmlformats.org/presentationml/2006/main">
  <p:cSld name="Title, sub title with content">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black">
          <a:xfrm>
            <a:off x="441845" y="1001854"/>
            <a:ext cx="10820123" cy="369332"/>
          </a:xfrm>
          <a:prstGeom prst="rect">
            <a:avLst/>
          </a:prstGeom>
        </p:spPr>
        <p:txBody>
          <a:bodyPr wrap="square" anchor="t">
            <a:noAutofit/>
          </a:bodyPr>
          <a:lstStyle>
            <a:lvl1pPr marL="0" indent="0" algn="l">
              <a:lnSpc>
                <a:spcPct val="100000"/>
              </a:lnSpc>
              <a:buNone/>
              <a:defRPr sz="2399" b="0" i="0">
                <a:solidFill>
                  <a:srgbClr val="000000"/>
                </a:solidFill>
                <a:latin typeface="HP Simplified" pitchFamily="34" charset="0"/>
                <a:cs typeface="HP Simplified" pitchFamily="34" charset="0"/>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noProof="0" dirty="0" smtClean="0"/>
              <a:t>Click to edit master subtitle style</a:t>
            </a:r>
            <a:endParaRPr lang="en-US" noProof="0" dirty="0"/>
          </a:p>
        </p:txBody>
      </p:sp>
      <p:sp>
        <p:nvSpPr>
          <p:cNvPr id="7" name="Title 6"/>
          <p:cNvSpPr>
            <a:spLocks noGrp="1"/>
          </p:cNvSpPr>
          <p:nvPr>
            <p:ph type="title" hasCustomPrompt="1"/>
          </p:nvPr>
        </p:nvSpPr>
        <p:spPr bwMode="black">
          <a:xfrm>
            <a:off x="441845" y="313419"/>
            <a:ext cx="10820123" cy="574516"/>
          </a:xfrm>
        </p:spPr>
        <p:txBody>
          <a:bodyPr wrap="square">
            <a:noAutofit/>
          </a:bodyPr>
          <a:lstStyle>
            <a:lvl1pPr>
              <a:defRPr b="1" i="0">
                <a:solidFill>
                  <a:srgbClr val="000000"/>
                </a:solidFill>
                <a:latin typeface="HP Simplified" pitchFamily="34" charset="0"/>
                <a:cs typeface="HP Simplified" pitchFamily="34" charset="0"/>
              </a:defRPr>
            </a:lvl1pPr>
          </a:lstStyle>
          <a:p>
            <a:r>
              <a:rPr lang="en-US" noProof="0" dirty="0" smtClean="0"/>
              <a:t>Click to edit master title style</a:t>
            </a:r>
            <a:endParaRPr lang="en-US" noProof="0" dirty="0"/>
          </a:p>
        </p:txBody>
      </p:sp>
      <p:sp>
        <p:nvSpPr>
          <p:cNvPr id="6" name="Content Placeholder 5"/>
          <p:cNvSpPr>
            <a:spLocks noGrp="1"/>
          </p:cNvSpPr>
          <p:nvPr>
            <p:ph sz="quarter" idx="10"/>
          </p:nvPr>
        </p:nvSpPr>
        <p:spPr>
          <a:xfrm>
            <a:off x="438798" y="1584962"/>
            <a:ext cx="10823677" cy="4305300"/>
          </a:xfrm>
        </p:spPr>
        <p:txBody>
          <a:bodyPr wrap="square">
            <a:noAutofit/>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006864518"/>
      </p:ext>
    </p:extLst>
  </p:cSld>
  <p:clrMapOvr>
    <a:masterClrMapping/>
  </p:clrMapOvr>
  <p:timing>
    <p:tnLst>
      <p:par>
        <p:cTn id="1" dur="indefinite" restart="never" nodeType="tmRoot"/>
      </p:par>
    </p:tnLst>
  </p:timing>
  <p:hf hdr="0" ftr="0" dt="0"/>
</p:sldLayout>
</file>

<file path=ppt/slideLayouts/slideLayout114.xml><?xml version="1.0" encoding="utf-8"?>
<p:sldLayout xmlns:a="http://schemas.openxmlformats.org/drawingml/2006/main" xmlns:r="http://schemas.openxmlformats.org/officeDocument/2006/relationships" xmlns:p="http://schemas.openxmlformats.org/presentationml/2006/main" userDrawn="1">
  <p:cSld name="Half page, sub title with image">
    <p:bg>
      <p:bgPr>
        <a:solidFill>
          <a:schemeClr val="bg1"/>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1"/>
          </p:nvPr>
        </p:nvSpPr>
        <p:spPr>
          <a:xfrm>
            <a:off x="6090183" y="1581397"/>
            <a:ext cx="5169671" cy="4296588"/>
          </a:xfrm>
        </p:spPr>
        <p:txBody>
          <a:bodyPr anchor="ctr"/>
          <a:lstStyle>
            <a:lvl1pPr algn="ctr">
              <a:defRPr b="0">
                <a:solidFill>
                  <a:schemeClr val="tx1"/>
                </a:solidFill>
              </a:defRPr>
            </a:lvl1pPr>
          </a:lstStyle>
          <a:p>
            <a:endParaRPr lang="en-US" dirty="0"/>
          </a:p>
        </p:txBody>
      </p:sp>
      <p:sp>
        <p:nvSpPr>
          <p:cNvPr id="7" name="Title 6"/>
          <p:cNvSpPr>
            <a:spLocks noGrp="1"/>
          </p:cNvSpPr>
          <p:nvPr>
            <p:ph type="title" hasCustomPrompt="1"/>
          </p:nvPr>
        </p:nvSpPr>
        <p:spPr bwMode="black">
          <a:xfrm>
            <a:off x="441844" y="313417"/>
            <a:ext cx="11274663" cy="573024"/>
          </a:xfrm>
        </p:spPr>
        <p:txBody>
          <a:bodyPr/>
          <a:lstStyle>
            <a:lvl1pPr>
              <a:defRPr b="1" i="0">
                <a:solidFill>
                  <a:srgbClr val="000000"/>
                </a:solidFill>
                <a:latin typeface="HP Simplified" pitchFamily="34" charset="0"/>
                <a:cs typeface="HP Simplified" pitchFamily="34" charset="0"/>
              </a:defRPr>
            </a:lvl1pPr>
          </a:lstStyle>
          <a:p>
            <a:r>
              <a:rPr lang="en-US" noProof="0" dirty="0" smtClean="0"/>
              <a:t>Click to edit master title style</a:t>
            </a:r>
            <a:endParaRPr lang="en-US" noProof="0" dirty="0"/>
          </a:p>
        </p:txBody>
      </p:sp>
      <p:sp>
        <p:nvSpPr>
          <p:cNvPr id="6" name="Content Placeholder 5"/>
          <p:cNvSpPr>
            <a:spLocks noGrp="1"/>
          </p:cNvSpPr>
          <p:nvPr>
            <p:ph sz="quarter" idx="10"/>
          </p:nvPr>
        </p:nvSpPr>
        <p:spPr>
          <a:xfrm>
            <a:off x="438798" y="1584960"/>
            <a:ext cx="5347423" cy="4293024"/>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Subtitle 2"/>
          <p:cNvSpPr>
            <a:spLocks noGrp="1"/>
          </p:cNvSpPr>
          <p:nvPr>
            <p:ph type="subTitle" idx="1" hasCustomPrompt="1"/>
          </p:nvPr>
        </p:nvSpPr>
        <p:spPr bwMode="black">
          <a:xfrm>
            <a:off x="441847" y="1001854"/>
            <a:ext cx="11277202" cy="369332"/>
          </a:xfrm>
          <a:prstGeom prst="rect">
            <a:avLst/>
          </a:prstGeom>
        </p:spPr>
        <p:txBody>
          <a:bodyPr wrap="square" anchor="t">
            <a:noAutofit/>
          </a:bodyPr>
          <a:lstStyle>
            <a:lvl1pPr marL="0" indent="0" algn="l">
              <a:lnSpc>
                <a:spcPct val="100000"/>
              </a:lnSpc>
              <a:buNone/>
              <a:defRPr sz="2399" b="0" i="0">
                <a:solidFill>
                  <a:srgbClr val="000000"/>
                </a:solidFill>
                <a:latin typeface="HP Simplified" pitchFamily="34" charset="0"/>
                <a:cs typeface="HP Simplified" pitchFamily="34" charset="0"/>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noProof="0" dirty="0" smtClean="0"/>
              <a:t>Click to edit master subtitle style</a:t>
            </a:r>
            <a:endParaRPr lang="en-US" noProof="0" dirty="0"/>
          </a:p>
        </p:txBody>
      </p:sp>
    </p:spTree>
    <p:extLst>
      <p:ext uri="{BB962C8B-B14F-4D97-AF65-F5344CB8AC3E}">
        <p14:creationId xmlns:p14="http://schemas.microsoft.com/office/powerpoint/2010/main" val="19484636"/>
      </p:ext>
    </p:extLst>
  </p:cSld>
  <p:clrMapOvr>
    <a:masterClrMapping/>
  </p:clrMapOvr>
  <p:timing>
    <p:tnLst>
      <p:par>
        <p:cTn id="1" dur="indefinite" restart="never" nodeType="tmRoot"/>
      </p:par>
    </p:tnLst>
  </p:timing>
</p:sldLayout>
</file>

<file path=ppt/slideLayouts/slideLayout115.xml><?xml version="1.0" encoding="utf-8"?>
<p:sldLayout xmlns:a="http://schemas.openxmlformats.org/drawingml/2006/main" xmlns:r="http://schemas.openxmlformats.org/officeDocument/2006/relationships" xmlns:p="http://schemas.openxmlformats.org/presentationml/2006/main" userDrawn="1">
  <p:cSld name="NEW Title with sub-title only">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0" y="0"/>
          <a:ext cx="211612" cy="211667"/>
        </p:xfrm>
        <a:graphic>
          <a:graphicData uri="http://schemas.openxmlformats.org/presentationml/2006/ole">
            <mc:AlternateContent xmlns:mc="http://schemas.openxmlformats.org/markup-compatibility/2006">
              <mc:Choice xmlns:v="urn:schemas-microsoft-com:vml" Requires="v">
                <p:oleObj spid="_x0000_s6331" name="think-cell Slide" r:id="rId6" imgW="360" imgH="360" progId="">
                  <p:embed/>
                </p:oleObj>
              </mc:Choice>
              <mc:Fallback>
                <p:oleObj name="think-cell Slide" r:id="rId6" imgW="360" imgH="360" progId="">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211612" cy="211667"/>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3" name="Subtitle 2"/>
          <p:cNvSpPr>
            <a:spLocks noGrp="1"/>
          </p:cNvSpPr>
          <p:nvPr>
            <p:ph type="subTitle" idx="1" hasCustomPrompt="1"/>
            <p:custDataLst>
              <p:tags r:id="rId3"/>
            </p:custDataLst>
          </p:nvPr>
        </p:nvSpPr>
        <p:spPr bwMode="black">
          <a:xfrm>
            <a:off x="441845" y="1001854"/>
            <a:ext cx="10820123" cy="369332"/>
          </a:xfrm>
          <a:prstGeom prst="rect">
            <a:avLst/>
          </a:prstGeom>
        </p:spPr>
        <p:txBody>
          <a:bodyPr wrap="square" anchor="t">
            <a:noAutofit/>
          </a:bodyPr>
          <a:lstStyle>
            <a:lvl1pPr marL="0" indent="0" algn="l">
              <a:lnSpc>
                <a:spcPct val="100000"/>
              </a:lnSpc>
              <a:buNone/>
              <a:defRPr sz="2399" b="0" i="0">
                <a:solidFill>
                  <a:srgbClr val="000000"/>
                </a:solidFill>
                <a:latin typeface="HP Simplified" pitchFamily="34" charset="0"/>
                <a:cs typeface="HP Simplified" pitchFamily="34" charset="0"/>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noProof="0" dirty="0" smtClean="0"/>
              <a:t>Click to edit master subtitle style</a:t>
            </a:r>
            <a:endParaRPr lang="en-US" noProof="0" dirty="0"/>
          </a:p>
        </p:txBody>
      </p:sp>
      <p:sp>
        <p:nvSpPr>
          <p:cNvPr id="7" name="Title 6"/>
          <p:cNvSpPr>
            <a:spLocks noGrp="1"/>
          </p:cNvSpPr>
          <p:nvPr>
            <p:ph type="title" hasCustomPrompt="1"/>
            <p:custDataLst>
              <p:tags r:id="rId4"/>
            </p:custDataLst>
          </p:nvPr>
        </p:nvSpPr>
        <p:spPr bwMode="black">
          <a:xfrm>
            <a:off x="441845" y="313419"/>
            <a:ext cx="10820123" cy="574516"/>
          </a:xfrm>
        </p:spPr>
        <p:txBody>
          <a:bodyPr wrap="square">
            <a:noAutofit/>
          </a:bodyPr>
          <a:lstStyle>
            <a:lvl1pPr>
              <a:defRPr b="1" i="0">
                <a:solidFill>
                  <a:srgbClr val="000000"/>
                </a:solidFill>
                <a:latin typeface="HP Simplified" pitchFamily="34" charset="0"/>
                <a:cs typeface="HP Simplified" pitchFamily="34" charset="0"/>
              </a:defRPr>
            </a:lvl1pPr>
          </a:lstStyle>
          <a:p>
            <a:r>
              <a:rPr lang="en-US" noProof="0" dirty="0" smtClean="0"/>
              <a:t>Click to edit master title style</a:t>
            </a:r>
            <a:endParaRPr lang="en-US" noProof="0" dirty="0"/>
          </a:p>
        </p:txBody>
      </p:sp>
    </p:spTree>
    <p:extLst>
      <p:ext uri="{BB962C8B-B14F-4D97-AF65-F5344CB8AC3E}">
        <p14:creationId xmlns:p14="http://schemas.microsoft.com/office/powerpoint/2010/main" val="1151032622"/>
      </p:ext>
    </p:extLst>
  </p:cSld>
  <p:clrMapOvr>
    <a:masterClrMapping/>
  </p:clrMapOvr>
  <p:timing>
    <p:tnLst>
      <p:par>
        <p:cTn id="1" dur="indefinite" restart="never" nodeType="tmRoot"/>
      </p:par>
    </p:tnLst>
  </p:timing>
  <p:hf hdr="0" ftr="0" dt="0"/>
</p:sldLayout>
</file>

<file path=ppt/slideLayouts/slideLayout116.xml><?xml version="1.0" encoding="utf-8"?>
<p:sldLayout xmlns:a="http://schemas.openxmlformats.org/drawingml/2006/main" xmlns:r="http://schemas.openxmlformats.org/officeDocument/2006/relationships" xmlns:p="http://schemas.openxmlformats.org/presentationml/2006/main">
  <p:cSld name="1_NEW Title, sub title with content">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 y="1"/>
          <a:ext cx="211612" cy="211667"/>
        </p:xfrm>
        <a:graphic>
          <a:graphicData uri="http://schemas.openxmlformats.org/presentationml/2006/ole">
            <mc:AlternateContent xmlns:mc="http://schemas.openxmlformats.org/markup-compatibility/2006">
              <mc:Choice xmlns:v="urn:schemas-microsoft-com:vml" Requires="v">
                <p:oleObj spid="_x0000_s7355" name="think-cell Slide" r:id="rId7" imgW="360" imgH="360" progId="">
                  <p:embed/>
                </p:oleObj>
              </mc:Choice>
              <mc:Fallback>
                <p:oleObj name="think-cell Slide" r:id="rId7" imgW="360" imgH="360" progId="">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 y="1"/>
                        <a:ext cx="211612" cy="211667"/>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3" name="Subtitle 2"/>
          <p:cNvSpPr>
            <a:spLocks noGrp="1"/>
          </p:cNvSpPr>
          <p:nvPr>
            <p:ph type="subTitle" idx="1" hasCustomPrompt="1"/>
            <p:custDataLst>
              <p:tags r:id="rId3"/>
            </p:custDataLst>
          </p:nvPr>
        </p:nvSpPr>
        <p:spPr bwMode="black">
          <a:xfrm>
            <a:off x="441845" y="1001854"/>
            <a:ext cx="10820123" cy="369332"/>
          </a:xfrm>
          <a:prstGeom prst="rect">
            <a:avLst/>
          </a:prstGeom>
        </p:spPr>
        <p:txBody>
          <a:bodyPr wrap="square" anchor="t">
            <a:noAutofit/>
          </a:bodyPr>
          <a:lstStyle>
            <a:lvl1pPr marL="0" indent="0" algn="l">
              <a:lnSpc>
                <a:spcPct val="100000"/>
              </a:lnSpc>
              <a:buNone/>
              <a:defRPr sz="2399" b="0" i="0">
                <a:solidFill>
                  <a:srgbClr val="000000"/>
                </a:solidFill>
                <a:latin typeface="HP Simplified" pitchFamily="34" charset="0"/>
                <a:cs typeface="HP Simplified" pitchFamily="34" charset="0"/>
              </a:defRPr>
            </a:lvl1pPr>
            <a:lvl2pPr marL="609433" indent="0" algn="ctr">
              <a:buNone/>
              <a:defRPr>
                <a:solidFill>
                  <a:schemeClr val="tx1">
                    <a:tint val="75000"/>
                  </a:schemeClr>
                </a:solidFill>
              </a:defRPr>
            </a:lvl2pPr>
            <a:lvl3pPr marL="1218866" indent="0" algn="ctr">
              <a:buNone/>
              <a:defRPr>
                <a:solidFill>
                  <a:schemeClr val="tx1">
                    <a:tint val="75000"/>
                  </a:schemeClr>
                </a:solidFill>
              </a:defRPr>
            </a:lvl3pPr>
            <a:lvl4pPr marL="1828297" indent="0" algn="ctr">
              <a:buNone/>
              <a:defRPr>
                <a:solidFill>
                  <a:schemeClr val="tx1">
                    <a:tint val="75000"/>
                  </a:schemeClr>
                </a:solidFill>
              </a:defRPr>
            </a:lvl4pPr>
            <a:lvl5pPr marL="2437729" indent="0" algn="ctr">
              <a:buNone/>
              <a:defRPr>
                <a:solidFill>
                  <a:schemeClr val="tx1">
                    <a:tint val="75000"/>
                  </a:schemeClr>
                </a:solidFill>
              </a:defRPr>
            </a:lvl5pPr>
            <a:lvl6pPr marL="3047162" indent="0" algn="ctr">
              <a:buNone/>
              <a:defRPr>
                <a:solidFill>
                  <a:schemeClr val="tx1">
                    <a:tint val="75000"/>
                  </a:schemeClr>
                </a:solidFill>
              </a:defRPr>
            </a:lvl6pPr>
            <a:lvl7pPr marL="3656595" indent="0" algn="ctr">
              <a:buNone/>
              <a:defRPr>
                <a:solidFill>
                  <a:schemeClr val="tx1">
                    <a:tint val="75000"/>
                  </a:schemeClr>
                </a:solidFill>
              </a:defRPr>
            </a:lvl7pPr>
            <a:lvl8pPr marL="4266027" indent="0" algn="ctr">
              <a:buNone/>
              <a:defRPr>
                <a:solidFill>
                  <a:schemeClr val="tx1">
                    <a:tint val="75000"/>
                  </a:schemeClr>
                </a:solidFill>
              </a:defRPr>
            </a:lvl8pPr>
            <a:lvl9pPr marL="4875459" indent="0" algn="ctr">
              <a:buNone/>
              <a:defRPr>
                <a:solidFill>
                  <a:schemeClr val="tx1">
                    <a:tint val="75000"/>
                  </a:schemeClr>
                </a:solidFill>
              </a:defRPr>
            </a:lvl9pPr>
          </a:lstStyle>
          <a:p>
            <a:r>
              <a:rPr lang="en-US" noProof="0" dirty="0" smtClean="0"/>
              <a:t>Click to edit master subtitle style</a:t>
            </a:r>
            <a:endParaRPr lang="en-US" noProof="0" dirty="0"/>
          </a:p>
        </p:txBody>
      </p:sp>
      <p:sp>
        <p:nvSpPr>
          <p:cNvPr id="7" name="Title 6"/>
          <p:cNvSpPr>
            <a:spLocks noGrp="1"/>
          </p:cNvSpPr>
          <p:nvPr>
            <p:ph type="title" hasCustomPrompt="1"/>
            <p:custDataLst>
              <p:tags r:id="rId4"/>
            </p:custDataLst>
          </p:nvPr>
        </p:nvSpPr>
        <p:spPr bwMode="black">
          <a:xfrm>
            <a:off x="441845" y="313419"/>
            <a:ext cx="10820123" cy="574516"/>
          </a:xfrm>
        </p:spPr>
        <p:txBody>
          <a:bodyPr wrap="square">
            <a:noAutofit/>
          </a:bodyPr>
          <a:lstStyle>
            <a:lvl1pPr>
              <a:defRPr b="1" i="0">
                <a:solidFill>
                  <a:srgbClr val="000000"/>
                </a:solidFill>
                <a:latin typeface="HP Simplified" pitchFamily="34" charset="0"/>
                <a:cs typeface="HP Simplified" pitchFamily="34" charset="0"/>
              </a:defRPr>
            </a:lvl1pPr>
          </a:lstStyle>
          <a:p>
            <a:r>
              <a:rPr lang="en-US" noProof="0" dirty="0" smtClean="0"/>
              <a:t>Click to edit master title style</a:t>
            </a:r>
            <a:endParaRPr lang="en-US" noProof="0" dirty="0"/>
          </a:p>
        </p:txBody>
      </p:sp>
      <p:sp>
        <p:nvSpPr>
          <p:cNvPr id="6" name="Content Placeholder 5"/>
          <p:cNvSpPr>
            <a:spLocks noGrp="1"/>
          </p:cNvSpPr>
          <p:nvPr>
            <p:ph sz="quarter" idx="10"/>
            <p:custDataLst>
              <p:tags r:id="rId5"/>
            </p:custDataLst>
          </p:nvPr>
        </p:nvSpPr>
        <p:spPr>
          <a:xfrm>
            <a:off x="438798" y="1584963"/>
            <a:ext cx="10823677" cy="4305300"/>
          </a:xfrm>
        </p:spPr>
        <p:txBody>
          <a:bodyPr wrap="square">
            <a:noAutofit/>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887222802"/>
      </p:ext>
    </p:extLst>
  </p:cSld>
  <p:clrMapOvr>
    <a:masterClrMapping/>
  </p:clrMapOvr>
  <p:timing>
    <p:tnLst>
      <p:par>
        <p:cTn id="1" dur="indefinite" restart="never" nodeType="tmRoot"/>
      </p:par>
    </p:tnLst>
  </p:timing>
  <p:hf hdr="0" ftr="0" dt="0"/>
</p:sldLayout>
</file>

<file path=ppt/slideLayouts/slideLayout117.xml><?xml version="1.0" encoding="utf-8"?>
<p:sldLayout xmlns:a="http://schemas.openxmlformats.org/drawingml/2006/main" xmlns:r="http://schemas.openxmlformats.org/officeDocument/2006/relationships" xmlns:p="http://schemas.openxmlformats.org/presentationml/2006/main">
  <p:cSld name="Title, sub title with bullets">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bwMode="black">
          <a:xfrm>
            <a:off x="438798" y="1001854"/>
            <a:ext cx="10820123" cy="369332"/>
          </a:xfrm>
          <a:prstGeom prst="rect">
            <a:avLst/>
          </a:prstGeom>
        </p:spPr>
        <p:txBody>
          <a:bodyPr>
            <a:noAutofit/>
          </a:bodyPr>
          <a:lstStyle>
            <a:lvl1pPr marL="0" indent="0" algn="l">
              <a:lnSpc>
                <a:spcPct val="100000"/>
              </a:lnSpc>
              <a:buNone/>
              <a:defRPr sz="2399" b="0" i="0">
                <a:solidFill>
                  <a:srgbClr val="000000"/>
                </a:solidFill>
                <a:latin typeface="HP Simplified" pitchFamily="34" charset="0"/>
                <a:cs typeface="HP Simplified" pitchFamily="34" charset="0"/>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noProof="0" smtClean="0"/>
              <a:t>Click to edit Master subtitle style</a:t>
            </a:r>
            <a:endParaRPr lang="en-US" noProof="0" dirty="0"/>
          </a:p>
        </p:txBody>
      </p:sp>
      <p:sp>
        <p:nvSpPr>
          <p:cNvPr id="7" name="Title 6"/>
          <p:cNvSpPr>
            <a:spLocks noGrp="1"/>
          </p:cNvSpPr>
          <p:nvPr>
            <p:ph type="title"/>
          </p:nvPr>
        </p:nvSpPr>
        <p:spPr bwMode="black">
          <a:xfrm>
            <a:off x="438798" y="313419"/>
            <a:ext cx="10820123" cy="574516"/>
          </a:xfrm>
        </p:spPr>
        <p:txBody>
          <a:bodyPr>
            <a:noAutofit/>
          </a:bodyPr>
          <a:lstStyle>
            <a:lvl1pPr>
              <a:defRPr b="1" i="0">
                <a:solidFill>
                  <a:srgbClr val="000000"/>
                </a:solidFill>
                <a:latin typeface="HP Simplified" pitchFamily="34" charset="0"/>
                <a:cs typeface="HP Simplified" pitchFamily="34" charset="0"/>
              </a:defRPr>
            </a:lvl1pPr>
          </a:lstStyle>
          <a:p>
            <a:r>
              <a:rPr lang="en-US" noProof="0" smtClean="0"/>
              <a:t>Click to edit Master title style</a:t>
            </a:r>
            <a:endParaRPr lang="en-US" noProof="0" dirty="0"/>
          </a:p>
        </p:txBody>
      </p:sp>
      <p:sp>
        <p:nvSpPr>
          <p:cNvPr id="6" name="Content Placeholder 5"/>
          <p:cNvSpPr>
            <a:spLocks noGrp="1"/>
          </p:cNvSpPr>
          <p:nvPr>
            <p:ph sz="quarter" idx="10"/>
          </p:nvPr>
        </p:nvSpPr>
        <p:spPr>
          <a:xfrm>
            <a:off x="438798" y="1584962"/>
            <a:ext cx="10823677" cy="4305300"/>
          </a:xfrm>
        </p:spPr>
        <p:txBody>
          <a:bodyPr>
            <a:noAutofit/>
          </a:bodyPr>
          <a:lstStyle>
            <a:lvl1pPr marL="228543" indent="-228543">
              <a:buFont typeface="HP Simplified" pitchFamily="34" charset="0"/>
              <a:buChar char="•"/>
              <a:defRPr sz="1866" b="0">
                <a:solidFill>
                  <a:schemeClr val="tx1"/>
                </a:solidFill>
              </a:defRPr>
            </a:lvl1pPr>
            <a:lvl2pPr marL="457086" indent="-228543">
              <a:buSzPct val="80000"/>
              <a:buFont typeface="HP Simplified" pitchFamily="34" charset="0"/>
              <a:buChar char="–"/>
              <a:defRPr sz="1866">
                <a:solidFill>
                  <a:srgbClr val="000000"/>
                </a:solidFill>
              </a:defRPr>
            </a:lvl2pPr>
            <a:lvl3pPr marL="683513" indent="-226427">
              <a:defRPr sz="1866">
                <a:solidFill>
                  <a:srgbClr val="000000"/>
                </a:solidFill>
              </a:defRPr>
            </a:lvl3pPr>
            <a:lvl4pPr marL="920520" indent="-241240">
              <a:defRPr sz="1866">
                <a:solidFill>
                  <a:srgbClr val="000000"/>
                </a:solidFill>
              </a:defRPr>
            </a:lvl4pPr>
            <a:lvl5pPr marL="1110973" indent="-201034">
              <a:defRPr sz="1866">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398286108"/>
      </p:ext>
    </p:extLst>
  </p:cSld>
  <p:clrMapOvr>
    <a:masterClrMapping/>
  </p:clrMapOvr>
  <p:hf hdr="0" ftr="0" dt="0"/>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userDrawn="1">
  <p:cSld name="Blue quote slide with subtitle">
    <p:bg>
      <p:bgPr>
        <a:solidFill>
          <a:schemeClr val="accent1"/>
        </a:solidFill>
        <a:effectLst/>
      </p:bgPr>
    </p:bg>
    <p:spTree>
      <p:nvGrpSpPr>
        <p:cNvPr id="1" name=""/>
        <p:cNvGrpSpPr/>
        <p:nvPr/>
      </p:nvGrpSpPr>
      <p:grpSpPr>
        <a:xfrm>
          <a:off x="0" y="0"/>
          <a:ext cx="0" cy="0"/>
          <a:chOff x="0" y="0"/>
          <a:chExt cx="0" cy="0"/>
        </a:xfrm>
      </p:grpSpPr>
      <p:sp>
        <p:nvSpPr>
          <p:cNvPr id="16" name="Title 1"/>
          <p:cNvSpPr>
            <a:spLocks noGrp="1"/>
          </p:cNvSpPr>
          <p:nvPr>
            <p:ph type="ctrTitle" hasCustomPrompt="1"/>
          </p:nvPr>
        </p:nvSpPr>
        <p:spPr bwMode="black">
          <a:xfrm>
            <a:off x="438798" y="321226"/>
            <a:ext cx="9627295" cy="2675604"/>
          </a:xfrm>
          <a:prstGeom prst="rect">
            <a:avLst/>
          </a:prstGeom>
        </p:spPr>
        <p:txBody>
          <a:bodyPr wrap="square" lIns="0" tIns="0" rIns="0" bIns="0" anchor="t" anchorCtr="0">
            <a:noAutofit/>
          </a:bodyPr>
          <a:lstStyle>
            <a:lvl1pPr algn="l" defTabSz="609448" rtl="0" eaLnBrk="1" latinLnBrk="0" hangingPunct="1">
              <a:lnSpc>
                <a:spcPct val="90000"/>
              </a:lnSpc>
              <a:spcBef>
                <a:spcPct val="0"/>
              </a:spcBef>
              <a:spcAft>
                <a:spcPts val="0"/>
              </a:spcAft>
              <a:buNone/>
              <a:defRPr lang="en-US" sz="5332" b="1" i="0" kern="1200" spc="-133" noProof="0" dirty="0">
                <a:solidFill>
                  <a:schemeClr val="bg1"/>
                </a:solidFill>
                <a:latin typeface="HP Simplified" pitchFamily="34" charset="0"/>
                <a:ea typeface="+mj-ea"/>
                <a:cs typeface="HP Simplified" pitchFamily="34" charset="0"/>
              </a:defRPr>
            </a:lvl1pPr>
          </a:lstStyle>
          <a:p>
            <a:r>
              <a:rPr lang="en-US" noProof="0" dirty="0" smtClean="0"/>
              <a:t>Click to edit </a:t>
            </a:r>
            <a:br>
              <a:rPr lang="en-US" noProof="0" dirty="0" smtClean="0"/>
            </a:br>
            <a:r>
              <a:rPr lang="en-US" noProof="0" dirty="0" smtClean="0"/>
              <a:t>master </a:t>
            </a:r>
            <a:br>
              <a:rPr lang="en-US" noProof="0" dirty="0" smtClean="0"/>
            </a:br>
            <a:r>
              <a:rPr lang="en-US" noProof="0" dirty="0" smtClean="0"/>
              <a:t>title style</a:t>
            </a:r>
            <a:endParaRPr lang="en-US" noProof="0" dirty="0"/>
          </a:p>
        </p:txBody>
      </p:sp>
      <p:pic>
        <p:nvPicPr>
          <p:cNvPr id="7" name="Picture 6" descr="HP_White_RGB_150_SM.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37332" y="6047232"/>
            <a:ext cx="487521" cy="487648"/>
          </a:xfrm>
          <a:prstGeom prst="rect">
            <a:avLst/>
          </a:prstGeom>
        </p:spPr>
      </p:pic>
      <p:sp>
        <p:nvSpPr>
          <p:cNvPr id="6" name="TextBox 5"/>
          <p:cNvSpPr txBox="1"/>
          <p:nvPr userDrawn="1"/>
        </p:nvSpPr>
        <p:spPr>
          <a:xfrm>
            <a:off x="438798" y="6345071"/>
            <a:ext cx="10680611" cy="304800"/>
          </a:xfrm>
          <a:prstGeom prst="rect">
            <a:avLst/>
          </a:prstGeom>
          <a:noFill/>
        </p:spPr>
        <p:txBody>
          <a:bodyPr wrap="square" lIns="0" rtlCol="0">
            <a:noAutofit/>
          </a:bodyPr>
          <a:lstStyle/>
          <a:p>
            <a:pPr>
              <a:defRPr/>
            </a:pPr>
            <a:r>
              <a:rPr lang="en-US" sz="933" dirty="0" smtClean="0">
                <a:solidFill>
                  <a:prstClr val="white"/>
                </a:solidFill>
                <a:cs typeface="HP Simplified"/>
              </a:rPr>
              <a:t>© Copyright 2012 Hewlett-Packard Development Company, L.P.  The information contained herein is subject to change without notice.</a:t>
            </a:r>
          </a:p>
        </p:txBody>
      </p:sp>
      <p:sp>
        <p:nvSpPr>
          <p:cNvPr id="5" name="Subtitle 2"/>
          <p:cNvSpPr>
            <a:spLocks noGrp="1"/>
          </p:cNvSpPr>
          <p:nvPr>
            <p:ph type="subTitle" idx="1" hasCustomPrompt="1"/>
          </p:nvPr>
        </p:nvSpPr>
        <p:spPr>
          <a:xfrm>
            <a:off x="433579" y="4407148"/>
            <a:ext cx="6862308" cy="865632"/>
          </a:xfrm>
          <a:prstGeom prst="rect">
            <a:avLst/>
          </a:prstGeom>
        </p:spPr>
        <p:txBody>
          <a:bodyPr>
            <a:noAutofit/>
          </a:bodyPr>
          <a:lstStyle>
            <a:lvl1pPr marL="0" indent="0" algn="l">
              <a:lnSpc>
                <a:spcPct val="100000"/>
              </a:lnSpc>
              <a:spcBef>
                <a:spcPts val="0"/>
              </a:spcBef>
              <a:buNone/>
              <a:defRPr sz="2399" b="0">
                <a:solidFill>
                  <a:srgbClr val="FFFFFF"/>
                </a:solidFill>
                <a:latin typeface="+mn-lt"/>
                <a:cs typeface="Arial"/>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noProof="0" dirty="0" smtClean="0"/>
              <a:t>Click to edit master subtitle style</a:t>
            </a:r>
            <a:endParaRPr lang="en-US" noProof="0" dirty="0"/>
          </a:p>
        </p:txBody>
      </p:sp>
    </p:spTree>
    <p:extLst>
      <p:ext uri="{BB962C8B-B14F-4D97-AF65-F5344CB8AC3E}">
        <p14:creationId xmlns:p14="http://schemas.microsoft.com/office/powerpoint/2010/main" val="138058696"/>
      </p:ext>
    </p:extLst>
  </p:cSld>
  <p:clrMapOvr>
    <a:masterClrMapping/>
  </p:clrMapOvr>
  <p:timing>
    <p:tnLst>
      <p:par>
        <p:cTn id="1" dur="indefinite" restart="never" nodeType="tmRoot"/>
      </p:par>
    </p:tnLst>
  </p:timing>
</p:sldLayout>
</file>

<file path=ppt/slideLayouts/slideLayout119.xml><?xml version="1.0" encoding="utf-8"?>
<p:sldLayout xmlns:a="http://schemas.openxmlformats.org/drawingml/2006/main" xmlns:r="http://schemas.openxmlformats.org/officeDocument/2006/relationships" xmlns:p="http://schemas.openxmlformats.org/presentationml/2006/main" userDrawn="1">
  <p:cSld name="Title with content">
    <p:bg>
      <p:bgPr>
        <a:solidFill>
          <a:schemeClr val="bg1"/>
        </a:solidFill>
        <a:effectLst/>
      </p:bgPr>
    </p:bg>
    <p:spTree>
      <p:nvGrpSpPr>
        <p:cNvPr id="1" name=""/>
        <p:cNvGrpSpPr/>
        <p:nvPr/>
      </p:nvGrpSpPr>
      <p:grpSpPr>
        <a:xfrm>
          <a:off x="0" y="0"/>
          <a:ext cx="0" cy="0"/>
          <a:chOff x="0" y="0"/>
          <a:chExt cx="0" cy="0"/>
        </a:xfrm>
      </p:grpSpPr>
      <p:sp>
        <p:nvSpPr>
          <p:cNvPr id="7" name="Title 6"/>
          <p:cNvSpPr>
            <a:spLocks noGrp="1"/>
          </p:cNvSpPr>
          <p:nvPr>
            <p:ph type="title" hasCustomPrompt="1"/>
          </p:nvPr>
        </p:nvSpPr>
        <p:spPr bwMode="black">
          <a:xfrm>
            <a:off x="441845" y="313419"/>
            <a:ext cx="10820123" cy="574516"/>
          </a:xfrm>
        </p:spPr>
        <p:txBody>
          <a:bodyPr wrap="square">
            <a:noAutofit/>
          </a:bodyPr>
          <a:lstStyle>
            <a:lvl1pPr>
              <a:defRPr b="1" i="0">
                <a:solidFill>
                  <a:srgbClr val="000000"/>
                </a:solidFill>
                <a:latin typeface="HP Simplified" pitchFamily="34" charset="0"/>
                <a:cs typeface="HP Simplified" pitchFamily="34" charset="0"/>
              </a:defRPr>
            </a:lvl1pPr>
          </a:lstStyle>
          <a:p>
            <a:r>
              <a:rPr lang="en-US" noProof="0" dirty="0" smtClean="0"/>
              <a:t>Click to edit master title style</a:t>
            </a:r>
            <a:endParaRPr lang="en-US" noProof="0" dirty="0"/>
          </a:p>
        </p:txBody>
      </p:sp>
      <p:sp>
        <p:nvSpPr>
          <p:cNvPr id="6" name="Content Placeholder 5"/>
          <p:cNvSpPr>
            <a:spLocks noGrp="1"/>
          </p:cNvSpPr>
          <p:nvPr>
            <p:ph sz="quarter" idx="10"/>
          </p:nvPr>
        </p:nvSpPr>
        <p:spPr>
          <a:xfrm>
            <a:off x="438798" y="1584960"/>
            <a:ext cx="10821053" cy="4293024"/>
          </a:xfrm>
        </p:spPr>
        <p:txBody>
          <a:bodyPr wrap="square">
            <a:noAutofit/>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789937857"/>
      </p:ext>
    </p:extLst>
  </p:cSld>
  <p:clrMapOvr>
    <a:masterClrMapping/>
  </p:clrMapOvr>
  <p:transition/>
  <p:timing>
    <p:tnLst>
      <p:par>
        <p:cTn id="1" dur="indefinite" restart="never" nodeType="tmRoot"/>
      </p:par>
    </p:tnLst>
  </p:timing>
</p:sldLayout>
</file>

<file path=ppt/slideLayouts/slideLayout120.xml><?xml version="1.0" encoding="utf-8"?>
<p:sldLayout xmlns:a="http://schemas.openxmlformats.org/drawingml/2006/main" xmlns:r="http://schemas.openxmlformats.org/officeDocument/2006/relationships" xmlns:p="http://schemas.openxmlformats.org/presentationml/2006/main" userDrawn="1">
  <p:cSld name="NEW Title only">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0" y="0"/>
          <a:ext cx="211612" cy="211667"/>
        </p:xfrm>
        <a:graphic>
          <a:graphicData uri="http://schemas.openxmlformats.org/presentationml/2006/ole">
            <mc:AlternateContent xmlns:mc="http://schemas.openxmlformats.org/markup-compatibility/2006">
              <mc:Choice xmlns:v="urn:schemas-microsoft-com:vml" Requires="v">
                <p:oleObj spid="_x0000_s8379" name="think-cell Slide" r:id="rId5" imgW="360" imgH="360" progId="">
                  <p:embed/>
                </p:oleObj>
              </mc:Choice>
              <mc:Fallback>
                <p:oleObj name="think-cell Slide" r:id="rId5" imgW="360" imgH="360"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211612" cy="211667"/>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7" name="Title 6"/>
          <p:cNvSpPr>
            <a:spLocks noGrp="1"/>
          </p:cNvSpPr>
          <p:nvPr>
            <p:ph type="title" hasCustomPrompt="1"/>
            <p:custDataLst>
              <p:tags r:id="rId3"/>
            </p:custDataLst>
          </p:nvPr>
        </p:nvSpPr>
        <p:spPr bwMode="black">
          <a:xfrm>
            <a:off x="441845" y="313419"/>
            <a:ext cx="10820123" cy="574516"/>
          </a:xfrm>
        </p:spPr>
        <p:txBody>
          <a:bodyPr wrap="square">
            <a:noAutofit/>
          </a:bodyPr>
          <a:lstStyle>
            <a:lvl1pPr>
              <a:defRPr b="1" i="0">
                <a:solidFill>
                  <a:srgbClr val="000000"/>
                </a:solidFill>
                <a:latin typeface="HP Simplified" pitchFamily="34" charset="0"/>
                <a:cs typeface="HP Simplified" pitchFamily="34" charset="0"/>
              </a:defRPr>
            </a:lvl1pPr>
          </a:lstStyle>
          <a:p>
            <a:r>
              <a:rPr lang="en-US" noProof="0" dirty="0" smtClean="0"/>
              <a:t>Click to edit master title style</a:t>
            </a:r>
            <a:endParaRPr lang="en-US" noProof="0" dirty="0"/>
          </a:p>
        </p:txBody>
      </p:sp>
    </p:spTree>
    <p:extLst>
      <p:ext uri="{BB962C8B-B14F-4D97-AF65-F5344CB8AC3E}">
        <p14:creationId xmlns:p14="http://schemas.microsoft.com/office/powerpoint/2010/main" val="1966621385"/>
      </p:ext>
    </p:extLst>
  </p:cSld>
  <p:clrMapOvr>
    <a:masterClrMapping/>
  </p:clrMapOvr>
  <p:timing>
    <p:tnLst>
      <p:par>
        <p:cTn id="1" dur="indefinite" restart="never" nodeType="tmRoot"/>
      </p:par>
    </p:tnLst>
  </p:timing>
</p:sldLayout>
</file>

<file path=ppt/slideLayouts/slideLayout121.xml><?xml version="1.0" encoding="utf-8"?>
<p:sldLayout xmlns:a="http://schemas.openxmlformats.org/drawingml/2006/main" xmlns:r="http://schemas.openxmlformats.org/officeDocument/2006/relationships" xmlns:p="http://schemas.openxmlformats.org/presentationml/2006/main" userDrawn="1">
  <p:cSld name="NEW Title, sub-title with 2 columns">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0" y="0"/>
          <a:ext cx="211612" cy="211667"/>
        </p:xfrm>
        <a:graphic>
          <a:graphicData uri="http://schemas.openxmlformats.org/presentationml/2006/ole">
            <mc:AlternateContent xmlns:mc="http://schemas.openxmlformats.org/markup-compatibility/2006">
              <mc:Choice xmlns:v="urn:schemas-microsoft-com:vml" Requires="v">
                <p:oleObj spid="_x0000_s9403" name="think-cell Slide" r:id="rId8" imgW="360" imgH="360" progId="">
                  <p:embed/>
                </p:oleObj>
              </mc:Choice>
              <mc:Fallback>
                <p:oleObj name="think-cell Slide" r:id="rId8" imgW="360" imgH="360" progId="">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0"/>
                        <a:ext cx="211612" cy="211667"/>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
        <p:nvSpPr>
          <p:cNvPr id="13" name="Title Placeholder 1"/>
          <p:cNvSpPr>
            <a:spLocks noGrp="1"/>
          </p:cNvSpPr>
          <p:nvPr>
            <p:ph type="title" hasCustomPrompt="1"/>
            <p:custDataLst>
              <p:tags r:id="rId3"/>
            </p:custDataLst>
          </p:nvPr>
        </p:nvSpPr>
        <p:spPr bwMode="black">
          <a:xfrm>
            <a:off x="441847" y="313418"/>
            <a:ext cx="11277202" cy="387798"/>
          </a:xfrm>
          <a:prstGeom prst="rect">
            <a:avLst/>
          </a:prstGeom>
          <a:ln>
            <a:noFill/>
          </a:ln>
        </p:spPr>
        <p:txBody>
          <a:bodyPr vert="horz" wrap="square" lIns="0" tIns="0" rIns="0" bIns="0" rtlCol="0" anchor="t" anchorCtr="0">
            <a:spAutoFit/>
          </a:bodyPr>
          <a:lstStyle>
            <a:lvl1pPr>
              <a:defRPr>
                <a:solidFill>
                  <a:srgbClr val="000000"/>
                </a:solidFill>
              </a:defRPr>
            </a:lvl1pPr>
          </a:lstStyle>
          <a:p>
            <a:r>
              <a:rPr lang="en-US" noProof="0" dirty="0" smtClean="0"/>
              <a:t>Click to edit master title style</a:t>
            </a:r>
            <a:endParaRPr lang="en-US" noProof="0" dirty="0"/>
          </a:p>
        </p:txBody>
      </p:sp>
      <p:sp>
        <p:nvSpPr>
          <p:cNvPr id="8" name="Content Placeholder 7"/>
          <p:cNvSpPr>
            <a:spLocks noGrp="1"/>
          </p:cNvSpPr>
          <p:nvPr>
            <p:ph sz="quarter" idx="16"/>
            <p:custDataLst>
              <p:tags r:id="rId4"/>
            </p:custDataLst>
          </p:nvPr>
        </p:nvSpPr>
        <p:spPr>
          <a:xfrm>
            <a:off x="438037" y="1584961"/>
            <a:ext cx="5372816" cy="4293025"/>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Content Placeholder 9"/>
          <p:cNvSpPr>
            <a:spLocks noGrp="1"/>
          </p:cNvSpPr>
          <p:nvPr>
            <p:ph sz="quarter" idx="17"/>
            <p:custDataLst>
              <p:tags r:id="rId5"/>
            </p:custDataLst>
          </p:nvPr>
        </p:nvSpPr>
        <p:spPr>
          <a:xfrm>
            <a:off x="6090180" y="1581152"/>
            <a:ext cx="5169672" cy="4296832"/>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Subtitle 2"/>
          <p:cNvSpPr>
            <a:spLocks noGrp="1"/>
          </p:cNvSpPr>
          <p:nvPr>
            <p:ph type="subTitle" idx="1" hasCustomPrompt="1"/>
            <p:custDataLst>
              <p:tags r:id="rId6"/>
            </p:custDataLst>
          </p:nvPr>
        </p:nvSpPr>
        <p:spPr bwMode="black">
          <a:xfrm>
            <a:off x="441847" y="1001854"/>
            <a:ext cx="11277202" cy="369332"/>
          </a:xfrm>
          <a:prstGeom prst="rect">
            <a:avLst/>
          </a:prstGeom>
        </p:spPr>
        <p:txBody>
          <a:bodyPr wrap="square" anchor="t">
            <a:noAutofit/>
          </a:bodyPr>
          <a:lstStyle>
            <a:lvl1pPr marL="0" indent="0" algn="l">
              <a:lnSpc>
                <a:spcPct val="100000"/>
              </a:lnSpc>
              <a:buNone/>
              <a:defRPr sz="2399" b="0" i="0">
                <a:solidFill>
                  <a:srgbClr val="000000"/>
                </a:solidFill>
                <a:latin typeface="HP Simplified" pitchFamily="34" charset="0"/>
                <a:cs typeface="HP Simplified" pitchFamily="34" charset="0"/>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noProof="0" dirty="0" smtClean="0"/>
              <a:t>Click to edit master subtitle style</a:t>
            </a:r>
            <a:endParaRPr lang="en-US" noProof="0" dirty="0"/>
          </a:p>
        </p:txBody>
      </p:sp>
    </p:spTree>
    <p:extLst>
      <p:ext uri="{BB962C8B-B14F-4D97-AF65-F5344CB8AC3E}">
        <p14:creationId xmlns:p14="http://schemas.microsoft.com/office/powerpoint/2010/main" val="2919016713"/>
      </p:ext>
    </p:extLst>
  </p:cSld>
  <p:clrMapOvr>
    <a:masterClrMapping/>
  </p:clrMapOvr>
  <p:timing>
    <p:tnLst>
      <p:par>
        <p:cTn id="1" dur="indefinite" restart="never" nodeType="tmRoot"/>
      </p:par>
    </p:tnLst>
  </p:timing>
</p:sldLayout>
</file>

<file path=ppt/slideLayouts/slideLayout122.xml><?xml version="1.0" encoding="utf-8"?>
<p:sldLayout xmlns:a="http://schemas.openxmlformats.org/drawingml/2006/main" xmlns:r="http://schemas.openxmlformats.org/officeDocument/2006/relationships" xmlns:p="http://schemas.openxmlformats.org/presentationml/2006/main" userDrawn="1">
  <p:cSld name="NEW Title, sub title with content">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0" y="1"/>
          <a:ext cx="211612" cy="211667"/>
        </p:xfrm>
        <a:graphic>
          <a:graphicData uri="http://schemas.openxmlformats.org/presentationml/2006/ole">
            <mc:AlternateContent xmlns:mc="http://schemas.openxmlformats.org/markup-compatibility/2006">
              <mc:Choice xmlns:v="urn:schemas-microsoft-com:vml" Requires="v">
                <p:oleObj spid="_x0000_s17537" name="think-cell Slide" r:id="rId5" imgW="360" imgH="360" progId="">
                  <p:embed/>
                </p:oleObj>
              </mc:Choice>
              <mc:Fallback>
                <p:oleObj name="think-cell Slide" r:id="rId5" imgW="360" imgH="360"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
                        <a:ext cx="211612" cy="211667"/>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6" name="Content Placeholder 5"/>
          <p:cNvSpPr>
            <a:spLocks noGrp="1"/>
          </p:cNvSpPr>
          <p:nvPr>
            <p:ph sz="quarter" idx="10"/>
            <p:custDataLst>
              <p:tags r:id="rId3"/>
            </p:custDataLst>
          </p:nvPr>
        </p:nvSpPr>
        <p:spPr>
          <a:xfrm>
            <a:off x="438798" y="1584963"/>
            <a:ext cx="10823677" cy="4305300"/>
          </a:xfrm>
        </p:spPr>
        <p:txBody>
          <a:bodyPr wrap="square">
            <a:noAutofit/>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3" name="Title 2"/>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59261827"/>
      </p:ext>
    </p:extLst>
  </p:cSld>
  <p:clrMapOvr>
    <a:masterClrMapping/>
  </p:clrMapOvr>
  <p:timing>
    <p:tnLst>
      <p:par>
        <p:cTn id="1" dur="indefinite" restart="never" nodeType="tmRoot"/>
      </p:par>
    </p:tnLst>
  </p:timing>
  <p:hf hdr="0" ftr="0" dt="0"/>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Blue title slide ">
    <p:bg>
      <p:bgPr>
        <a:solidFill>
          <a:schemeClr val="accent1"/>
        </a:solidFill>
        <a:effectLst/>
      </p:bgPr>
    </p:bg>
    <p:spTree>
      <p:nvGrpSpPr>
        <p:cNvPr id="1" name=""/>
        <p:cNvGrpSpPr/>
        <p:nvPr/>
      </p:nvGrpSpPr>
      <p:grpSpPr>
        <a:xfrm>
          <a:off x="0" y="0"/>
          <a:ext cx="0" cy="0"/>
          <a:chOff x="0" y="0"/>
          <a:chExt cx="0" cy="0"/>
        </a:xfrm>
      </p:grpSpPr>
      <p:sp>
        <p:nvSpPr>
          <p:cNvPr id="10" name="Title 1"/>
          <p:cNvSpPr>
            <a:spLocks noGrp="1"/>
          </p:cNvSpPr>
          <p:nvPr>
            <p:ph type="ctrTitle" hasCustomPrompt="1"/>
          </p:nvPr>
        </p:nvSpPr>
        <p:spPr bwMode="black">
          <a:xfrm>
            <a:off x="438798" y="2715760"/>
            <a:ext cx="9141619" cy="1608645"/>
          </a:xfrm>
        </p:spPr>
        <p:txBody>
          <a:bodyPr anchor="b"/>
          <a:lstStyle>
            <a:lvl1pPr>
              <a:lnSpc>
                <a:spcPct val="90000"/>
              </a:lnSpc>
              <a:defRPr sz="6132" spc="-133">
                <a:solidFill>
                  <a:schemeClr val="bg1"/>
                </a:solidFill>
              </a:defRPr>
            </a:lvl1pPr>
          </a:lstStyle>
          <a:p>
            <a:r>
              <a:rPr lang="en-US" dirty="0" smtClean="0"/>
              <a:t>Click to edit master </a:t>
            </a:r>
            <a:br>
              <a:rPr lang="en-US" dirty="0" smtClean="0"/>
            </a:br>
            <a:r>
              <a:rPr lang="en-US" dirty="0" smtClean="0"/>
              <a:t>title style</a:t>
            </a:r>
            <a:endParaRPr lang="en-US" dirty="0"/>
          </a:p>
        </p:txBody>
      </p:sp>
      <p:sp>
        <p:nvSpPr>
          <p:cNvPr id="11" name="Subtitle 2"/>
          <p:cNvSpPr>
            <a:spLocks noGrp="1"/>
          </p:cNvSpPr>
          <p:nvPr>
            <p:ph type="subTitle" idx="1" hasCustomPrompt="1"/>
          </p:nvPr>
        </p:nvSpPr>
        <p:spPr bwMode="black">
          <a:xfrm>
            <a:off x="438798" y="4422171"/>
            <a:ext cx="9141619" cy="1219200"/>
          </a:xfrm>
        </p:spPr>
        <p:txBody>
          <a:bodyPr/>
          <a:lstStyle>
            <a:lvl1pPr marL="0" indent="0" algn="l">
              <a:buNone/>
              <a:defRPr b="0">
                <a:solidFill>
                  <a:schemeClr val="bg1"/>
                </a:solidFill>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dirty="0" smtClean="0"/>
              <a:t>Click to edit master subtitle style</a:t>
            </a:r>
            <a:endParaRPr lang="en-US" dirty="0"/>
          </a:p>
        </p:txBody>
      </p:sp>
      <p:pic>
        <p:nvPicPr>
          <p:cNvPr id="2" name="Picture 1" descr="HP_White_RGB_150_LG.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263507" y="487680"/>
            <a:ext cx="2510898" cy="2511552"/>
          </a:xfrm>
          <a:prstGeom prst="rect">
            <a:avLst/>
          </a:prstGeom>
        </p:spPr>
      </p:pic>
      <p:sp>
        <p:nvSpPr>
          <p:cNvPr id="6" name="TextBox 5"/>
          <p:cNvSpPr txBox="1"/>
          <p:nvPr userDrawn="1"/>
        </p:nvSpPr>
        <p:spPr>
          <a:xfrm>
            <a:off x="438798" y="6345071"/>
            <a:ext cx="10680611" cy="304800"/>
          </a:xfrm>
          <a:prstGeom prst="rect">
            <a:avLst/>
          </a:prstGeom>
          <a:noFill/>
        </p:spPr>
        <p:txBody>
          <a:bodyPr wrap="square" lIns="0" rtlCol="0">
            <a:noAutofit/>
          </a:bodyPr>
          <a:lstStyle/>
          <a:p>
            <a:pPr defTabSz="609448">
              <a:defRPr/>
            </a:pPr>
            <a:r>
              <a:rPr lang="en-US" sz="933" dirty="0" smtClean="0">
                <a:solidFill>
                  <a:prstClr val="white"/>
                </a:solidFill>
                <a:cs typeface="HP Simplified"/>
              </a:rPr>
              <a:t>© Copyright 2015 Hewlett-Packard Development Company, L.P.  The information contained herein is subject to change without notice.</a:t>
            </a:r>
          </a:p>
        </p:txBody>
      </p:sp>
    </p:spTree>
    <p:extLst>
      <p:ext uri="{BB962C8B-B14F-4D97-AF65-F5344CB8AC3E}">
        <p14:creationId xmlns:p14="http://schemas.microsoft.com/office/powerpoint/2010/main" val="380013021"/>
      </p:ext>
    </p:extLst>
  </p:cSld>
  <p:clrMapOvr>
    <a:masterClrMapping/>
  </p:clrMapOvr>
  <p:timing>
    <p:tnLst>
      <p:par>
        <p:cTn id="1" dur="indefinite" restart="never" nodeType="tmRoot"/>
      </p:par>
    </p:tnLst>
  </p:timing>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userDrawn="1">
  <p:cSld name="Blue divider slide">
    <p:bg>
      <p:bgPr>
        <a:solidFill>
          <a:schemeClr val="accent1"/>
        </a:solidFill>
        <a:effectLst/>
      </p:bgPr>
    </p:bg>
    <p:spTree>
      <p:nvGrpSpPr>
        <p:cNvPr id="1" name=""/>
        <p:cNvGrpSpPr/>
        <p:nvPr/>
      </p:nvGrpSpPr>
      <p:grpSpPr>
        <a:xfrm>
          <a:off x="0" y="0"/>
          <a:ext cx="0" cy="0"/>
          <a:chOff x="0" y="0"/>
          <a:chExt cx="0" cy="0"/>
        </a:xfrm>
      </p:grpSpPr>
      <p:sp>
        <p:nvSpPr>
          <p:cNvPr id="16" name="Title 1"/>
          <p:cNvSpPr>
            <a:spLocks noGrp="1"/>
          </p:cNvSpPr>
          <p:nvPr>
            <p:ph type="ctrTitle" hasCustomPrompt="1"/>
          </p:nvPr>
        </p:nvSpPr>
        <p:spPr bwMode="black">
          <a:xfrm>
            <a:off x="438798" y="317771"/>
            <a:ext cx="9627295" cy="2675604"/>
          </a:xfrm>
          <a:prstGeom prst="rect">
            <a:avLst/>
          </a:prstGeom>
        </p:spPr>
        <p:txBody>
          <a:bodyPr wrap="square" lIns="0" tIns="0" rIns="0" bIns="0" anchor="t" anchorCtr="0">
            <a:noAutofit/>
          </a:bodyPr>
          <a:lstStyle>
            <a:lvl1pPr algn="l">
              <a:lnSpc>
                <a:spcPct val="90000"/>
              </a:lnSpc>
              <a:defRPr sz="5332" b="1" i="0" spc="-133" baseline="0">
                <a:solidFill>
                  <a:schemeClr val="bg1"/>
                </a:solidFill>
                <a:latin typeface="HP Simplified" pitchFamily="34" charset="0"/>
                <a:cs typeface="HP Simplified" pitchFamily="34" charset="0"/>
              </a:defRPr>
            </a:lvl1pPr>
          </a:lstStyle>
          <a:p>
            <a:r>
              <a:rPr lang="en-US" noProof="0" dirty="0" smtClean="0"/>
              <a:t>Click to edit </a:t>
            </a:r>
            <a:br>
              <a:rPr lang="en-US" noProof="0" dirty="0" smtClean="0"/>
            </a:br>
            <a:r>
              <a:rPr lang="en-US" noProof="0" dirty="0" smtClean="0"/>
              <a:t>master </a:t>
            </a:r>
            <a:br>
              <a:rPr lang="en-US" noProof="0" dirty="0" smtClean="0"/>
            </a:br>
            <a:r>
              <a:rPr lang="en-US" noProof="0" dirty="0" smtClean="0"/>
              <a:t>title style</a:t>
            </a:r>
            <a:endParaRPr lang="en-US" noProof="0" dirty="0"/>
          </a:p>
        </p:txBody>
      </p:sp>
      <p:pic>
        <p:nvPicPr>
          <p:cNvPr id="7" name="Picture 6" descr="HP_White_RGB_150_SM.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337332" y="6047232"/>
            <a:ext cx="487521" cy="487648"/>
          </a:xfrm>
          <a:prstGeom prst="rect">
            <a:avLst/>
          </a:prstGeom>
        </p:spPr>
      </p:pic>
      <p:sp>
        <p:nvSpPr>
          <p:cNvPr id="6" name="TextBox 5"/>
          <p:cNvSpPr txBox="1"/>
          <p:nvPr userDrawn="1"/>
        </p:nvSpPr>
        <p:spPr>
          <a:xfrm>
            <a:off x="438798" y="6345071"/>
            <a:ext cx="10680611" cy="304800"/>
          </a:xfrm>
          <a:prstGeom prst="rect">
            <a:avLst/>
          </a:prstGeom>
          <a:noFill/>
        </p:spPr>
        <p:txBody>
          <a:bodyPr wrap="square" lIns="0" rtlCol="0">
            <a:noAutofit/>
          </a:bodyPr>
          <a:lstStyle/>
          <a:p>
            <a:pPr defTabSz="609448">
              <a:defRPr/>
            </a:pPr>
            <a:r>
              <a:rPr lang="en-US" sz="933" dirty="0" smtClean="0">
                <a:solidFill>
                  <a:prstClr val="white"/>
                </a:solidFill>
                <a:cs typeface="HP Simplified"/>
              </a:rPr>
              <a:t>© Copyright 2015 Hewlett-Packard Development Company, L.P.  The information contained herein is subject to change without notice.</a:t>
            </a:r>
          </a:p>
        </p:txBody>
      </p:sp>
    </p:spTree>
    <p:extLst>
      <p:ext uri="{BB962C8B-B14F-4D97-AF65-F5344CB8AC3E}">
        <p14:creationId xmlns:p14="http://schemas.microsoft.com/office/powerpoint/2010/main" val="3238271216"/>
      </p:ext>
    </p:extLst>
  </p:cSld>
  <p:clrMapOvr>
    <a:masterClrMapping/>
  </p:clrMapOvr>
  <p:timing>
    <p:tnLst>
      <p:par>
        <p:cTn id="1" dur="indefinite" restart="never" nodeType="tmRoot"/>
      </p:par>
    </p:tnLst>
  </p:timing>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userDrawn="1">
  <p:cSld name="White divider slide">
    <p:spTree>
      <p:nvGrpSpPr>
        <p:cNvPr id="1" name=""/>
        <p:cNvGrpSpPr/>
        <p:nvPr/>
      </p:nvGrpSpPr>
      <p:grpSpPr>
        <a:xfrm>
          <a:off x="0" y="0"/>
          <a:ext cx="0" cy="0"/>
          <a:chOff x="0" y="0"/>
          <a:chExt cx="0" cy="0"/>
        </a:xfrm>
      </p:grpSpPr>
      <p:pic>
        <p:nvPicPr>
          <p:cNvPr id="5" name="Picture 4" descr="HP_Blue_RGB_150_SM.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35607" y="6047232"/>
            <a:ext cx="487553" cy="487680"/>
          </a:xfrm>
          <a:prstGeom prst="rect">
            <a:avLst/>
          </a:prstGeom>
        </p:spPr>
      </p:pic>
      <p:sp>
        <p:nvSpPr>
          <p:cNvPr id="16" name="Title 1"/>
          <p:cNvSpPr>
            <a:spLocks noGrp="1"/>
          </p:cNvSpPr>
          <p:nvPr>
            <p:ph type="ctrTitle" hasCustomPrompt="1"/>
          </p:nvPr>
        </p:nvSpPr>
        <p:spPr bwMode="black">
          <a:xfrm>
            <a:off x="438798" y="316993"/>
            <a:ext cx="9627295" cy="2675604"/>
          </a:xfrm>
          <a:prstGeom prst="rect">
            <a:avLst/>
          </a:prstGeom>
        </p:spPr>
        <p:txBody>
          <a:bodyPr wrap="square" lIns="0" tIns="0" rIns="0" bIns="0" anchor="t" anchorCtr="0">
            <a:noAutofit/>
          </a:bodyPr>
          <a:lstStyle>
            <a:lvl1pPr algn="l">
              <a:lnSpc>
                <a:spcPct val="90000"/>
              </a:lnSpc>
              <a:defRPr sz="5332" b="1" i="0" spc="-133">
                <a:solidFill>
                  <a:schemeClr val="tx1"/>
                </a:solidFill>
                <a:latin typeface="HP Simplified" pitchFamily="34" charset="0"/>
                <a:cs typeface="HP Simplified" pitchFamily="34" charset="0"/>
              </a:defRPr>
            </a:lvl1pPr>
          </a:lstStyle>
          <a:p>
            <a:r>
              <a:rPr lang="en-US" noProof="0" dirty="0" smtClean="0"/>
              <a:t>Click to edit </a:t>
            </a:r>
            <a:br>
              <a:rPr lang="en-US" noProof="0" dirty="0" smtClean="0"/>
            </a:br>
            <a:r>
              <a:rPr lang="en-US" noProof="0" dirty="0" smtClean="0"/>
              <a:t>master </a:t>
            </a:r>
            <a:br>
              <a:rPr lang="en-US" noProof="0" dirty="0" smtClean="0"/>
            </a:br>
            <a:r>
              <a:rPr lang="en-US" noProof="0" dirty="0" smtClean="0"/>
              <a:t>title style</a:t>
            </a:r>
            <a:endParaRPr lang="en-US" noProof="0" dirty="0"/>
          </a:p>
        </p:txBody>
      </p:sp>
      <p:sp>
        <p:nvSpPr>
          <p:cNvPr id="6" name="TextBox 5"/>
          <p:cNvSpPr txBox="1"/>
          <p:nvPr userDrawn="1"/>
        </p:nvSpPr>
        <p:spPr>
          <a:xfrm>
            <a:off x="438798" y="6345071"/>
            <a:ext cx="10680611" cy="304800"/>
          </a:xfrm>
          <a:prstGeom prst="rect">
            <a:avLst/>
          </a:prstGeom>
          <a:noFill/>
        </p:spPr>
        <p:txBody>
          <a:bodyPr wrap="square" lIns="0" rtlCol="0">
            <a:noAutofit/>
          </a:bodyPr>
          <a:lstStyle/>
          <a:p>
            <a:pPr defTabSz="609448">
              <a:defRPr/>
            </a:pPr>
            <a:r>
              <a:rPr lang="en-US" sz="933" dirty="0" smtClean="0">
                <a:solidFill>
                  <a:srgbClr val="B9B8BB"/>
                </a:solidFill>
                <a:cs typeface="HP Simplified"/>
              </a:rPr>
              <a:t>© Copyright 2014 Hewlett-Packard Development Company, L.P.  The information contained herein is subject to change without notice.</a:t>
            </a:r>
          </a:p>
        </p:txBody>
      </p:sp>
    </p:spTree>
    <p:extLst>
      <p:ext uri="{BB962C8B-B14F-4D97-AF65-F5344CB8AC3E}">
        <p14:creationId xmlns:p14="http://schemas.microsoft.com/office/powerpoint/2010/main" val="773876991"/>
      </p:ext>
    </p:extLst>
  </p:cSld>
  <p:clrMapOvr>
    <a:masterClrMapping/>
  </p:clrMapOvr>
  <p:timing>
    <p:tnLst>
      <p:par>
        <p:cTn id="1" dur="indefinite" restart="never" nodeType="tmRoot"/>
      </p:par>
    </p:tnLst>
  </p:timing>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userDrawn="1">
  <p:cSld name="Blue quote slide with subtitle">
    <p:bg>
      <p:bgPr>
        <a:solidFill>
          <a:schemeClr val="accent1"/>
        </a:solidFill>
        <a:effectLst/>
      </p:bgPr>
    </p:bg>
    <p:spTree>
      <p:nvGrpSpPr>
        <p:cNvPr id="1" name=""/>
        <p:cNvGrpSpPr/>
        <p:nvPr/>
      </p:nvGrpSpPr>
      <p:grpSpPr>
        <a:xfrm>
          <a:off x="0" y="0"/>
          <a:ext cx="0" cy="0"/>
          <a:chOff x="0" y="0"/>
          <a:chExt cx="0" cy="0"/>
        </a:xfrm>
      </p:grpSpPr>
      <p:sp>
        <p:nvSpPr>
          <p:cNvPr id="16" name="Title 1"/>
          <p:cNvSpPr>
            <a:spLocks noGrp="1"/>
          </p:cNvSpPr>
          <p:nvPr>
            <p:ph type="ctrTitle" hasCustomPrompt="1"/>
          </p:nvPr>
        </p:nvSpPr>
        <p:spPr bwMode="black">
          <a:xfrm>
            <a:off x="438798" y="321226"/>
            <a:ext cx="9627295" cy="2675604"/>
          </a:xfrm>
          <a:prstGeom prst="rect">
            <a:avLst/>
          </a:prstGeom>
        </p:spPr>
        <p:txBody>
          <a:bodyPr wrap="square" lIns="0" tIns="0" rIns="0" bIns="0" anchor="t" anchorCtr="0">
            <a:noAutofit/>
          </a:bodyPr>
          <a:lstStyle>
            <a:lvl1pPr algn="l" defTabSz="609448" rtl="0" eaLnBrk="1" latinLnBrk="0" hangingPunct="1">
              <a:lnSpc>
                <a:spcPct val="90000"/>
              </a:lnSpc>
              <a:spcBef>
                <a:spcPct val="0"/>
              </a:spcBef>
              <a:spcAft>
                <a:spcPts val="0"/>
              </a:spcAft>
              <a:buNone/>
              <a:defRPr lang="en-US" sz="5332" b="1" i="0" kern="1200" spc="-133" noProof="0" dirty="0">
                <a:solidFill>
                  <a:schemeClr val="bg1"/>
                </a:solidFill>
                <a:latin typeface="HP Simplified" pitchFamily="34" charset="0"/>
                <a:ea typeface="+mj-ea"/>
                <a:cs typeface="HP Simplified" pitchFamily="34" charset="0"/>
              </a:defRPr>
            </a:lvl1pPr>
          </a:lstStyle>
          <a:p>
            <a:r>
              <a:rPr lang="en-US" noProof="0" dirty="0" smtClean="0"/>
              <a:t>Click to edit </a:t>
            </a:r>
            <a:br>
              <a:rPr lang="en-US" noProof="0" dirty="0" smtClean="0"/>
            </a:br>
            <a:r>
              <a:rPr lang="en-US" noProof="0" dirty="0" smtClean="0"/>
              <a:t>master </a:t>
            </a:r>
            <a:br>
              <a:rPr lang="en-US" noProof="0" dirty="0" smtClean="0"/>
            </a:br>
            <a:r>
              <a:rPr lang="en-US" noProof="0" dirty="0" smtClean="0"/>
              <a:t>title style</a:t>
            </a:r>
            <a:endParaRPr lang="en-US" noProof="0" dirty="0"/>
          </a:p>
        </p:txBody>
      </p:sp>
      <p:pic>
        <p:nvPicPr>
          <p:cNvPr id="7" name="Picture 6" descr="HP_White_RGB_150_SM.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337332" y="6047232"/>
            <a:ext cx="487521" cy="487648"/>
          </a:xfrm>
          <a:prstGeom prst="rect">
            <a:avLst/>
          </a:prstGeom>
        </p:spPr>
      </p:pic>
      <p:sp>
        <p:nvSpPr>
          <p:cNvPr id="6" name="TextBox 5"/>
          <p:cNvSpPr txBox="1"/>
          <p:nvPr userDrawn="1"/>
        </p:nvSpPr>
        <p:spPr>
          <a:xfrm>
            <a:off x="438798" y="6345071"/>
            <a:ext cx="10680611" cy="304800"/>
          </a:xfrm>
          <a:prstGeom prst="rect">
            <a:avLst/>
          </a:prstGeom>
          <a:noFill/>
        </p:spPr>
        <p:txBody>
          <a:bodyPr wrap="square" lIns="0" rtlCol="0">
            <a:noAutofit/>
          </a:bodyPr>
          <a:lstStyle/>
          <a:p>
            <a:pPr defTabSz="609448">
              <a:defRPr/>
            </a:pPr>
            <a:r>
              <a:rPr lang="en-US" sz="933" dirty="0" smtClean="0">
                <a:solidFill>
                  <a:prstClr val="white"/>
                </a:solidFill>
                <a:cs typeface="HP Simplified"/>
              </a:rPr>
              <a:t>© Copyright 2014 Hewlett-Packard Development Company, L.P.  The information contained herein is subject to change without notice.</a:t>
            </a:r>
          </a:p>
        </p:txBody>
      </p:sp>
      <p:sp>
        <p:nvSpPr>
          <p:cNvPr id="5" name="Subtitle 2"/>
          <p:cNvSpPr>
            <a:spLocks noGrp="1"/>
          </p:cNvSpPr>
          <p:nvPr>
            <p:ph type="subTitle" idx="1" hasCustomPrompt="1"/>
          </p:nvPr>
        </p:nvSpPr>
        <p:spPr>
          <a:xfrm>
            <a:off x="433579" y="4407148"/>
            <a:ext cx="6862308" cy="865632"/>
          </a:xfrm>
          <a:prstGeom prst="rect">
            <a:avLst/>
          </a:prstGeom>
        </p:spPr>
        <p:txBody>
          <a:bodyPr>
            <a:noAutofit/>
          </a:bodyPr>
          <a:lstStyle>
            <a:lvl1pPr marL="0" indent="0" algn="l">
              <a:lnSpc>
                <a:spcPct val="100000"/>
              </a:lnSpc>
              <a:spcBef>
                <a:spcPts val="0"/>
              </a:spcBef>
              <a:buNone/>
              <a:defRPr sz="2399" b="0">
                <a:solidFill>
                  <a:srgbClr val="FFFFFF"/>
                </a:solidFill>
                <a:latin typeface="+mn-lt"/>
                <a:cs typeface="Arial"/>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noProof="0" dirty="0" smtClean="0"/>
              <a:t>Click to edit master subtitle style</a:t>
            </a:r>
            <a:endParaRPr lang="en-US" noProof="0" dirty="0"/>
          </a:p>
        </p:txBody>
      </p:sp>
    </p:spTree>
    <p:extLst>
      <p:ext uri="{BB962C8B-B14F-4D97-AF65-F5344CB8AC3E}">
        <p14:creationId xmlns:p14="http://schemas.microsoft.com/office/powerpoint/2010/main" val="2656506030"/>
      </p:ext>
    </p:extLst>
  </p:cSld>
  <p:clrMapOvr>
    <a:masterClrMapping/>
  </p:clrMapOvr>
  <p:timing>
    <p:tnLst>
      <p:par>
        <p:cTn id="1" dur="indefinite" restart="never" nodeType="tmRoot"/>
      </p:par>
    </p:tnLst>
  </p:timing>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1"/>
        </a:solidFill>
        <a:effectLst/>
      </p:bgPr>
    </p:bg>
    <p:spTree>
      <p:nvGrpSpPr>
        <p:cNvPr id="1" name=""/>
        <p:cNvGrpSpPr/>
        <p:nvPr/>
      </p:nvGrpSpPr>
      <p:grpSpPr>
        <a:xfrm>
          <a:off x="0" y="0"/>
          <a:ext cx="0" cy="0"/>
          <a:chOff x="0" y="0"/>
          <a:chExt cx="0" cy="0"/>
        </a:xfrm>
      </p:grpSpPr>
      <p:sp>
        <p:nvSpPr>
          <p:cNvPr id="7" name="Title 6"/>
          <p:cNvSpPr>
            <a:spLocks noGrp="1"/>
          </p:cNvSpPr>
          <p:nvPr>
            <p:ph type="title" hasCustomPrompt="1"/>
          </p:nvPr>
        </p:nvSpPr>
        <p:spPr bwMode="black">
          <a:xfrm>
            <a:off x="441845" y="313419"/>
            <a:ext cx="10820123" cy="574516"/>
          </a:xfrm>
        </p:spPr>
        <p:txBody>
          <a:bodyPr wrap="square">
            <a:noAutofit/>
          </a:bodyPr>
          <a:lstStyle>
            <a:lvl1pPr>
              <a:defRPr b="1" i="0">
                <a:solidFill>
                  <a:srgbClr val="000000"/>
                </a:solidFill>
                <a:latin typeface="HP Simplified" pitchFamily="34" charset="0"/>
                <a:cs typeface="HP Simplified" pitchFamily="34" charset="0"/>
              </a:defRPr>
            </a:lvl1pPr>
          </a:lstStyle>
          <a:p>
            <a:r>
              <a:rPr lang="en-US" noProof="0" dirty="0" smtClean="0"/>
              <a:t>Click to edit master title style</a:t>
            </a:r>
            <a:endParaRPr lang="en-US" noProof="0" dirty="0"/>
          </a:p>
        </p:txBody>
      </p:sp>
    </p:spTree>
    <p:extLst>
      <p:ext uri="{BB962C8B-B14F-4D97-AF65-F5344CB8AC3E}">
        <p14:creationId xmlns:p14="http://schemas.microsoft.com/office/powerpoint/2010/main" val="1025872729"/>
      </p:ext>
    </p:extLst>
  </p:cSld>
  <p:clrMapOvr>
    <a:masterClrMapping/>
  </p:clrMapOvr>
  <p:timing>
    <p:tnLst>
      <p:par>
        <p:cTn id="1" dur="indefinite" restart="never" nodeType="tmRoot"/>
      </p:par>
    </p:tnLst>
  </p:timing>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p:cSld name="Title, sub title with content">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black">
          <a:xfrm>
            <a:off x="441845" y="1001854"/>
            <a:ext cx="10820123" cy="369332"/>
          </a:xfrm>
          <a:prstGeom prst="rect">
            <a:avLst/>
          </a:prstGeom>
        </p:spPr>
        <p:txBody>
          <a:bodyPr wrap="square" anchor="t">
            <a:noAutofit/>
          </a:bodyPr>
          <a:lstStyle>
            <a:lvl1pPr marL="0" indent="0" algn="l">
              <a:lnSpc>
                <a:spcPct val="100000"/>
              </a:lnSpc>
              <a:buNone/>
              <a:defRPr sz="2399" b="0" i="0">
                <a:solidFill>
                  <a:srgbClr val="000000"/>
                </a:solidFill>
                <a:latin typeface="HP Simplified" pitchFamily="34" charset="0"/>
                <a:cs typeface="HP Simplified" pitchFamily="34" charset="0"/>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noProof="0" dirty="0" smtClean="0"/>
              <a:t>Click to edit master subtitle style</a:t>
            </a:r>
            <a:endParaRPr lang="en-US" noProof="0" dirty="0"/>
          </a:p>
        </p:txBody>
      </p:sp>
      <p:sp>
        <p:nvSpPr>
          <p:cNvPr id="7" name="Title 6"/>
          <p:cNvSpPr>
            <a:spLocks noGrp="1"/>
          </p:cNvSpPr>
          <p:nvPr>
            <p:ph type="title" hasCustomPrompt="1"/>
          </p:nvPr>
        </p:nvSpPr>
        <p:spPr bwMode="black">
          <a:xfrm>
            <a:off x="441845" y="313419"/>
            <a:ext cx="10820123" cy="574516"/>
          </a:xfrm>
        </p:spPr>
        <p:txBody>
          <a:bodyPr wrap="square">
            <a:noAutofit/>
          </a:bodyPr>
          <a:lstStyle>
            <a:lvl1pPr>
              <a:defRPr b="1" i="0">
                <a:solidFill>
                  <a:srgbClr val="000000"/>
                </a:solidFill>
                <a:latin typeface="HP Simplified" pitchFamily="34" charset="0"/>
                <a:cs typeface="HP Simplified" pitchFamily="34" charset="0"/>
              </a:defRPr>
            </a:lvl1pPr>
          </a:lstStyle>
          <a:p>
            <a:r>
              <a:rPr lang="en-US" noProof="0" dirty="0" smtClean="0"/>
              <a:t>Click to edit master title style</a:t>
            </a:r>
            <a:endParaRPr lang="en-US" noProof="0" dirty="0"/>
          </a:p>
        </p:txBody>
      </p:sp>
      <p:sp>
        <p:nvSpPr>
          <p:cNvPr id="6" name="Content Placeholder 5"/>
          <p:cNvSpPr>
            <a:spLocks noGrp="1"/>
          </p:cNvSpPr>
          <p:nvPr>
            <p:ph sz="quarter" idx="10"/>
          </p:nvPr>
        </p:nvSpPr>
        <p:spPr>
          <a:xfrm>
            <a:off x="438798" y="1584962"/>
            <a:ext cx="10823677" cy="4305300"/>
          </a:xfrm>
        </p:spPr>
        <p:txBody>
          <a:bodyPr wrap="square">
            <a:noAutofit/>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743810076"/>
      </p:ext>
    </p:extLst>
  </p:cSld>
  <p:clrMapOvr>
    <a:masterClrMapping/>
  </p:clrMapOvr>
  <p:timing>
    <p:tnLst>
      <p:par>
        <p:cTn id="1" dur="indefinite" restart="never" nodeType="tmRoot"/>
      </p:par>
    </p:tnLst>
  </p:timing>
  <p:hf hdr="0" ftr="0" dt="0"/>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p:cSld name="Title, sub title with bullets">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black">
          <a:xfrm>
            <a:off x="441845" y="1001854"/>
            <a:ext cx="10820123" cy="369332"/>
          </a:xfrm>
          <a:prstGeom prst="rect">
            <a:avLst/>
          </a:prstGeom>
        </p:spPr>
        <p:txBody>
          <a:bodyPr wrap="square" anchor="t">
            <a:noAutofit/>
          </a:bodyPr>
          <a:lstStyle>
            <a:lvl1pPr marL="0" indent="0" algn="l">
              <a:lnSpc>
                <a:spcPct val="100000"/>
              </a:lnSpc>
              <a:buNone/>
              <a:defRPr sz="2399" b="0" i="0">
                <a:solidFill>
                  <a:srgbClr val="000000"/>
                </a:solidFill>
                <a:latin typeface="HP Simplified" pitchFamily="34" charset="0"/>
                <a:cs typeface="HP Simplified" pitchFamily="34" charset="0"/>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noProof="0" dirty="0" smtClean="0"/>
              <a:t>Click to edit master subtitle style</a:t>
            </a:r>
            <a:endParaRPr lang="en-US" noProof="0" dirty="0"/>
          </a:p>
        </p:txBody>
      </p:sp>
      <p:sp>
        <p:nvSpPr>
          <p:cNvPr id="7" name="Title 6"/>
          <p:cNvSpPr>
            <a:spLocks noGrp="1"/>
          </p:cNvSpPr>
          <p:nvPr>
            <p:ph type="title" hasCustomPrompt="1"/>
          </p:nvPr>
        </p:nvSpPr>
        <p:spPr bwMode="black">
          <a:xfrm>
            <a:off x="441845" y="313419"/>
            <a:ext cx="10820123" cy="574516"/>
          </a:xfrm>
        </p:spPr>
        <p:txBody>
          <a:bodyPr wrap="square">
            <a:noAutofit/>
          </a:bodyPr>
          <a:lstStyle>
            <a:lvl1pPr>
              <a:defRPr b="1" i="0">
                <a:solidFill>
                  <a:srgbClr val="000000"/>
                </a:solidFill>
                <a:latin typeface="HP Simplified" pitchFamily="34" charset="0"/>
                <a:cs typeface="HP Simplified" pitchFamily="34" charset="0"/>
              </a:defRPr>
            </a:lvl1pPr>
          </a:lstStyle>
          <a:p>
            <a:r>
              <a:rPr lang="en-US" noProof="0" dirty="0" smtClean="0"/>
              <a:t>Click to edit master title style</a:t>
            </a:r>
            <a:endParaRPr lang="en-US" noProof="0" dirty="0"/>
          </a:p>
        </p:txBody>
      </p:sp>
      <p:sp>
        <p:nvSpPr>
          <p:cNvPr id="6" name="Content Placeholder 5"/>
          <p:cNvSpPr>
            <a:spLocks noGrp="1"/>
          </p:cNvSpPr>
          <p:nvPr>
            <p:ph sz="quarter" idx="10"/>
          </p:nvPr>
        </p:nvSpPr>
        <p:spPr>
          <a:xfrm>
            <a:off x="438798" y="1584962"/>
            <a:ext cx="10823677" cy="4305300"/>
          </a:xfrm>
        </p:spPr>
        <p:txBody>
          <a:bodyPr wrap="square">
            <a:noAutofit/>
          </a:bodyPr>
          <a:lstStyle>
            <a:lvl1pPr marL="228543" indent="-228543">
              <a:buFont typeface="HP Simplified" pitchFamily="34" charset="0"/>
              <a:buChar char="•"/>
              <a:defRPr sz="1866" b="0">
                <a:solidFill>
                  <a:schemeClr val="tx1"/>
                </a:solidFill>
              </a:defRPr>
            </a:lvl1pPr>
            <a:lvl2pPr marL="457086" indent="-228543">
              <a:buSzPct val="80000"/>
              <a:buFont typeface="HP Simplified" pitchFamily="34" charset="0"/>
              <a:buChar char="–"/>
              <a:defRPr sz="1866">
                <a:solidFill>
                  <a:srgbClr val="000000"/>
                </a:solidFill>
              </a:defRPr>
            </a:lvl2pPr>
            <a:lvl3pPr marL="683513" indent="-226427">
              <a:defRPr sz="1866">
                <a:solidFill>
                  <a:srgbClr val="000000"/>
                </a:solidFill>
              </a:defRPr>
            </a:lvl3pPr>
            <a:lvl4pPr marL="920520" indent="-241240">
              <a:defRPr sz="1866">
                <a:solidFill>
                  <a:srgbClr val="000000"/>
                </a:solidFill>
              </a:defRPr>
            </a:lvl4pPr>
            <a:lvl5pPr marL="1110973" indent="-201034">
              <a:defRPr sz="1866">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036210748"/>
      </p:ext>
    </p:extLst>
  </p:cSld>
  <p:clrMapOvr>
    <a:masterClrMapping/>
  </p:clrMapOvr>
  <p:timing>
    <p:tnLst>
      <p:par>
        <p:cTn id="1" dur="indefinite" restart="never" nodeType="tmRoot"/>
      </p:par>
    </p:tnLst>
  </p:timing>
  <p:hf hdr="0" ftr="0" dt="0"/>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Title, sub title with two columns">
    <p:spTree>
      <p:nvGrpSpPr>
        <p:cNvPr id="1" name=""/>
        <p:cNvGrpSpPr/>
        <p:nvPr/>
      </p:nvGrpSpPr>
      <p:grpSpPr>
        <a:xfrm>
          <a:off x="0" y="0"/>
          <a:ext cx="0" cy="0"/>
          <a:chOff x="0" y="0"/>
          <a:chExt cx="0" cy="0"/>
        </a:xfrm>
      </p:grpSpPr>
      <p:sp>
        <p:nvSpPr>
          <p:cNvPr id="13" name="Title Placeholder 1"/>
          <p:cNvSpPr>
            <a:spLocks noGrp="1"/>
          </p:cNvSpPr>
          <p:nvPr>
            <p:ph type="title" hasCustomPrompt="1"/>
          </p:nvPr>
        </p:nvSpPr>
        <p:spPr bwMode="black">
          <a:xfrm>
            <a:off x="441847" y="313418"/>
            <a:ext cx="11277202" cy="574516"/>
          </a:xfrm>
          <a:prstGeom prst="rect">
            <a:avLst/>
          </a:prstGeom>
          <a:ln>
            <a:noFill/>
          </a:ln>
        </p:spPr>
        <p:txBody>
          <a:bodyPr vert="horz" wrap="square" lIns="0" tIns="0" rIns="0" bIns="0" rtlCol="0" anchor="t" anchorCtr="0">
            <a:spAutoFit/>
          </a:bodyPr>
          <a:lstStyle>
            <a:lvl1pPr>
              <a:defRPr>
                <a:solidFill>
                  <a:srgbClr val="000000"/>
                </a:solidFill>
              </a:defRPr>
            </a:lvl1pPr>
          </a:lstStyle>
          <a:p>
            <a:r>
              <a:rPr lang="en-US" noProof="0" dirty="0" smtClean="0"/>
              <a:t>Click to edit master title style</a:t>
            </a:r>
            <a:endParaRPr lang="en-US" noProof="0" dirty="0"/>
          </a:p>
        </p:txBody>
      </p:sp>
      <p:sp>
        <p:nvSpPr>
          <p:cNvPr id="8" name="Content Placeholder 7"/>
          <p:cNvSpPr>
            <a:spLocks noGrp="1"/>
          </p:cNvSpPr>
          <p:nvPr>
            <p:ph sz="quarter" idx="16"/>
          </p:nvPr>
        </p:nvSpPr>
        <p:spPr>
          <a:xfrm>
            <a:off x="442992" y="1584961"/>
            <a:ext cx="5372816" cy="4293025"/>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Content Placeholder 9"/>
          <p:cNvSpPr>
            <a:spLocks noGrp="1"/>
          </p:cNvSpPr>
          <p:nvPr>
            <p:ph sz="quarter" idx="17"/>
          </p:nvPr>
        </p:nvSpPr>
        <p:spPr>
          <a:xfrm>
            <a:off x="6090180" y="1581152"/>
            <a:ext cx="5169672" cy="4296832"/>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Subtitle 2"/>
          <p:cNvSpPr>
            <a:spLocks noGrp="1"/>
          </p:cNvSpPr>
          <p:nvPr>
            <p:ph type="subTitle" idx="1" hasCustomPrompt="1"/>
          </p:nvPr>
        </p:nvSpPr>
        <p:spPr bwMode="black">
          <a:xfrm>
            <a:off x="441847" y="1001854"/>
            <a:ext cx="11277202" cy="369332"/>
          </a:xfrm>
          <a:prstGeom prst="rect">
            <a:avLst/>
          </a:prstGeom>
        </p:spPr>
        <p:txBody>
          <a:bodyPr wrap="square" anchor="t">
            <a:noAutofit/>
          </a:bodyPr>
          <a:lstStyle>
            <a:lvl1pPr marL="0" indent="0" algn="l">
              <a:lnSpc>
                <a:spcPct val="100000"/>
              </a:lnSpc>
              <a:buNone/>
              <a:defRPr sz="2399" b="0" i="0">
                <a:solidFill>
                  <a:srgbClr val="000000"/>
                </a:solidFill>
                <a:latin typeface="HP Simplified" pitchFamily="34" charset="0"/>
                <a:cs typeface="HP Simplified" pitchFamily="34" charset="0"/>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noProof="0" dirty="0" smtClean="0"/>
              <a:t>Click to edit master subtitle style</a:t>
            </a:r>
            <a:endParaRPr lang="en-US" noProof="0" dirty="0"/>
          </a:p>
        </p:txBody>
      </p:sp>
    </p:spTree>
    <p:extLst>
      <p:ext uri="{BB962C8B-B14F-4D97-AF65-F5344CB8AC3E}">
        <p14:creationId xmlns:p14="http://schemas.microsoft.com/office/powerpoint/2010/main" val="1743240803"/>
      </p:ext>
    </p:extLst>
  </p:cSld>
  <p:clrMapOvr>
    <a:masterClrMapping/>
  </p:clrMapOvr>
  <p:timing>
    <p:tnLst>
      <p:par>
        <p:cTn id="1" dur="indefinite" restart="never" nodeType="tmRoot"/>
      </p:par>
    </p:tnLst>
  </p:timing>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Half page, sub title with image">
    <p:bg>
      <p:bgPr>
        <a:solidFill>
          <a:schemeClr val="bg1"/>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1"/>
          </p:nvPr>
        </p:nvSpPr>
        <p:spPr>
          <a:xfrm>
            <a:off x="6090183" y="1581397"/>
            <a:ext cx="5169671" cy="4296588"/>
          </a:xfrm>
        </p:spPr>
        <p:txBody>
          <a:bodyPr anchor="ctr"/>
          <a:lstStyle>
            <a:lvl1pPr algn="ctr">
              <a:defRPr b="0">
                <a:solidFill>
                  <a:schemeClr val="tx1"/>
                </a:solidFill>
              </a:defRPr>
            </a:lvl1pPr>
          </a:lstStyle>
          <a:p>
            <a:r>
              <a:rPr lang="en-US" smtClean="0"/>
              <a:t>Click icon to add picture</a:t>
            </a:r>
            <a:endParaRPr lang="en-US" dirty="0"/>
          </a:p>
        </p:txBody>
      </p:sp>
      <p:sp>
        <p:nvSpPr>
          <p:cNvPr id="7" name="Title 6"/>
          <p:cNvSpPr>
            <a:spLocks noGrp="1"/>
          </p:cNvSpPr>
          <p:nvPr>
            <p:ph type="title" hasCustomPrompt="1"/>
          </p:nvPr>
        </p:nvSpPr>
        <p:spPr bwMode="black">
          <a:xfrm>
            <a:off x="441844" y="313417"/>
            <a:ext cx="11274663" cy="573024"/>
          </a:xfrm>
        </p:spPr>
        <p:txBody>
          <a:bodyPr/>
          <a:lstStyle>
            <a:lvl1pPr>
              <a:defRPr b="1" i="0">
                <a:solidFill>
                  <a:srgbClr val="000000"/>
                </a:solidFill>
                <a:latin typeface="HP Simplified" pitchFamily="34" charset="0"/>
                <a:cs typeface="HP Simplified" pitchFamily="34" charset="0"/>
              </a:defRPr>
            </a:lvl1pPr>
          </a:lstStyle>
          <a:p>
            <a:r>
              <a:rPr lang="en-US" noProof="0" dirty="0" smtClean="0"/>
              <a:t>Click to edit master title style</a:t>
            </a:r>
            <a:endParaRPr lang="en-US" noProof="0" dirty="0"/>
          </a:p>
        </p:txBody>
      </p:sp>
      <p:sp>
        <p:nvSpPr>
          <p:cNvPr id="6" name="Content Placeholder 5"/>
          <p:cNvSpPr>
            <a:spLocks noGrp="1"/>
          </p:cNvSpPr>
          <p:nvPr>
            <p:ph sz="quarter" idx="10"/>
          </p:nvPr>
        </p:nvSpPr>
        <p:spPr>
          <a:xfrm>
            <a:off x="438798" y="1584960"/>
            <a:ext cx="5347423" cy="4293024"/>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Subtitle 2"/>
          <p:cNvSpPr>
            <a:spLocks noGrp="1"/>
          </p:cNvSpPr>
          <p:nvPr>
            <p:ph type="subTitle" idx="1" hasCustomPrompt="1"/>
          </p:nvPr>
        </p:nvSpPr>
        <p:spPr bwMode="black">
          <a:xfrm>
            <a:off x="441847" y="1001854"/>
            <a:ext cx="11277202" cy="369332"/>
          </a:xfrm>
          <a:prstGeom prst="rect">
            <a:avLst/>
          </a:prstGeom>
        </p:spPr>
        <p:txBody>
          <a:bodyPr wrap="square" anchor="t">
            <a:noAutofit/>
          </a:bodyPr>
          <a:lstStyle>
            <a:lvl1pPr marL="0" indent="0" algn="l">
              <a:lnSpc>
                <a:spcPct val="100000"/>
              </a:lnSpc>
              <a:buNone/>
              <a:defRPr sz="2399" b="0" i="0">
                <a:solidFill>
                  <a:srgbClr val="000000"/>
                </a:solidFill>
                <a:latin typeface="HP Simplified" pitchFamily="34" charset="0"/>
                <a:cs typeface="HP Simplified" pitchFamily="34" charset="0"/>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noProof="0" dirty="0" smtClean="0"/>
              <a:t>Click to edit master subtitle style</a:t>
            </a:r>
            <a:endParaRPr lang="en-US" noProof="0" dirty="0"/>
          </a:p>
        </p:txBody>
      </p:sp>
    </p:spTree>
    <p:extLst>
      <p:ext uri="{BB962C8B-B14F-4D97-AF65-F5344CB8AC3E}">
        <p14:creationId xmlns:p14="http://schemas.microsoft.com/office/powerpoint/2010/main" val="269060680"/>
      </p:ext>
    </p:extLst>
  </p:cSld>
  <p:clrMapOvr>
    <a:masterClrMapping/>
  </p:clrMapOvr>
  <p:timing>
    <p:tnLst>
      <p:par>
        <p:cTn id="1" dur="indefinite" restart="never" nodeType="tmRoot"/>
      </p:par>
    </p:tnLst>
  </p:timing>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1_Ttitle, sub title with three columns">
    <p:spTree>
      <p:nvGrpSpPr>
        <p:cNvPr id="1" name=""/>
        <p:cNvGrpSpPr/>
        <p:nvPr/>
      </p:nvGrpSpPr>
      <p:grpSpPr>
        <a:xfrm>
          <a:off x="0" y="0"/>
          <a:ext cx="0" cy="0"/>
          <a:chOff x="0" y="0"/>
          <a:chExt cx="0" cy="0"/>
        </a:xfrm>
      </p:grpSpPr>
      <p:sp>
        <p:nvSpPr>
          <p:cNvPr id="7" name="Title 6"/>
          <p:cNvSpPr>
            <a:spLocks noGrp="1"/>
          </p:cNvSpPr>
          <p:nvPr>
            <p:ph type="title" hasCustomPrompt="1"/>
          </p:nvPr>
        </p:nvSpPr>
        <p:spPr bwMode="black">
          <a:xfrm>
            <a:off x="441848" y="313417"/>
            <a:ext cx="11277202" cy="573024"/>
          </a:xfrm>
        </p:spPr>
        <p:txBody>
          <a:bodyPr/>
          <a:lstStyle>
            <a:lvl1pPr>
              <a:defRPr>
                <a:solidFill>
                  <a:srgbClr val="000000"/>
                </a:solidFill>
              </a:defRPr>
            </a:lvl1pPr>
          </a:lstStyle>
          <a:p>
            <a:r>
              <a:rPr lang="en-US" noProof="0" dirty="0" smtClean="0"/>
              <a:t>Click to edit master title style</a:t>
            </a:r>
            <a:endParaRPr lang="en-US" noProof="0" dirty="0"/>
          </a:p>
        </p:txBody>
      </p:sp>
      <p:sp>
        <p:nvSpPr>
          <p:cNvPr id="9" name="Content Placeholder 8"/>
          <p:cNvSpPr>
            <a:spLocks noGrp="1"/>
          </p:cNvSpPr>
          <p:nvPr>
            <p:ph sz="quarter" idx="16"/>
          </p:nvPr>
        </p:nvSpPr>
        <p:spPr>
          <a:xfrm>
            <a:off x="438798" y="1585385"/>
            <a:ext cx="3364116" cy="4296832"/>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2" name="Content Placeholder 11"/>
          <p:cNvSpPr>
            <a:spLocks noGrp="1"/>
          </p:cNvSpPr>
          <p:nvPr>
            <p:ph sz="quarter" idx="17"/>
          </p:nvPr>
        </p:nvSpPr>
        <p:spPr>
          <a:xfrm>
            <a:off x="4164896" y="1585386"/>
            <a:ext cx="3364116" cy="4296833"/>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4" name="Content Placeholder 13"/>
          <p:cNvSpPr>
            <a:spLocks noGrp="1"/>
          </p:cNvSpPr>
          <p:nvPr>
            <p:ph sz="quarter" idx="18"/>
          </p:nvPr>
        </p:nvSpPr>
        <p:spPr>
          <a:xfrm>
            <a:off x="7890995" y="1585385"/>
            <a:ext cx="3368856" cy="4296832"/>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Subtitle 2"/>
          <p:cNvSpPr>
            <a:spLocks noGrp="1"/>
          </p:cNvSpPr>
          <p:nvPr>
            <p:ph type="subTitle" idx="1" hasCustomPrompt="1"/>
          </p:nvPr>
        </p:nvSpPr>
        <p:spPr bwMode="black">
          <a:xfrm>
            <a:off x="441847" y="1001854"/>
            <a:ext cx="11277202" cy="369332"/>
          </a:xfrm>
          <a:prstGeom prst="rect">
            <a:avLst/>
          </a:prstGeom>
        </p:spPr>
        <p:txBody>
          <a:bodyPr wrap="square" anchor="t">
            <a:noAutofit/>
          </a:bodyPr>
          <a:lstStyle>
            <a:lvl1pPr marL="0" indent="0" algn="l">
              <a:lnSpc>
                <a:spcPct val="100000"/>
              </a:lnSpc>
              <a:buNone/>
              <a:defRPr sz="2399" b="0" i="0">
                <a:solidFill>
                  <a:srgbClr val="000000"/>
                </a:solidFill>
                <a:latin typeface="HP Simplified" pitchFamily="34" charset="0"/>
                <a:cs typeface="HP Simplified" pitchFamily="34" charset="0"/>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noProof="0" dirty="0" smtClean="0"/>
              <a:t>Click to edit master subtitle style</a:t>
            </a:r>
            <a:endParaRPr lang="en-US" noProof="0" dirty="0"/>
          </a:p>
        </p:txBody>
      </p:sp>
    </p:spTree>
    <p:extLst>
      <p:ext uri="{BB962C8B-B14F-4D97-AF65-F5344CB8AC3E}">
        <p14:creationId xmlns:p14="http://schemas.microsoft.com/office/powerpoint/2010/main" val="4143864909"/>
      </p:ext>
    </p:extLst>
  </p:cSld>
  <p:clrMapOvr>
    <a:masterClrMapping/>
  </p:clrMapOvr>
  <p:timing>
    <p:tnLst>
      <p:par>
        <p:cTn id="1" dur="indefinite" restart="never" nodeType="tmRoot"/>
      </p:par>
    </p:tnLst>
  </p:timing>
</p:sldLayout>
</file>

<file path=ppt/slideLayouts/slideLayout133.xml><?xml version="1.0" encoding="utf-8"?>
<p:sldLayout xmlns:a="http://schemas.openxmlformats.org/drawingml/2006/main" xmlns:r="http://schemas.openxmlformats.org/officeDocument/2006/relationships" xmlns:p="http://schemas.openxmlformats.org/presentationml/2006/main" userDrawn="1">
  <p:cSld name="NEW Title, sub title with content">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0" y="1"/>
          <a:ext cx="211612" cy="211667"/>
        </p:xfrm>
        <a:graphic>
          <a:graphicData uri="http://schemas.openxmlformats.org/presentationml/2006/ole">
            <mc:AlternateContent xmlns:mc="http://schemas.openxmlformats.org/markup-compatibility/2006">
              <mc:Choice xmlns:v="urn:schemas-microsoft-com:vml" Requires="v">
                <p:oleObj spid="_x0000_s14520" name="think-cell Slide" r:id="rId5" imgW="360" imgH="360" progId="">
                  <p:embed/>
                </p:oleObj>
              </mc:Choice>
              <mc:Fallback>
                <p:oleObj name="think-cell Slide" r:id="rId5" imgW="360" imgH="360"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
                        <a:ext cx="211612" cy="211667"/>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6" name="Content Placeholder 5"/>
          <p:cNvSpPr>
            <a:spLocks noGrp="1"/>
          </p:cNvSpPr>
          <p:nvPr>
            <p:ph sz="quarter" idx="10"/>
            <p:custDataLst>
              <p:tags r:id="rId3"/>
            </p:custDataLst>
          </p:nvPr>
        </p:nvSpPr>
        <p:spPr>
          <a:xfrm>
            <a:off x="438798" y="1584963"/>
            <a:ext cx="10823677" cy="4305300"/>
          </a:xfrm>
        </p:spPr>
        <p:txBody>
          <a:bodyPr wrap="square">
            <a:noAutofit/>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3" name="Title 2"/>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003066289"/>
      </p:ext>
    </p:extLst>
  </p:cSld>
  <p:clrMapOvr>
    <a:masterClrMapping/>
  </p:clrMapOvr>
  <p:timing>
    <p:tnLst>
      <p:par>
        <p:cTn id="1" dur="indefinite" restart="never" nodeType="tmRoot"/>
      </p:par>
    </p:tnLst>
  </p:timing>
  <p:hf hdr="0" ftr="0" dt="0"/>
</p:sldLayout>
</file>

<file path=ppt/slideLayouts/slideLayout134.xml><?xml version="1.0" encoding="utf-8"?>
<p:sldLayout xmlns:a="http://schemas.openxmlformats.org/drawingml/2006/main" xmlns:r="http://schemas.openxmlformats.org/officeDocument/2006/relationships" xmlns:p="http://schemas.openxmlformats.org/presentationml/2006/main" userDrawn="1">
  <p:cSld name="Title with content">
    <p:bg>
      <p:bgPr>
        <a:solidFill>
          <a:schemeClr val="bg1"/>
        </a:solidFill>
        <a:effectLst/>
      </p:bgPr>
    </p:bg>
    <p:spTree>
      <p:nvGrpSpPr>
        <p:cNvPr id="1" name=""/>
        <p:cNvGrpSpPr/>
        <p:nvPr/>
      </p:nvGrpSpPr>
      <p:grpSpPr>
        <a:xfrm>
          <a:off x="0" y="0"/>
          <a:ext cx="0" cy="0"/>
          <a:chOff x="0" y="0"/>
          <a:chExt cx="0" cy="0"/>
        </a:xfrm>
      </p:grpSpPr>
      <p:sp>
        <p:nvSpPr>
          <p:cNvPr id="7" name="Title 6"/>
          <p:cNvSpPr>
            <a:spLocks noGrp="1"/>
          </p:cNvSpPr>
          <p:nvPr>
            <p:ph type="title" hasCustomPrompt="1"/>
          </p:nvPr>
        </p:nvSpPr>
        <p:spPr bwMode="black">
          <a:xfrm>
            <a:off x="441845" y="313419"/>
            <a:ext cx="10820123" cy="574516"/>
          </a:xfrm>
        </p:spPr>
        <p:txBody>
          <a:bodyPr wrap="square">
            <a:noAutofit/>
          </a:bodyPr>
          <a:lstStyle>
            <a:lvl1pPr>
              <a:defRPr sz="4266" b="1" i="0">
                <a:solidFill>
                  <a:srgbClr val="000000"/>
                </a:solidFill>
                <a:latin typeface="HP Simplified" pitchFamily="34" charset="0"/>
                <a:cs typeface="HP Simplified" pitchFamily="34" charset="0"/>
              </a:defRPr>
            </a:lvl1pPr>
          </a:lstStyle>
          <a:p>
            <a:r>
              <a:rPr lang="en-US" noProof="0" dirty="0" smtClean="0"/>
              <a:t>Click to edit master title style</a:t>
            </a:r>
            <a:endParaRPr lang="en-US" noProof="0" dirty="0"/>
          </a:p>
        </p:txBody>
      </p:sp>
      <p:sp>
        <p:nvSpPr>
          <p:cNvPr id="6" name="Content Placeholder 5"/>
          <p:cNvSpPr>
            <a:spLocks noGrp="1"/>
          </p:cNvSpPr>
          <p:nvPr>
            <p:ph sz="quarter" idx="10"/>
          </p:nvPr>
        </p:nvSpPr>
        <p:spPr>
          <a:xfrm>
            <a:off x="438798" y="1584960"/>
            <a:ext cx="10821053" cy="4293024"/>
          </a:xfrm>
        </p:spPr>
        <p:txBody>
          <a:bodyPr wrap="square">
            <a:noAutofit/>
          </a:bodyPr>
          <a:lstStyle>
            <a:lvl1pPr>
              <a:defRPr sz="3199"/>
            </a:lvl1pPr>
            <a:lvl2pPr>
              <a:defRPr sz="3199" b="1">
                <a:solidFill>
                  <a:srgbClr val="000000"/>
                </a:solidFill>
              </a:defRPr>
            </a:lvl2pPr>
            <a:lvl3pPr marL="226427" indent="-226427">
              <a:buFont typeface="Wingdings" charset="2"/>
              <a:buChar char="§"/>
              <a:defRPr sz="2933">
                <a:solidFill>
                  <a:srgbClr val="000000"/>
                </a:solidFill>
              </a:defRPr>
            </a:lvl3pPr>
            <a:lvl4pPr>
              <a:defRPr sz="2666">
                <a:solidFill>
                  <a:srgbClr val="000000"/>
                </a:solidFill>
              </a:defRPr>
            </a:lvl4pPr>
            <a:lvl5pPr marL="626377" indent="-201034">
              <a:buFont typeface="Wingdings" charset="2"/>
              <a:buChar char="§"/>
              <a:defRPr sz="2399">
                <a:solidFill>
                  <a:srgbClr val="000000"/>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681277276"/>
      </p:ext>
    </p:extLst>
  </p:cSld>
  <p:clrMapOvr>
    <a:masterClrMapping/>
  </p:clrMapOvr>
  <p:timing>
    <p:tnLst>
      <p:par>
        <p:cTn id="1" dur="indefinite" restart="never" nodeType="tmRoot"/>
      </p:par>
    </p:tnLst>
  </p:timing>
</p:sldLayout>
</file>

<file path=ppt/slideLayouts/slideLayout1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162" y="2130426"/>
            <a:ext cx="10360501" cy="1470025"/>
          </a:xfrm>
          <a:prstGeom prst="rect">
            <a:avLst/>
          </a:prstGeom>
        </p:spPr>
        <p:txBody>
          <a:bodyPr/>
          <a:lstStyle/>
          <a:p>
            <a:r>
              <a:rPr lang="en-US" smtClean="0"/>
              <a:t>Click to edit Master title style</a:t>
            </a:r>
            <a:endParaRPr lang="en-US"/>
          </a:p>
        </p:txBody>
      </p:sp>
      <p:sp>
        <p:nvSpPr>
          <p:cNvPr id="3" name="Subtitle 2"/>
          <p:cNvSpPr>
            <a:spLocks noGrp="1"/>
          </p:cNvSpPr>
          <p:nvPr>
            <p:ph type="subTitle" idx="1"/>
          </p:nvPr>
        </p:nvSpPr>
        <p:spPr>
          <a:xfrm>
            <a:off x="1828324" y="3886200"/>
            <a:ext cx="8532178" cy="1752600"/>
          </a:xfrm>
          <a:prstGeom prst="rect">
            <a:avLst/>
          </a:prstGeom>
        </p:spPr>
        <p:txBody>
          <a:bodyPr/>
          <a:lstStyle>
            <a:lvl1pPr marL="0" indent="0" algn="ctr">
              <a:buNone/>
              <a:defRPr>
                <a:solidFill>
                  <a:schemeClr val="tx1">
                    <a:tint val="75000"/>
                  </a:schemeClr>
                </a:solidFill>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a:xfrm>
            <a:off x="609441" y="6356351"/>
            <a:ext cx="2844059" cy="365125"/>
          </a:xfrm>
          <a:prstGeom prst="rect">
            <a:avLst/>
          </a:prstGeom>
        </p:spPr>
        <p:txBody>
          <a:bodyPr/>
          <a:lstStyle/>
          <a:p>
            <a:pPr defTabSz="609448"/>
            <a:fld id="{CFD51B6B-BA15-CE41-AD29-2140DF4ABB4D}" type="datetimeFigureOut">
              <a:rPr lang="en-US" smtClean="0">
                <a:solidFill>
                  <a:prstClr val="black"/>
                </a:solidFill>
              </a:rPr>
              <a:pPr defTabSz="609448"/>
              <a:t>6/11/2015</a:t>
            </a:fld>
            <a:endParaRPr lang="en-US">
              <a:solidFill>
                <a:prstClr val="black"/>
              </a:solidFill>
            </a:endParaRPr>
          </a:p>
        </p:txBody>
      </p:sp>
      <p:sp>
        <p:nvSpPr>
          <p:cNvPr id="5" name="Footer Placeholder 4"/>
          <p:cNvSpPr>
            <a:spLocks noGrp="1"/>
          </p:cNvSpPr>
          <p:nvPr>
            <p:ph type="ftr" sz="quarter" idx="11"/>
          </p:nvPr>
        </p:nvSpPr>
        <p:spPr>
          <a:xfrm>
            <a:off x="4164515" y="6356351"/>
            <a:ext cx="3859795" cy="365125"/>
          </a:xfrm>
          <a:prstGeom prst="rect">
            <a:avLst/>
          </a:prstGeom>
        </p:spPr>
        <p:txBody>
          <a:bodyPr/>
          <a:lstStyle/>
          <a:p>
            <a:pPr defTabSz="609448"/>
            <a:endParaRPr lang="en-US">
              <a:solidFill>
                <a:prstClr val="black"/>
              </a:solidFill>
            </a:endParaRPr>
          </a:p>
        </p:txBody>
      </p:sp>
      <p:sp>
        <p:nvSpPr>
          <p:cNvPr id="6" name="Slide Number Placeholder 5"/>
          <p:cNvSpPr>
            <a:spLocks noGrp="1"/>
          </p:cNvSpPr>
          <p:nvPr>
            <p:ph type="sldNum" sz="quarter" idx="12"/>
          </p:nvPr>
        </p:nvSpPr>
        <p:spPr>
          <a:xfrm>
            <a:off x="8735325" y="6356351"/>
            <a:ext cx="2844059" cy="365125"/>
          </a:xfrm>
          <a:prstGeom prst="rect">
            <a:avLst/>
          </a:prstGeom>
        </p:spPr>
        <p:txBody>
          <a:bodyPr/>
          <a:lstStyle/>
          <a:p>
            <a:pPr defTabSz="609448"/>
            <a:fld id="{42D76A44-4D58-6840-86A0-52BF418DD261}" type="slidenum">
              <a:rPr lang="en-US" smtClean="0">
                <a:solidFill>
                  <a:prstClr val="black"/>
                </a:solidFill>
              </a:rPr>
              <a:pPr defTabSz="609448"/>
              <a:t>‹#›</a:t>
            </a:fld>
            <a:endParaRPr lang="en-US">
              <a:solidFill>
                <a:prstClr val="black"/>
              </a:solidFill>
            </a:endParaRPr>
          </a:p>
        </p:txBody>
      </p:sp>
    </p:spTree>
    <p:extLst>
      <p:ext uri="{BB962C8B-B14F-4D97-AF65-F5344CB8AC3E}">
        <p14:creationId xmlns:p14="http://schemas.microsoft.com/office/powerpoint/2010/main" val="789970935"/>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441" y="274639"/>
            <a:ext cx="10969943"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a:xfrm>
            <a:off x="609441" y="1600201"/>
            <a:ext cx="10969943"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609441" y="6356351"/>
            <a:ext cx="2844059" cy="365125"/>
          </a:xfrm>
          <a:prstGeom prst="rect">
            <a:avLst/>
          </a:prstGeom>
        </p:spPr>
        <p:txBody>
          <a:bodyPr/>
          <a:lstStyle/>
          <a:p>
            <a:pPr defTabSz="609448"/>
            <a:fld id="{CFD51B6B-BA15-CE41-AD29-2140DF4ABB4D}" type="datetimeFigureOut">
              <a:rPr lang="en-US" smtClean="0">
                <a:solidFill>
                  <a:prstClr val="black"/>
                </a:solidFill>
              </a:rPr>
              <a:pPr defTabSz="609448"/>
              <a:t>6/11/2015</a:t>
            </a:fld>
            <a:endParaRPr lang="en-US">
              <a:solidFill>
                <a:prstClr val="black"/>
              </a:solidFill>
            </a:endParaRPr>
          </a:p>
        </p:txBody>
      </p:sp>
      <p:sp>
        <p:nvSpPr>
          <p:cNvPr id="5" name="Footer Placeholder 4"/>
          <p:cNvSpPr>
            <a:spLocks noGrp="1"/>
          </p:cNvSpPr>
          <p:nvPr>
            <p:ph type="ftr" sz="quarter" idx="11"/>
          </p:nvPr>
        </p:nvSpPr>
        <p:spPr>
          <a:xfrm>
            <a:off x="4164515" y="6356351"/>
            <a:ext cx="3859795" cy="365125"/>
          </a:xfrm>
          <a:prstGeom prst="rect">
            <a:avLst/>
          </a:prstGeom>
        </p:spPr>
        <p:txBody>
          <a:bodyPr/>
          <a:lstStyle/>
          <a:p>
            <a:pPr defTabSz="609448"/>
            <a:endParaRPr lang="en-US">
              <a:solidFill>
                <a:prstClr val="black"/>
              </a:solidFill>
            </a:endParaRPr>
          </a:p>
        </p:txBody>
      </p:sp>
      <p:sp>
        <p:nvSpPr>
          <p:cNvPr id="6" name="Slide Number Placeholder 5"/>
          <p:cNvSpPr>
            <a:spLocks noGrp="1"/>
          </p:cNvSpPr>
          <p:nvPr>
            <p:ph type="sldNum" sz="quarter" idx="12"/>
          </p:nvPr>
        </p:nvSpPr>
        <p:spPr>
          <a:xfrm>
            <a:off x="8735325" y="6356351"/>
            <a:ext cx="2844059" cy="365125"/>
          </a:xfrm>
          <a:prstGeom prst="rect">
            <a:avLst/>
          </a:prstGeom>
        </p:spPr>
        <p:txBody>
          <a:bodyPr/>
          <a:lstStyle/>
          <a:p>
            <a:pPr defTabSz="609448"/>
            <a:fld id="{42D76A44-4D58-6840-86A0-52BF418DD261}" type="slidenum">
              <a:rPr lang="en-US" smtClean="0">
                <a:solidFill>
                  <a:prstClr val="black"/>
                </a:solidFill>
              </a:rPr>
              <a:pPr defTabSz="609448"/>
              <a:t>‹#›</a:t>
            </a:fld>
            <a:endParaRPr lang="en-US">
              <a:solidFill>
                <a:prstClr val="black"/>
              </a:solidFill>
            </a:endParaRPr>
          </a:p>
        </p:txBody>
      </p:sp>
    </p:spTree>
    <p:extLst>
      <p:ext uri="{BB962C8B-B14F-4D97-AF65-F5344CB8AC3E}">
        <p14:creationId xmlns:p14="http://schemas.microsoft.com/office/powerpoint/2010/main" val="1627917200"/>
      </p:ext>
    </p:extLst>
  </p:cSld>
  <p:clrMapOvr>
    <a:overrideClrMapping bg1="lt1" tx1="dk1" bg2="lt2" tx2="dk2" accent1="accent1" accent2="accent2" accent3="accent3" accent4="accent4" accent5="accent5" accent6="accent6" hlink="hlink" folHlink="folHlink"/>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2833" y="4406901"/>
            <a:ext cx="10360501" cy="1362075"/>
          </a:xfrm>
          <a:prstGeom prst="rect">
            <a:avLst/>
          </a:prstGeom>
        </p:spPr>
        <p:txBody>
          <a:bodyPr anchor="t"/>
          <a:lstStyle>
            <a:lvl1pPr algn="l">
              <a:defRPr sz="5332" b="1" cap="all"/>
            </a:lvl1pPr>
          </a:lstStyle>
          <a:p>
            <a:r>
              <a:rPr lang="en-US" smtClean="0"/>
              <a:t>Click to edit Master title style</a:t>
            </a:r>
            <a:endParaRPr lang="en-US"/>
          </a:p>
        </p:txBody>
      </p:sp>
      <p:sp>
        <p:nvSpPr>
          <p:cNvPr id="3" name="Text Placeholder 2"/>
          <p:cNvSpPr>
            <a:spLocks noGrp="1"/>
          </p:cNvSpPr>
          <p:nvPr>
            <p:ph type="body" idx="1"/>
          </p:nvPr>
        </p:nvSpPr>
        <p:spPr>
          <a:xfrm>
            <a:off x="962833" y="2906713"/>
            <a:ext cx="10360501" cy="1500187"/>
          </a:xfrm>
          <a:prstGeom prst="rect">
            <a:avLst/>
          </a:prstGeom>
        </p:spPr>
        <p:txBody>
          <a:bodyPr anchor="b"/>
          <a:lstStyle>
            <a:lvl1pPr marL="0" indent="0">
              <a:buNone/>
              <a:defRPr sz="2666">
                <a:solidFill>
                  <a:schemeClr val="tx1">
                    <a:tint val="75000"/>
                  </a:schemeClr>
                </a:solidFill>
              </a:defRPr>
            </a:lvl1pPr>
            <a:lvl2pPr marL="609448" indent="0">
              <a:buNone/>
              <a:defRPr sz="2399">
                <a:solidFill>
                  <a:schemeClr val="tx1">
                    <a:tint val="75000"/>
                  </a:schemeClr>
                </a:solidFill>
              </a:defRPr>
            </a:lvl2pPr>
            <a:lvl3pPr marL="1218895" indent="0">
              <a:buNone/>
              <a:defRPr sz="2133">
                <a:solidFill>
                  <a:schemeClr val="tx1">
                    <a:tint val="75000"/>
                  </a:schemeClr>
                </a:solidFill>
              </a:defRPr>
            </a:lvl3pPr>
            <a:lvl4pPr marL="1828343" indent="0">
              <a:buNone/>
              <a:defRPr sz="1866">
                <a:solidFill>
                  <a:schemeClr val="tx1">
                    <a:tint val="75000"/>
                  </a:schemeClr>
                </a:solidFill>
              </a:defRPr>
            </a:lvl4pPr>
            <a:lvl5pPr marL="2437790" indent="0">
              <a:buNone/>
              <a:defRPr sz="1866">
                <a:solidFill>
                  <a:schemeClr val="tx1">
                    <a:tint val="75000"/>
                  </a:schemeClr>
                </a:solidFill>
              </a:defRPr>
            </a:lvl5pPr>
            <a:lvl6pPr marL="3047238" indent="0">
              <a:buNone/>
              <a:defRPr sz="1866">
                <a:solidFill>
                  <a:schemeClr val="tx1">
                    <a:tint val="75000"/>
                  </a:schemeClr>
                </a:solidFill>
              </a:defRPr>
            </a:lvl6pPr>
            <a:lvl7pPr marL="3656686" indent="0">
              <a:buNone/>
              <a:defRPr sz="1866">
                <a:solidFill>
                  <a:schemeClr val="tx1">
                    <a:tint val="75000"/>
                  </a:schemeClr>
                </a:solidFill>
              </a:defRPr>
            </a:lvl7pPr>
            <a:lvl8pPr marL="4266133" indent="0">
              <a:buNone/>
              <a:defRPr sz="1866">
                <a:solidFill>
                  <a:schemeClr val="tx1">
                    <a:tint val="75000"/>
                  </a:schemeClr>
                </a:solidFill>
              </a:defRPr>
            </a:lvl8pPr>
            <a:lvl9pPr marL="4875581" indent="0">
              <a:buNone/>
              <a:defRPr sz="1866">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609441" y="6356351"/>
            <a:ext cx="2844059" cy="365125"/>
          </a:xfrm>
          <a:prstGeom prst="rect">
            <a:avLst/>
          </a:prstGeom>
        </p:spPr>
        <p:txBody>
          <a:bodyPr/>
          <a:lstStyle/>
          <a:p>
            <a:pPr defTabSz="609448"/>
            <a:fld id="{CFD51B6B-BA15-CE41-AD29-2140DF4ABB4D}" type="datetimeFigureOut">
              <a:rPr lang="en-US" smtClean="0">
                <a:solidFill>
                  <a:prstClr val="black"/>
                </a:solidFill>
              </a:rPr>
              <a:pPr defTabSz="609448"/>
              <a:t>6/11/2015</a:t>
            </a:fld>
            <a:endParaRPr lang="en-US">
              <a:solidFill>
                <a:prstClr val="black"/>
              </a:solidFill>
            </a:endParaRPr>
          </a:p>
        </p:txBody>
      </p:sp>
      <p:sp>
        <p:nvSpPr>
          <p:cNvPr id="5" name="Footer Placeholder 4"/>
          <p:cNvSpPr>
            <a:spLocks noGrp="1"/>
          </p:cNvSpPr>
          <p:nvPr>
            <p:ph type="ftr" sz="quarter" idx="11"/>
          </p:nvPr>
        </p:nvSpPr>
        <p:spPr>
          <a:xfrm>
            <a:off x="4164515" y="6356351"/>
            <a:ext cx="3859795" cy="365125"/>
          </a:xfrm>
          <a:prstGeom prst="rect">
            <a:avLst/>
          </a:prstGeom>
        </p:spPr>
        <p:txBody>
          <a:bodyPr/>
          <a:lstStyle/>
          <a:p>
            <a:pPr defTabSz="609448"/>
            <a:endParaRPr lang="en-US">
              <a:solidFill>
                <a:prstClr val="black"/>
              </a:solidFill>
            </a:endParaRPr>
          </a:p>
        </p:txBody>
      </p:sp>
      <p:sp>
        <p:nvSpPr>
          <p:cNvPr id="6" name="Slide Number Placeholder 5"/>
          <p:cNvSpPr>
            <a:spLocks noGrp="1"/>
          </p:cNvSpPr>
          <p:nvPr>
            <p:ph type="sldNum" sz="quarter" idx="12"/>
          </p:nvPr>
        </p:nvSpPr>
        <p:spPr>
          <a:xfrm>
            <a:off x="8735325" y="6356351"/>
            <a:ext cx="2844059" cy="365125"/>
          </a:xfrm>
          <a:prstGeom prst="rect">
            <a:avLst/>
          </a:prstGeom>
        </p:spPr>
        <p:txBody>
          <a:bodyPr/>
          <a:lstStyle/>
          <a:p>
            <a:pPr defTabSz="609448"/>
            <a:fld id="{42D76A44-4D58-6840-86A0-52BF418DD261}" type="slidenum">
              <a:rPr lang="en-US" smtClean="0">
                <a:solidFill>
                  <a:prstClr val="black"/>
                </a:solidFill>
              </a:rPr>
              <a:pPr defTabSz="609448"/>
              <a:t>‹#›</a:t>
            </a:fld>
            <a:endParaRPr lang="en-US">
              <a:solidFill>
                <a:prstClr val="black"/>
              </a:solidFill>
            </a:endParaRPr>
          </a:p>
        </p:txBody>
      </p:sp>
    </p:spTree>
    <p:extLst>
      <p:ext uri="{BB962C8B-B14F-4D97-AF65-F5344CB8AC3E}">
        <p14:creationId xmlns:p14="http://schemas.microsoft.com/office/powerpoint/2010/main" val="1023460215"/>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441" y="274639"/>
            <a:ext cx="10969943"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sz="half" idx="1"/>
          </p:nvPr>
        </p:nvSpPr>
        <p:spPr>
          <a:xfrm>
            <a:off x="609441" y="1200151"/>
            <a:ext cx="5383398" cy="3394075"/>
          </a:xfrm>
          <a:prstGeom prst="rect">
            <a:avLst/>
          </a:prstGeom>
        </p:spPr>
        <p:txBody>
          <a:bodyPr/>
          <a:lstStyle>
            <a:lvl1pPr>
              <a:defRPr sz="3732"/>
            </a:lvl1pPr>
            <a:lvl2pPr>
              <a:defRPr sz="3199"/>
            </a:lvl2pPr>
            <a:lvl3pPr>
              <a:defRPr sz="2666"/>
            </a:lvl3pPr>
            <a:lvl4pPr>
              <a:defRPr sz="2399"/>
            </a:lvl4pPr>
            <a:lvl5pPr>
              <a:defRPr sz="2399"/>
            </a:lvl5pPr>
            <a:lvl6pPr>
              <a:defRPr sz="2399"/>
            </a:lvl6pPr>
            <a:lvl7pPr>
              <a:defRPr sz="2399"/>
            </a:lvl7pPr>
            <a:lvl8pPr>
              <a:defRPr sz="2399"/>
            </a:lvl8pPr>
            <a:lvl9pPr>
              <a:defRPr sz="2399"/>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5986" y="1200151"/>
            <a:ext cx="5383398" cy="3394075"/>
          </a:xfrm>
          <a:prstGeom prst="rect">
            <a:avLst/>
          </a:prstGeom>
        </p:spPr>
        <p:txBody>
          <a:bodyPr/>
          <a:lstStyle>
            <a:lvl1pPr>
              <a:defRPr sz="3732"/>
            </a:lvl1pPr>
            <a:lvl2pPr>
              <a:defRPr sz="3199"/>
            </a:lvl2pPr>
            <a:lvl3pPr>
              <a:defRPr sz="2666"/>
            </a:lvl3pPr>
            <a:lvl4pPr>
              <a:defRPr sz="2399"/>
            </a:lvl4pPr>
            <a:lvl5pPr>
              <a:defRPr sz="2399"/>
            </a:lvl5pPr>
            <a:lvl6pPr>
              <a:defRPr sz="2399"/>
            </a:lvl6pPr>
            <a:lvl7pPr>
              <a:defRPr sz="2399"/>
            </a:lvl7pPr>
            <a:lvl8pPr>
              <a:defRPr sz="2399"/>
            </a:lvl8pPr>
            <a:lvl9pPr>
              <a:defRPr sz="2399"/>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609441" y="6356351"/>
            <a:ext cx="2844059" cy="365125"/>
          </a:xfrm>
          <a:prstGeom prst="rect">
            <a:avLst/>
          </a:prstGeom>
        </p:spPr>
        <p:txBody>
          <a:bodyPr/>
          <a:lstStyle/>
          <a:p>
            <a:pPr defTabSz="609448"/>
            <a:fld id="{CFD51B6B-BA15-CE41-AD29-2140DF4ABB4D}" type="datetimeFigureOut">
              <a:rPr lang="en-US" smtClean="0">
                <a:solidFill>
                  <a:prstClr val="black"/>
                </a:solidFill>
              </a:rPr>
              <a:pPr defTabSz="609448"/>
              <a:t>6/11/2015</a:t>
            </a:fld>
            <a:endParaRPr lang="en-US">
              <a:solidFill>
                <a:prstClr val="black"/>
              </a:solidFill>
            </a:endParaRPr>
          </a:p>
        </p:txBody>
      </p:sp>
      <p:sp>
        <p:nvSpPr>
          <p:cNvPr id="6" name="Footer Placeholder 5"/>
          <p:cNvSpPr>
            <a:spLocks noGrp="1"/>
          </p:cNvSpPr>
          <p:nvPr>
            <p:ph type="ftr" sz="quarter" idx="11"/>
          </p:nvPr>
        </p:nvSpPr>
        <p:spPr>
          <a:xfrm>
            <a:off x="4164515" y="6356351"/>
            <a:ext cx="3859795" cy="365125"/>
          </a:xfrm>
          <a:prstGeom prst="rect">
            <a:avLst/>
          </a:prstGeom>
        </p:spPr>
        <p:txBody>
          <a:bodyPr/>
          <a:lstStyle/>
          <a:p>
            <a:pPr defTabSz="609448"/>
            <a:endParaRPr lang="en-US">
              <a:solidFill>
                <a:prstClr val="black"/>
              </a:solidFill>
            </a:endParaRPr>
          </a:p>
        </p:txBody>
      </p:sp>
      <p:sp>
        <p:nvSpPr>
          <p:cNvPr id="7" name="Slide Number Placeholder 6"/>
          <p:cNvSpPr>
            <a:spLocks noGrp="1"/>
          </p:cNvSpPr>
          <p:nvPr>
            <p:ph type="sldNum" sz="quarter" idx="12"/>
          </p:nvPr>
        </p:nvSpPr>
        <p:spPr>
          <a:xfrm>
            <a:off x="8735325" y="6356351"/>
            <a:ext cx="2844059" cy="365125"/>
          </a:xfrm>
          <a:prstGeom prst="rect">
            <a:avLst/>
          </a:prstGeom>
        </p:spPr>
        <p:txBody>
          <a:bodyPr/>
          <a:lstStyle/>
          <a:p>
            <a:pPr defTabSz="609448"/>
            <a:fld id="{42D76A44-4D58-6840-86A0-52BF418DD261}" type="slidenum">
              <a:rPr lang="en-US" smtClean="0">
                <a:solidFill>
                  <a:prstClr val="black"/>
                </a:solidFill>
              </a:rPr>
              <a:pPr defTabSz="609448"/>
              <a:t>‹#›</a:t>
            </a:fld>
            <a:endParaRPr lang="en-US">
              <a:solidFill>
                <a:prstClr val="black"/>
              </a:solidFill>
            </a:endParaRPr>
          </a:p>
        </p:txBody>
      </p:sp>
    </p:spTree>
    <p:extLst>
      <p:ext uri="{BB962C8B-B14F-4D97-AF65-F5344CB8AC3E}">
        <p14:creationId xmlns:p14="http://schemas.microsoft.com/office/powerpoint/2010/main" val="1599724632"/>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441" y="274639"/>
            <a:ext cx="10969943" cy="1143000"/>
          </a:xfrm>
          <a:prstGeom prst="rect">
            <a:avLst/>
          </a:prstGeo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441" y="1535113"/>
            <a:ext cx="5385514" cy="639763"/>
          </a:xfrm>
          <a:prstGeom prst="rect">
            <a:avLst/>
          </a:prstGeom>
        </p:spPr>
        <p:txBody>
          <a:bodyPr anchor="b"/>
          <a:lstStyle>
            <a:lvl1pPr marL="0" indent="0">
              <a:buNone/>
              <a:defRPr sz="3199" b="1"/>
            </a:lvl1pPr>
            <a:lvl2pPr marL="609448" indent="0">
              <a:buNone/>
              <a:defRPr sz="2666" b="1"/>
            </a:lvl2pPr>
            <a:lvl3pPr marL="1218895" indent="0">
              <a:buNone/>
              <a:defRPr sz="2399" b="1"/>
            </a:lvl3pPr>
            <a:lvl4pPr marL="1828343" indent="0">
              <a:buNone/>
              <a:defRPr sz="2133" b="1"/>
            </a:lvl4pPr>
            <a:lvl5pPr marL="2437790" indent="0">
              <a:buNone/>
              <a:defRPr sz="2133" b="1"/>
            </a:lvl5pPr>
            <a:lvl6pPr marL="3047238" indent="0">
              <a:buNone/>
              <a:defRPr sz="2133" b="1"/>
            </a:lvl6pPr>
            <a:lvl7pPr marL="3656686" indent="0">
              <a:buNone/>
              <a:defRPr sz="2133" b="1"/>
            </a:lvl7pPr>
            <a:lvl8pPr marL="4266133" indent="0">
              <a:buNone/>
              <a:defRPr sz="2133" b="1"/>
            </a:lvl8pPr>
            <a:lvl9pPr marL="4875581" indent="0">
              <a:buNone/>
              <a:defRPr sz="2133" b="1"/>
            </a:lvl9pPr>
          </a:lstStyle>
          <a:p>
            <a:pPr lvl="0"/>
            <a:r>
              <a:rPr lang="en-US" smtClean="0"/>
              <a:t>Click to edit Master text styles</a:t>
            </a:r>
          </a:p>
        </p:txBody>
      </p:sp>
      <p:sp>
        <p:nvSpPr>
          <p:cNvPr id="4" name="Content Placeholder 3"/>
          <p:cNvSpPr>
            <a:spLocks noGrp="1"/>
          </p:cNvSpPr>
          <p:nvPr>
            <p:ph sz="half" idx="2"/>
          </p:nvPr>
        </p:nvSpPr>
        <p:spPr>
          <a:xfrm>
            <a:off x="609441" y="2174875"/>
            <a:ext cx="5385514" cy="3951288"/>
          </a:xfrm>
          <a:prstGeom prst="rect">
            <a:avLst/>
          </a:prstGeom>
        </p:spPr>
        <p:txBody>
          <a:bodyPr/>
          <a:lstStyle>
            <a:lvl1pPr>
              <a:defRPr sz="3199"/>
            </a:lvl1pPr>
            <a:lvl2pPr>
              <a:defRPr sz="2666"/>
            </a:lvl2pPr>
            <a:lvl3pPr>
              <a:defRPr sz="2399"/>
            </a:lvl3pPr>
            <a:lvl4pPr>
              <a:defRPr sz="2133"/>
            </a:lvl4pPr>
            <a:lvl5pPr>
              <a:defRPr sz="2133"/>
            </a:lvl5pPr>
            <a:lvl6pPr>
              <a:defRPr sz="2133"/>
            </a:lvl6pPr>
            <a:lvl7pPr>
              <a:defRPr sz="2133"/>
            </a:lvl7pPr>
            <a:lvl8pPr>
              <a:defRPr sz="2133"/>
            </a:lvl8pPr>
            <a:lvl9pPr>
              <a:defRPr sz="2133"/>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1756" y="1535113"/>
            <a:ext cx="5387630" cy="639763"/>
          </a:xfrm>
          <a:prstGeom prst="rect">
            <a:avLst/>
          </a:prstGeom>
        </p:spPr>
        <p:txBody>
          <a:bodyPr anchor="b"/>
          <a:lstStyle>
            <a:lvl1pPr marL="0" indent="0">
              <a:buNone/>
              <a:defRPr sz="3199" b="1"/>
            </a:lvl1pPr>
            <a:lvl2pPr marL="609448" indent="0">
              <a:buNone/>
              <a:defRPr sz="2666" b="1"/>
            </a:lvl2pPr>
            <a:lvl3pPr marL="1218895" indent="0">
              <a:buNone/>
              <a:defRPr sz="2399" b="1"/>
            </a:lvl3pPr>
            <a:lvl4pPr marL="1828343" indent="0">
              <a:buNone/>
              <a:defRPr sz="2133" b="1"/>
            </a:lvl4pPr>
            <a:lvl5pPr marL="2437790" indent="0">
              <a:buNone/>
              <a:defRPr sz="2133" b="1"/>
            </a:lvl5pPr>
            <a:lvl6pPr marL="3047238" indent="0">
              <a:buNone/>
              <a:defRPr sz="2133" b="1"/>
            </a:lvl6pPr>
            <a:lvl7pPr marL="3656686" indent="0">
              <a:buNone/>
              <a:defRPr sz="2133" b="1"/>
            </a:lvl7pPr>
            <a:lvl8pPr marL="4266133" indent="0">
              <a:buNone/>
              <a:defRPr sz="2133" b="1"/>
            </a:lvl8pPr>
            <a:lvl9pPr marL="4875581" indent="0">
              <a:buNone/>
              <a:defRPr sz="2133" b="1"/>
            </a:lvl9pPr>
          </a:lstStyle>
          <a:p>
            <a:pPr lvl="0"/>
            <a:r>
              <a:rPr lang="en-US" smtClean="0"/>
              <a:t>Click to edit Master text styles</a:t>
            </a:r>
          </a:p>
        </p:txBody>
      </p:sp>
      <p:sp>
        <p:nvSpPr>
          <p:cNvPr id="6" name="Content Placeholder 5"/>
          <p:cNvSpPr>
            <a:spLocks noGrp="1"/>
          </p:cNvSpPr>
          <p:nvPr>
            <p:ph sz="quarter" idx="4"/>
          </p:nvPr>
        </p:nvSpPr>
        <p:spPr>
          <a:xfrm>
            <a:off x="6191756" y="2174875"/>
            <a:ext cx="5387630" cy="3951288"/>
          </a:xfrm>
          <a:prstGeom prst="rect">
            <a:avLst/>
          </a:prstGeom>
        </p:spPr>
        <p:txBody>
          <a:bodyPr/>
          <a:lstStyle>
            <a:lvl1pPr>
              <a:defRPr sz="3199"/>
            </a:lvl1pPr>
            <a:lvl2pPr>
              <a:defRPr sz="2666"/>
            </a:lvl2pPr>
            <a:lvl3pPr>
              <a:defRPr sz="2399"/>
            </a:lvl3pPr>
            <a:lvl4pPr>
              <a:defRPr sz="2133"/>
            </a:lvl4pPr>
            <a:lvl5pPr>
              <a:defRPr sz="2133"/>
            </a:lvl5pPr>
            <a:lvl6pPr>
              <a:defRPr sz="2133"/>
            </a:lvl6pPr>
            <a:lvl7pPr>
              <a:defRPr sz="2133"/>
            </a:lvl7pPr>
            <a:lvl8pPr>
              <a:defRPr sz="2133"/>
            </a:lvl8pPr>
            <a:lvl9pPr>
              <a:defRPr sz="2133"/>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609441" y="6356351"/>
            <a:ext cx="2844059" cy="365125"/>
          </a:xfrm>
          <a:prstGeom prst="rect">
            <a:avLst/>
          </a:prstGeom>
        </p:spPr>
        <p:txBody>
          <a:bodyPr/>
          <a:lstStyle/>
          <a:p>
            <a:pPr defTabSz="609448"/>
            <a:fld id="{CFD51B6B-BA15-CE41-AD29-2140DF4ABB4D}" type="datetimeFigureOut">
              <a:rPr lang="en-US" smtClean="0">
                <a:solidFill>
                  <a:prstClr val="black"/>
                </a:solidFill>
              </a:rPr>
              <a:pPr defTabSz="609448"/>
              <a:t>6/11/2015</a:t>
            </a:fld>
            <a:endParaRPr lang="en-US">
              <a:solidFill>
                <a:prstClr val="black"/>
              </a:solidFill>
            </a:endParaRPr>
          </a:p>
        </p:txBody>
      </p:sp>
      <p:sp>
        <p:nvSpPr>
          <p:cNvPr id="8" name="Footer Placeholder 7"/>
          <p:cNvSpPr>
            <a:spLocks noGrp="1"/>
          </p:cNvSpPr>
          <p:nvPr>
            <p:ph type="ftr" sz="quarter" idx="11"/>
          </p:nvPr>
        </p:nvSpPr>
        <p:spPr>
          <a:xfrm>
            <a:off x="4164515" y="6356351"/>
            <a:ext cx="3859795" cy="365125"/>
          </a:xfrm>
          <a:prstGeom prst="rect">
            <a:avLst/>
          </a:prstGeom>
        </p:spPr>
        <p:txBody>
          <a:bodyPr/>
          <a:lstStyle/>
          <a:p>
            <a:pPr defTabSz="609448"/>
            <a:endParaRPr lang="en-US">
              <a:solidFill>
                <a:prstClr val="black"/>
              </a:solidFill>
            </a:endParaRPr>
          </a:p>
        </p:txBody>
      </p:sp>
      <p:sp>
        <p:nvSpPr>
          <p:cNvPr id="9" name="Slide Number Placeholder 8"/>
          <p:cNvSpPr>
            <a:spLocks noGrp="1"/>
          </p:cNvSpPr>
          <p:nvPr>
            <p:ph type="sldNum" sz="quarter" idx="12"/>
          </p:nvPr>
        </p:nvSpPr>
        <p:spPr>
          <a:xfrm>
            <a:off x="8735325" y="6356351"/>
            <a:ext cx="2844059" cy="365125"/>
          </a:xfrm>
          <a:prstGeom prst="rect">
            <a:avLst/>
          </a:prstGeom>
        </p:spPr>
        <p:txBody>
          <a:bodyPr/>
          <a:lstStyle/>
          <a:p>
            <a:pPr defTabSz="609448"/>
            <a:fld id="{42D76A44-4D58-6840-86A0-52BF418DD261}" type="slidenum">
              <a:rPr lang="en-US" smtClean="0">
                <a:solidFill>
                  <a:prstClr val="black"/>
                </a:solidFill>
              </a:rPr>
              <a:pPr defTabSz="609448"/>
              <a:t>‹#›</a:t>
            </a:fld>
            <a:endParaRPr lang="en-US">
              <a:solidFill>
                <a:prstClr val="black"/>
              </a:solidFill>
            </a:endParaRPr>
          </a:p>
        </p:txBody>
      </p:sp>
    </p:spTree>
    <p:extLst>
      <p:ext uri="{BB962C8B-B14F-4D97-AF65-F5344CB8AC3E}">
        <p14:creationId xmlns:p14="http://schemas.microsoft.com/office/powerpoint/2010/main" val="2146949863"/>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441" y="274639"/>
            <a:ext cx="10969943" cy="1143000"/>
          </a:xfrm>
          <a:prstGeom prst="rect">
            <a:avLst/>
          </a:prstGeom>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609441" y="6356351"/>
            <a:ext cx="2844059" cy="365125"/>
          </a:xfrm>
          <a:prstGeom prst="rect">
            <a:avLst/>
          </a:prstGeom>
        </p:spPr>
        <p:txBody>
          <a:bodyPr/>
          <a:lstStyle/>
          <a:p>
            <a:pPr defTabSz="609448"/>
            <a:fld id="{CFD51B6B-BA15-CE41-AD29-2140DF4ABB4D}" type="datetimeFigureOut">
              <a:rPr lang="en-US" smtClean="0">
                <a:solidFill>
                  <a:prstClr val="black"/>
                </a:solidFill>
              </a:rPr>
              <a:pPr defTabSz="609448"/>
              <a:t>6/11/2015</a:t>
            </a:fld>
            <a:endParaRPr lang="en-US">
              <a:solidFill>
                <a:prstClr val="black"/>
              </a:solidFill>
            </a:endParaRPr>
          </a:p>
        </p:txBody>
      </p:sp>
      <p:sp>
        <p:nvSpPr>
          <p:cNvPr id="4" name="Footer Placeholder 3"/>
          <p:cNvSpPr>
            <a:spLocks noGrp="1"/>
          </p:cNvSpPr>
          <p:nvPr>
            <p:ph type="ftr" sz="quarter" idx="11"/>
          </p:nvPr>
        </p:nvSpPr>
        <p:spPr>
          <a:xfrm>
            <a:off x="4164515" y="6356351"/>
            <a:ext cx="3859795" cy="365125"/>
          </a:xfrm>
          <a:prstGeom prst="rect">
            <a:avLst/>
          </a:prstGeom>
        </p:spPr>
        <p:txBody>
          <a:bodyPr/>
          <a:lstStyle/>
          <a:p>
            <a:pPr defTabSz="609448"/>
            <a:endParaRPr lang="en-US">
              <a:solidFill>
                <a:prstClr val="black"/>
              </a:solidFill>
            </a:endParaRPr>
          </a:p>
        </p:txBody>
      </p:sp>
      <p:sp>
        <p:nvSpPr>
          <p:cNvPr id="5" name="Slide Number Placeholder 4"/>
          <p:cNvSpPr>
            <a:spLocks noGrp="1"/>
          </p:cNvSpPr>
          <p:nvPr>
            <p:ph type="sldNum" sz="quarter" idx="12"/>
          </p:nvPr>
        </p:nvSpPr>
        <p:spPr>
          <a:xfrm>
            <a:off x="8735325" y="6356351"/>
            <a:ext cx="2844059" cy="365125"/>
          </a:xfrm>
          <a:prstGeom prst="rect">
            <a:avLst/>
          </a:prstGeom>
        </p:spPr>
        <p:txBody>
          <a:bodyPr/>
          <a:lstStyle/>
          <a:p>
            <a:pPr defTabSz="609448"/>
            <a:fld id="{42D76A44-4D58-6840-86A0-52BF418DD261}" type="slidenum">
              <a:rPr lang="en-US" smtClean="0">
                <a:solidFill>
                  <a:prstClr val="black"/>
                </a:solidFill>
              </a:rPr>
              <a:pPr defTabSz="609448"/>
              <a:t>‹#›</a:t>
            </a:fld>
            <a:endParaRPr lang="en-US">
              <a:solidFill>
                <a:prstClr val="black"/>
              </a:solidFill>
            </a:endParaRPr>
          </a:p>
        </p:txBody>
      </p:sp>
    </p:spTree>
    <p:extLst>
      <p:ext uri="{BB962C8B-B14F-4D97-AF65-F5344CB8AC3E}">
        <p14:creationId xmlns:p14="http://schemas.microsoft.com/office/powerpoint/2010/main" val="1763726216"/>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441" y="6356351"/>
            <a:ext cx="2844059" cy="365125"/>
          </a:xfrm>
          <a:prstGeom prst="rect">
            <a:avLst/>
          </a:prstGeom>
        </p:spPr>
        <p:txBody>
          <a:bodyPr/>
          <a:lstStyle/>
          <a:p>
            <a:pPr defTabSz="609448"/>
            <a:fld id="{CFD51B6B-BA15-CE41-AD29-2140DF4ABB4D}" type="datetimeFigureOut">
              <a:rPr lang="en-US" smtClean="0">
                <a:solidFill>
                  <a:prstClr val="black"/>
                </a:solidFill>
              </a:rPr>
              <a:pPr defTabSz="609448"/>
              <a:t>6/11/2015</a:t>
            </a:fld>
            <a:endParaRPr lang="en-US">
              <a:solidFill>
                <a:prstClr val="black"/>
              </a:solidFill>
            </a:endParaRPr>
          </a:p>
        </p:txBody>
      </p:sp>
      <p:sp>
        <p:nvSpPr>
          <p:cNvPr id="3" name="Footer Placeholder 2"/>
          <p:cNvSpPr>
            <a:spLocks noGrp="1"/>
          </p:cNvSpPr>
          <p:nvPr>
            <p:ph type="ftr" sz="quarter" idx="11"/>
          </p:nvPr>
        </p:nvSpPr>
        <p:spPr>
          <a:xfrm>
            <a:off x="4164515" y="6356351"/>
            <a:ext cx="3859795" cy="365125"/>
          </a:xfrm>
          <a:prstGeom prst="rect">
            <a:avLst/>
          </a:prstGeom>
        </p:spPr>
        <p:txBody>
          <a:bodyPr/>
          <a:lstStyle/>
          <a:p>
            <a:pPr defTabSz="609448"/>
            <a:endParaRPr lang="en-US">
              <a:solidFill>
                <a:prstClr val="black"/>
              </a:solidFill>
            </a:endParaRPr>
          </a:p>
        </p:txBody>
      </p:sp>
      <p:sp>
        <p:nvSpPr>
          <p:cNvPr id="4" name="Slide Number Placeholder 3"/>
          <p:cNvSpPr>
            <a:spLocks noGrp="1"/>
          </p:cNvSpPr>
          <p:nvPr>
            <p:ph type="sldNum" sz="quarter" idx="12"/>
          </p:nvPr>
        </p:nvSpPr>
        <p:spPr>
          <a:xfrm>
            <a:off x="8735325" y="6356351"/>
            <a:ext cx="2844059" cy="365125"/>
          </a:xfrm>
          <a:prstGeom prst="rect">
            <a:avLst/>
          </a:prstGeom>
        </p:spPr>
        <p:txBody>
          <a:bodyPr/>
          <a:lstStyle/>
          <a:p>
            <a:pPr defTabSz="609448"/>
            <a:fld id="{42D76A44-4D58-6840-86A0-52BF418DD261}" type="slidenum">
              <a:rPr lang="en-US" smtClean="0">
                <a:solidFill>
                  <a:prstClr val="black"/>
                </a:solidFill>
              </a:rPr>
              <a:pPr defTabSz="609448"/>
              <a:t>‹#›</a:t>
            </a:fld>
            <a:endParaRPr lang="en-US">
              <a:solidFill>
                <a:prstClr val="black"/>
              </a:solidFill>
            </a:endParaRPr>
          </a:p>
        </p:txBody>
      </p:sp>
    </p:spTree>
    <p:extLst>
      <p:ext uri="{BB962C8B-B14F-4D97-AF65-F5344CB8AC3E}">
        <p14:creationId xmlns:p14="http://schemas.microsoft.com/office/powerpoint/2010/main" val="716335762"/>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43" y="273049"/>
            <a:ext cx="4010039" cy="1162051"/>
          </a:xfrm>
          <a:prstGeom prst="rect">
            <a:avLst/>
          </a:prstGeom>
        </p:spPr>
        <p:txBody>
          <a:bodyPr anchor="b"/>
          <a:lstStyle>
            <a:lvl1pPr algn="l">
              <a:defRPr sz="2666" b="1"/>
            </a:lvl1pPr>
          </a:lstStyle>
          <a:p>
            <a:r>
              <a:rPr lang="en-US" smtClean="0"/>
              <a:t>Click to edit Master title style</a:t>
            </a:r>
            <a:endParaRPr lang="en-US"/>
          </a:p>
        </p:txBody>
      </p:sp>
      <p:sp>
        <p:nvSpPr>
          <p:cNvPr id="3" name="Content Placeholder 2"/>
          <p:cNvSpPr>
            <a:spLocks noGrp="1"/>
          </p:cNvSpPr>
          <p:nvPr>
            <p:ph idx="1"/>
          </p:nvPr>
        </p:nvSpPr>
        <p:spPr>
          <a:xfrm>
            <a:off x="4765492" y="273052"/>
            <a:ext cx="6813892" cy="5853113"/>
          </a:xfrm>
          <a:prstGeom prst="rect">
            <a:avLst/>
          </a:prstGeom>
        </p:spPr>
        <p:txBody>
          <a:bodyPr/>
          <a:lstStyle>
            <a:lvl1pPr>
              <a:defRPr sz="4266"/>
            </a:lvl1pPr>
            <a:lvl2pPr>
              <a:defRPr sz="3732"/>
            </a:lvl2pPr>
            <a:lvl3pPr>
              <a:defRPr sz="3199"/>
            </a:lvl3pPr>
            <a:lvl4pPr>
              <a:defRPr sz="2666"/>
            </a:lvl4pPr>
            <a:lvl5pPr>
              <a:defRPr sz="2666"/>
            </a:lvl5pPr>
            <a:lvl6pPr>
              <a:defRPr sz="2666"/>
            </a:lvl6pPr>
            <a:lvl7pPr>
              <a:defRPr sz="2666"/>
            </a:lvl7pPr>
            <a:lvl8pPr>
              <a:defRPr sz="2666"/>
            </a:lvl8pPr>
            <a:lvl9pPr>
              <a:defRPr sz="2666"/>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443" y="1435102"/>
            <a:ext cx="4010039" cy="4691063"/>
          </a:xfrm>
          <a:prstGeom prst="rect">
            <a:avLst/>
          </a:prstGeom>
        </p:spPr>
        <p:txBody>
          <a:bodyPr/>
          <a:lstStyle>
            <a:lvl1pPr marL="0" indent="0">
              <a:buNone/>
              <a:defRPr sz="1866"/>
            </a:lvl1pPr>
            <a:lvl2pPr marL="609448" indent="0">
              <a:buNone/>
              <a:defRPr sz="1600"/>
            </a:lvl2pPr>
            <a:lvl3pPr marL="1218895" indent="0">
              <a:buNone/>
              <a:defRPr sz="1333"/>
            </a:lvl3pPr>
            <a:lvl4pPr marL="1828343" indent="0">
              <a:buNone/>
              <a:defRPr sz="1200"/>
            </a:lvl4pPr>
            <a:lvl5pPr marL="2437790" indent="0">
              <a:buNone/>
              <a:defRPr sz="1200"/>
            </a:lvl5pPr>
            <a:lvl6pPr marL="3047238" indent="0">
              <a:buNone/>
              <a:defRPr sz="1200"/>
            </a:lvl6pPr>
            <a:lvl7pPr marL="3656686" indent="0">
              <a:buNone/>
              <a:defRPr sz="1200"/>
            </a:lvl7pPr>
            <a:lvl8pPr marL="4266133" indent="0">
              <a:buNone/>
              <a:defRPr sz="1200"/>
            </a:lvl8pPr>
            <a:lvl9pPr marL="4875581" indent="0">
              <a:buNone/>
              <a:defRPr sz="1200"/>
            </a:lvl9pPr>
          </a:lstStyle>
          <a:p>
            <a:pPr lvl="0"/>
            <a:r>
              <a:rPr lang="en-US" smtClean="0"/>
              <a:t>Click to edit Master text styles</a:t>
            </a:r>
          </a:p>
        </p:txBody>
      </p:sp>
      <p:sp>
        <p:nvSpPr>
          <p:cNvPr id="5" name="Date Placeholder 4"/>
          <p:cNvSpPr>
            <a:spLocks noGrp="1"/>
          </p:cNvSpPr>
          <p:nvPr>
            <p:ph type="dt" sz="half" idx="10"/>
          </p:nvPr>
        </p:nvSpPr>
        <p:spPr>
          <a:xfrm>
            <a:off x="609441" y="6356351"/>
            <a:ext cx="2844059" cy="365125"/>
          </a:xfrm>
          <a:prstGeom prst="rect">
            <a:avLst/>
          </a:prstGeom>
        </p:spPr>
        <p:txBody>
          <a:bodyPr/>
          <a:lstStyle/>
          <a:p>
            <a:pPr defTabSz="609448"/>
            <a:fld id="{CFD51B6B-BA15-CE41-AD29-2140DF4ABB4D}" type="datetimeFigureOut">
              <a:rPr lang="en-US" smtClean="0">
                <a:solidFill>
                  <a:prstClr val="black"/>
                </a:solidFill>
              </a:rPr>
              <a:pPr defTabSz="609448"/>
              <a:t>6/11/2015</a:t>
            </a:fld>
            <a:endParaRPr lang="en-US">
              <a:solidFill>
                <a:prstClr val="black"/>
              </a:solidFill>
            </a:endParaRPr>
          </a:p>
        </p:txBody>
      </p:sp>
      <p:sp>
        <p:nvSpPr>
          <p:cNvPr id="6" name="Footer Placeholder 5"/>
          <p:cNvSpPr>
            <a:spLocks noGrp="1"/>
          </p:cNvSpPr>
          <p:nvPr>
            <p:ph type="ftr" sz="quarter" idx="11"/>
          </p:nvPr>
        </p:nvSpPr>
        <p:spPr>
          <a:xfrm>
            <a:off x="4164515" y="6356351"/>
            <a:ext cx="3859795" cy="365125"/>
          </a:xfrm>
          <a:prstGeom prst="rect">
            <a:avLst/>
          </a:prstGeom>
        </p:spPr>
        <p:txBody>
          <a:bodyPr/>
          <a:lstStyle/>
          <a:p>
            <a:pPr defTabSz="609448"/>
            <a:endParaRPr lang="en-US">
              <a:solidFill>
                <a:prstClr val="black"/>
              </a:solidFill>
            </a:endParaRPr>
          </a:p>
        </p:txBody>
      </p:sp>
      <p:sp>
        <p:nvSpPr>
          <p:cNvPr id="7" name="Slide Number Placeholder 6"/>
          <p:cNvSpPr>
            <a:spLocks noGrp="1"/>
          </p:cNvSpPr>
          <p:nvPr>
            <p:ph type="sldNum" sz="quarter" idx="12"/>
          </p:nvPr>
        </p:nvSpPr>
        <p:spPr>
          <a:xfrm>
            <a:off x="8735325" y="6356351"/>
            <a:ext cx="2844059" cy="365125"/>
          </a:xfrm>
          <a:prstGeom prst="rect">
            <a:avLst/>
          </a:prstGeom>
        </p:spPr>
        <p:txBody>
          <a:bodyPr/>
          <a:lstStyle/>
          <a:p>
            <a:pPr defTabSz="609448"/>
            <a:fld id="{42D76A44-4D58-6840-86A0-52BF418DD261}" type="slidenum">
              <a:rPr lang="en-US" smtClean="0">
                <a:solidFill>
                  <a:prstClr val="black"/>
                </a:solidFill>
              </a:rPr>
              <a:pPr defTabSz="609448"/>
              <a:t>‹#›</a:t>
            </a:fld>
            <a:endParaRPr lang="en-US">
              <a:solidFill>
                <a:prstClr val="black"/>
              </a:solidFill>
            </a:endParaRPr>
          </a:p>
        </p:txBody>
      </p:sp>
    </p:spTree>
    <p:extLst>
      <p:ext uri="{BB962C8B-B14F-4D97-AF65-F5344CB8AC3E}">
        <p14:creationId xmlns:p14="http://schemas.microsoft.com/office/powerpoint/2010/main" val="1518267834"/>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095" y="4800600"/>
            <a:ext cx="7313295" cy="566739"/>
          </a:xfrm>
          <a:prstGeom prst="rect">
            <a:avLst/>
          </a:prstGeom>
        </p:spPr>
        <p:txBody>
          <a:bodyPr anchor="b"/>
          <a:lstStyle>
            <a:lvl1pPr algn="l">
              <a:defRPr sz="2666" b="1"/>
            </a:lvl1pPr>
          </a:lstStyle>
          <a:p>
            <a:r>
              <a:rPr lang="en-US" smtClean="0"/>
              <a:t>Click to edit Master title style</a:t>
            </a:r>
            <a:endParaRPr lang="en-US"/>
          </a:p>
        </p:txBody>
      </p:sp>
      <p:sp>
        <p:nvSpPr>
          <p:cNvPr id="3" name="Picture Placeholder 2"/>
          <p:cNvSpPr>
            <a:spLocks noGrp="1"/>
          </p:cNvSpPr>
          <p:nvPr>
            <p:ph type="pic" idx="1"/>
          </p:nvPr>
        </p:nvSpPr>
        <p:spPr>
          <a:xfrm>
            <a:off x="2389095" y="612775"/>
            <a:ext cx="7313295" cy="4114800"/>
          </a:xfrm>
          <a:prstGeom prst="rect">
            <a:avLst/>
          </a:prstGeom>
        </p:spPr>
        <p:txBody>
          <a:bodyPr/>
          <a:lstStyle>
            <a:lvl1pPr marL="0" indent="0">
              <a:buNone/>
              <a:defRPr sz="4266"/>
            </a:lvl1pPr>
            <a:lvl2pPr marL="609448" indent="0">
              <a:buNone/>
              <a:defRPr sz="3732"/>
            </a:lvl2pPr>
            <a:lvl3pPr marL="1218895" indent="0">
              <a:buNone/>
              <a:defRPr sz="3199"/>
            </a:lvl3pPr>
            <a:lvl4pPr marL="1828343" indent="0">
              <a:buNone/>
              <a:defRPr sz="2666"/>
            </a:lvl4pPr>
            <a:lvl5pPr marL="2437790" indent="0">
              <a:buNone/>
              <a:defRPr sz="2666"/>
            </a:lvl5pPr>
            <a:lvl6pPr marL="3047238" indent="0">
              <a:buNone/>
              <a:defRPr sz="2666"/>
            </a:lvl6pPr>
            <a:lvl7pPr marL="3656686" indent="0">
              <a:buNone/>
              <a:defRPr sz="2666"/>
            </a:lvl7pPr>
            <a:lvl8pPr marL="4266133" indent="0">
              <a:buNone/>
              <a:defRPr sz="2666"/>
            </a:lvl8pPr>
            <a:lvl9pPr marL="4875581" indent="0">
              <a:buNone/>
              <a:defRPr sz="2666"/>
            </a:lvl9pPr>
          </a:lstStyle>
          <a:p>
            <a:endParaRPr lang="en-US"/>
          </a:p>
        </p:txBody>
      </p:sp>
      <p:sp>
        <p:nvSpPr>
          <p:cNvPr id="4" name="Text Placeholder 3"/>
          <p:cNvSpPr>
            <a:spLocks noGrp="1"/>
          </p:cNvSpPr>
          <p:nvPr>
            <p:ph type="body" sz="half" idx="2"/>
          </p:nvPr>
        </p:nvSpPr>
        <p:spPr>
          <a:xfrm>
            <a:off x="2389095" y="5367338"/>
            <a:ext cx="7313295" cy="804863"/>
          </a:xfrm>
          <a:prstGeom prst="rect">
            <a:avLst/>
          </a:prstGeom>
        </p:spPr>
        <p:txBody>
          <a:bodyPr/>
          <a:lstStyle>
            <a:lvl1pPr marL="0" indent="0">
              <a:buNone/>
              <a:defRPr sz="1866"/>
            </a:lvl1pPr>
            <a:lvl2pPr marL="609448" indent="0">
              <a:buNone/>
              <a:defRPr sz="1600"/>
            </a:lvl2pPr>
            <a:lvl3pPr marL="1218895" indent="0">
              <a:buNone/>
              <a:defRPr sz="1333"/>
            </a:lvl3pPr>
            <a:lvl4pPr marL="1828343" indent="0">
              <a:buNone/>
              <a:defRPr sz="1200"/>
            </a:lvl4pPr>
            <a:lvl5pPr marL="2437790" indent="0">
              <a:buNone/>
              <a:defRPr sz="1200"/>
            </a:lvl5pPr>
            <a:lvl6pPr marL="3047238" indent="0">
              <a:buNone/>
              <a:defRPr sz="1200"/>
            </a:lvl6pPr>
            <a:lvl7pPr marL="3656686" indent="0">
              <a:buNone/>
              <a:defRPr sz="1200"/>
            </a:lvl7pPr>
            <a:lvl8pPr marL="4266133" indent="0">
              <a:buNone/>
              <a:defRPr sz="1200"/>
            </a:lvl8pPr>
            <a:lvl9pPr marL="4875581" indent="0">
              <a:buNone/>
              <a:defRPr sz="1200"/>
            </a:lvl9pPr>
          </a:lstStyle>
          <a:p>
            <a:pPr lvl="0"/>
            <a:r>
              <a:rPr lang="en-US" smtClean="0"/>
              <a:t>Click to edit Master text styles</a:t>
            </a:r>
          </a:p>
        </p:txBody>
      </p:sp>
      <p:sp>
        <p:nvSpPr>
          <p:cNvPr id="5" name="Date Placeholder 4"/>
          <p:cNvSpPr>
            <a:spLocks noGrp="1"/>
          </p:cNvSpPr>
          <p:nvPr>
            <p:ph type="dt" sz="half" idx="10"/>
          </p:nvPr>
        </p:nvSpPr>
        <p:spPr>
          <a:xfrm>
            <a:off x="609441" y="6356351"/>
            <a:ext cx="2844059" cy="365125"/>
          </a:xfrm>
          <a:prstGeom prst="rect">
            <a:avLst/>
          </a:prstGeom>
        </p:spPr>
        <p:txBody>
          <a:bodyPr/>
          <a:lstStyle/>
          <a:p>
            <a:pPr defTabSz="609448"/>
            <a:fld id="{CFD51B6B-BA15-CE41-AD29-2140DF4ABB4D}" type="datetimeFigureOut">
              <a:rPr lang="en-US" smtClean="0">
                <a:solidFill>
                  <a:prstClr val="black"/>
                </a:solidFill>
              </a:rPr>
              <a:pPr defTabSz="609448"/>
              <a:t>6/11/2015</a:t>
            </a:fld>
            <a:endParaRPr lang="en-US">
              <a:solidFill>
                <a:prstClr val="black"/>
              </a:solidFill>
            </a:endParaRPr>
          </a:p>
        </p:txBody>
      </p:sp>
      <p:sp>
        <p:nvSpPr>
          <p:cNvPr id="6" name="Footer Placeholder 5"/>
          <p:cNvSpPr>
            <a:spLocks noGrp="1"/>
          </p:cNvSpPr>
          <p:nvPr>
            <p:ph type="ftr" sz="quarter" idx="11"/>
          </p:nvPr>
        </p:nvSpPr>
        <p:spPr>
          <a:xfrm>
            <a:off x="4164515" y="6356351"/>
            <a:ext cx="3859795" cy="365125"/>
          </a:xfrm>
          <a:prstGeom prst="rect">
            <a:avLst/>
          </a:prstGeom>
        </p:spPr>
        <p:txBody>
          <a:bodyPr/>
          <a:lstStyle/>
          <a:p>
            <a:pPr defTabSz="609448"/>
            <a:endParaRPr lang="en-US">
              <a:solidFill>
                <a:prstClr val="black"/>
              </a:solidFill>
            </a:endParaRPr>
          </a:p>
        </p:txBody>
      </p:sp>
      <p:sp>
        <p:nvSpPr>
          <p:cNvPr id="7" name="Slide Number Placeholder 6"/>
          <p:cNvSpPr>
            <a:spLocks noGrp="1"/>
          </p:cNvSpPr>
          <p:nvPr>
            <p:ph type="sldNum" sz="quarter" idx="12"/>
          </p:nvPr>
        </p:nvSpPr>
        <p:spPr>
          <a:xfrm>
            <a:off x="8735325" y="6356351"/>
            <a:ext cx="2844059" cy="365125"/>
          </a:xfrm>
          <a:prstGeom prst="rect">
            <a:avLst/>
          </a:prstGeom>
        </p:spPr>
        <p:txBody>
          <a:bodyPr/>
          <a:lstStyle/>
          <a:p>
            <a:pPr defTabSz="609448"/>
            <a:fld id="{42D76A44-4D58-6840-86A0-52BF418DD261}" type="slidenum">
              <a:rPr lang="en-US" smtClean="0">
                <a:solidFill>
                  <a:prstClr val="black"/>
                </a:solidFill>
              </a:rPr>
              <a:pPr defTabSz="609448"/>
              <a:t>‹#›</a:t>
            </a:fld>
            <a:endParaRPr lang="en-US">
              <a:solidFill>
                <a:prstClr val="black"/>
              </a:solidFill>
            </a:endParaRPr>
          </a:p>
        </p:txBody>
      </p:sp>
    </p:spTree>
    <p:extLst>
      <p:ext uri="{BB962C8B-B14F-4D97-AF65-F5344CB8AC3E}">
        <p14:creationId xmlns:p14="http://schemas.microsoft.com/office/powerpoint/2010/main" val="145592070"/>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441" y="274639"/>
            <a:ext cx="10969943" cy="1143000"/>
          </a:xfrm>
          <a:prstGeom prst="rect">
            <a:avLst/>
          </a:prstGeo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609441" y="1600201"/>
            <a:ext cx="10969943" cy="4525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609441" y="6356351"/>
            <a:ext cx="2844059" cy="365125"/>
          </a:xfrm>
          <a:prstGeom prst="rect">
            <a:avLst/>
          </a:prstGeom>
        </p:spPr>
        <p:txBody>
          <a:bodyPr/>
          <a:lstStyle/>
          <a:p>
            <a:pPr defTabSz="609448"/>
            <a:fld id="{CFD51B6B-BA15-CE41-AD29-2140DF4ABB4D}" type="datetimeFigureOut">
              <a:rPr lang="en-US" smtClean="0">
                <a:solidFill>
                  <a:prstClr val="black"/>
                </a:solidFill>
              </a:rPr>
              <a:pPr defTabSz="609448"/>
              <a:t>6/11/2015</a:t>
            </a:fld>
            <a:endParaRPr lang="en-US">
              <a:solidFill>
                <a:prstClr val="black"/>
              </a:solidFill>
            </a:endParaRPr>
          </a:p>
        </p:txBody>
      </p:sp>
      <p:sp>
        <p:nvSpPr>
          <p:cNvPr id="5" name="Footer Placeholder 4"/>
          <p:cNvSpPr>
            <a:spLocks noGrp="1"/>
          </p:cNvSpPr>
          <p:nvPr>
            <p:ph type="ftr" sz="quarter" idx="11"/>
          </p:nvPr>
        </p:nvSpPr>
        <p:spPr>
          <a:xfrm>
            <a:off x="4164515" y="6356351"/>
            <a:ext cx="3859795" cy="365125"/>
          </a:xfrm>
          <a:prstGeom prst="rect">
            <a:avLst/>
          </a:prstGeom>
        </p:spPr>
        <p:txBody>
          <a:bodyPr/>
          <a:lstStyle/>
          <a:p>
            <a:pPr defTabSz="609448"/>
            <a:endParaRPr lang="en-US">
              <a:solidFill>
                <a:prstClr val="black"/>
              </a:solidFill>
            </a:endParaRPr>
          </a:p>
        </p:txBody>
      </p:sp>
      <p:sp>
        <p:nvSpPr>
          <p:cNvPr id="6" name="Slide Number Placeholder 5"/>
          <p:cNvSpPr>
            <a:spLocks noGrp="1"/>
          </p:cNvSpPr>
          <p:nvPr>
            <p:ph type="sldNum" sz="quarter" idx="12"/>
          </p:nvPr>
        </p:nvSpPr>
        <p:spPr>
          <a:xfrm>
            <a:off x="8735325" y="6356351"/>
            <a:ext cx="2844059" cy="365125"/>
          </a:xfrm>
          <a:prstGeom prst="rect">
            <a:avLst/>
          </a:prstGeom>
        </p:spPr>
        <p:txBody>
          <a:bodyPr/>
          <a:lstStyle/>
          <a:p>
            <a:pPr defTabSz="609448"/>
            <a:fld id="{42D76A44-4D58-6840-86A0-52BF418DD261}" type="slidenum">
              <a:rPr lang="en-US" smtClean="0">
                <a:solidFill>
                  <a:prstClr val="black"/>
                </a:solidFill>
              </a:rPr>
              <a:pPr defTabSz="609448"/>
              <a:t>‹#›</a:t>
            </a:fld>
            <a:endParaRPr lang="en-US">
              <a:solidFill>
                <a:prstClr val="black"/>
              </a:solidFill>
            </a:endParaRPr>
          </a:p>
        </p:txBody>
      </p:sp>
    </p:spTree>
    <p:extLst>
      <p:ext uri="{BB962C8B-B14F-4D97-AF65-F5344CB8AC3E}">
        <p14:creationId xmlns:p14="http://schemas.microsoft.com/office/powerpoint/2010/main" val="3086340656"/>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206375"/>
            <a:ext cx="2742486" cy="4387851"/>
          </a:xfrm>
          <a:prstGeom prst="rect">
            <a:avLst/>
          </a:prstGeo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441" y="206375"/>
            <a:ext cx="8024310" cy="4387851"/>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609441" y="6356351"/>
            <a:ext cx="2844059" cy="365125"/>
          </a:xfrm>
          <a:prstGeom prst="rect">
            <a:avLst/>
          </a:prstGeom>
        </p:spPr>
        <p:txBody>
          <a:bodyPr/>
          <a:lstStyle/>
          <a:p>
            <a:pPr defTabSz="609448"/>
            <a:fld id="{CFD51B6B-BA15-CE41-AD29-2140DF4ABB4D}" type="datetimeFigureOut">
              <a:rPr lang="en-US" smtClean="0">
                <a:solidFill>
                  <a:prstClr val="black"/>
                </a:solidFill>
              </a:rPr>
              <a:pPr defTabSz="609448"/>
              <a:t>6/11/2015</a:t>
            </a:fld>
            <a:endParaRPr lang="en-US">
              <a:solidFill>
                <a:prstClr val="black"/>
              </a:solidFill>
            </a:endParaRPr>
          </a:p>
        </p:txBody>
      </p:sp>
      <p:sp>
        <p:nvSpPr>
          <p:cNvPr id="5" name="Footer Placeholder 4"/>
          <p:cNvSpPr>
            <a:spLocks noGrp="1"/>
          </p:cNvSpPr>
          <p:nvPr>
            <p:ph type="ftr" sz="quarter" idx="11"/>
          </p:nvPr>
        </p:nvSpPr>
        <p:spPr>
          <a:xfrm>
            <a:off x="4164515" y="6356351"/>
            <a:ext cx="3859795" cy="365125"/>
          </a:xfrm>
          <a:prstGeom prst="rect">
            <a:avLst/>
          </a:prstGeom>
        </p:spPr>
        <p:txBody>
          <a:bodyPr/>
          <a:lstStyle/>
          <a:p>
            <a:pPr defTabSz="609448"/>
            <a:endParaRPr lang="en-US">
              <a:solidFill>
                <a:prstClr val="black"/>
              </a:solidFill>
            </a:endParaRPr>
          </a:p>
        </p:txBody>
      </p:sp>
      <p:sp>
        <p:nvSpPr>
          <p:cNvPr id="6" name="Slide Number Placeholder 5"/>
          <p:cNvSpPr>
            <a:spLocks noGrp="1"/>
          </p:cNvSpPr>
          <p:nvPr>
            <p:ph type="sldNum" sz="quarter" idx="12"/>
          </p:nvPr>
        </p:nvSpPr>
        <p:spPr>
          <a:xfrm>
            <a:off x="8735325" y="6356351"/>
            <a:ext cx="2844059" cy="365125"/>
          </a:xfrm>
          <a:prstGeom prst="rect">
            <a:avLst/>
          </a:prstGeom>
        </p:spPr>
        <p:txBody>
          <a:bodyPr/>
          <a:lstStyle/>
          <a:p>
            <a:pPr defTabSz="609448"/>
            <a:fld id="{42D76A44-4D58-6840-86A0-52BF418DD261}" type="slidenum">
              <a:rPr lang="en-US" smtClean="0">
                <a:solidFill>
                  <a:prstClr val="black"/>
                </a:solidFill>
              </a:rPr>
              <a:pPr defTabSz="609448"/>
              <a:t>‹#›</a:t>
            </a:fld>
            <a:endParaRPr lang="en-US">
              <a:solidFill>
                <a:prstClr val="black"/>
              </a:solidFill>
            </a:endParaRPr>
          </a:p>
        </p:txBody>
      </p:sp>
    </p:spTree>
    <p:extLst>
      <p:ext uri="{BB962C8B-B14F-4D97-AF65-F5344CB8AC3E}">
        <p14:creationId xmlns:p14="http://schemas.microsoft.com/office/powerpoint/2010/main" val="15275505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image" Target="../media/image9.jpg"/><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theme" Target="../theme/theme2.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1.xml"/><Relationship Id="rId13" Type="http://schemas.openxmlformats.org/officeDocument/2006/relationships/image" Target="../media/image9.jpg"/><Relationship Id="rId3" Type="http://schemas.openxmlformats.org/officeDocument/2006/relationships/slideLayout" Target="../slideLayouts/slideLayout46.xml"/><Relationship Id="rId7" Type="http://schemas.openxmlformats.org/officeDocument/2006/relationships/slideLayout" Target="../slideLayouts/slideLayout50.xml"/><Relationship Id="rId12" Type="http://schemas.openxmlformats.org/officeDocument/2006/relationships/theme" Target="../theme/theme3.xml"/><Relationship Id="rId2" Type="http://schemas.openxmlformats.org/officeDocument/2006/relationships/slideLayout" Target="../slideLayouts/slideLayout45.xml"/><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slideLayout" Target="../slideLayouts/slideLayout54.xml"/><Relationship Id="rId5" Type="http://schemas.openxmlformats.org/officeDocument/2006/relationships/slideLayout" Target="../slideLayouts/slideLayout48.xml"/><Relationship Id="rId10" Type="http://schemas.openxmlformats.org/officeDocument/2006/relationships/slideLayout" Target="../slideLayouts/slideLayout53.xml"/><Relationship Id="rId4" Type="http://schemas.openxmlformats.org/officeDocument/2006/relationships/slideLayout" Target="../slideLayouts/slideLayout47.xml"/><Relationship Id="rId9" Type="http://schemas.openxmlformats.org/officeDocument/2006/relationships/slideLayout" Target="../slideLayouts/slideLayout5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2.xml"/><Relationship Id="rId13" Type="http://schemas.openxmlformats.org/officeDocument/2006/relationships/slideLayout" Target="../slideLayouts/slideLayout67.xml"/><Relationship Id="rId3" Type="http://schemas.openxmlformats.org/officeDocument/2006/relationships/slideLayout" Target="../slideLayouts/slideLayout57.xml"/><Relationship Id="rId7" Type="http://schemas.openxmlformats.org/officeDocument/2006/relationships/slideLayout" Target="../slideLayouts/slideLayout61.xml"/><Relationship Id="rId12" Type="http://schemas.openxmlformats.org/officeDocument/2006/relationships/slideLayout" Target="../slideLayouts/slideLayout66.xml"/><Relationship Id="rId2" Type="http://schemas.openxmlformats.org/officeDocument/2006/relationships/slideLayout" Target="../slideLayouts/slideLayout56.xml"/><Relationship Id="rId1" Type="http://schemas.openxmlformats.org/officeDocument/2006/relationships/slideLayout" Target="../slideLayouts/slideLayout55.xml"/><Relationship Id="rId6" Type="http://schemas.openxmlformats.org/officeDocument/2006/relationships/slideLayout" Target="../slideLayouts/slideLayout60.xml"/><Relationship Id="rId11" Type="http://schemas.openxmlformats.org/officeDocument/2006/relationships/slideLayout" Target="../slideLayouts/slideLayout65.xml"/><Relationship Id="rId5" Type="http://schemas.openxmlformats.org/officeDocument/2006/relationships/slideLayout" Target="../slideLayouts/slideLayout59.xml"/><Relationship Id="rId15" Type="http://schemas.openxmlformats.org/officeDocument/2006/relationships/image" Target="../media/image10.png"/><Relationship Id="rId10" Type="http://schemas.openxmlformats.org/officeDocument/2006/relationships/slideLayout" Target="../slideLayouts/slideLayout64.xml"/><Relationship Id="rId4" Type="http://schemas.openxmlformats.org/officeDocument/2006/relationships/slideLayout" Target="../slideLayouts/slideLayout58.xml"/><Relationship Id="rId9" Type="http://schemas.openxmlformats.org/officeDocument/2006/relationships/slideLayout" Target="../slideLayouts/slideLayout63.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75.xml"/><Relationship Id="rId13" Type="http://schemas.openxmlformats.org/officeDocument/2006/relationships/slideLayout" Target="../slideLayouts/slideLayout80.xml"/><Relationship Id="rId3" Type="http://schemas.openxmlformats.org/officeDocument/2006/relationships/slideLayout" Target="../slideLayouts/slideLayout70.xml"/><Relationship Id="rId7" Type="http://schemas.openxmlformats.org/officeDocument/2006/relationships/slideLayout" Target="../slideLayouts/slideLayout74.xml"/><Relationship Id="rId12" Type="http://schemas.openxmlformats.org/officeDocument/2006/relationships/slideLayout" Target="../slideLayouts/slideLayout79.xml"/><Relationship Id="rId17" Type="http://schemas.openxmlformats.org/officeDocument/2006/relationships/image" Target="../media/image10.png"/><Relationship Id="rId2" Type="http://schemas.openxmlformats.org/officeDocument/2006/relationships/slideLayout" Target="../slideLayouts/slideLayout69.xml"/><Relationship Id="rId16" Type="http://schemas.openxmlformats.org/officeDocument/2006/relationships/theme" Target="../theme/theme5.xml"/><Relationship Id="rId1" Type="http://schemas.openxmlformats.org/officeDocument/2006/relationships/slideLayout" Target="../slideLayouts/slideLayout68.xml"/><Relationship Id="rId6" Type="http://schemas.openxmlformats.org/officeDocument/2006/relationships/slideLayout" Target="../slideLayouts/slideLayout73.xml"/><Relationship Id="rId11" Type="http://schemas.openxmlformats.org/officeDocument/2006/relationships/slideLayout" Target="../slideLayouts/slideLayout78.xml"/><Relationship Id="rId5" Type="http://schemas.openxmlformats.org/officeDocument/2006/relationships/slideLayout" Target="../slideLayouts/slideLayout72.xml"/><Relationship Id="rId15" Type="http://schemas.openxmlformats.org/officeDocument/2006/relationships/slideLayout" Target="../slideLayouts/slideLayout82.xml"/><Relationship Id="rId10" Type="http://schemas.openxmlformats.org/officeDocument/2006/relationships/slideLayout" Target="../slideLayouts/slideLayout77.xml"/><Relationship Id="rId4" Type="http://schemas.openxmlformats.org/officeDocument/2006/relationships/slideLayout" Target="../slideLayouts/slideLayout71.xml"/><Relationship Id="rId9" Type="http://schemas.openxmlformats.org/officeDocument/2006/relationships/slideLayout" Target="../slideLayouts/slideLayout76.xml"/><Relationship Id="rId14" Type="http://schemas.openxmlformats.org/officeDocument/2006/relationships/slideLayout" Target="../slideLayouts/slideLayout81.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90.xml"/><Relationship Id="rId13" Type="http://schemas.openxmlformats.org/officeDocument/2006/relationships/slideLayout" Target="../slideLayouts/slideLayout95.xml"/><Relationship Id="rId18" Type="http://schemas.openxmlformats.org/officeDocument/2006/relationships/slideLayout" Target="../slideLayouts/slideLayout100.xml"/><Relationship Id="rId26" Type="http://schemas.openxmlformats.org/officeDocument/2006/relationships/slideLayout" Target="../slideLayouts/slideLayout108.xml"/><Relationship Id="rId39" Type="http://schemas.openxmlformats.org/officeDocument/2006/relationships/slideLayout" Target="../slideLayouts/slideLayout121.xml"/><Relationship Id="rId3" Type="http://schemas.openxmlformats.org/officeDocument/2006/relationships/slideLayout" Target="../slideLayouts/slideLayout85.xml"/><Relationship Id="rId21" Type="http://schemas.openxmlformats.org/officeDocument/2006/relationships/slideLayout" Target="../slideLayouts/slideLayout103.xml"/><Relationship Id="rId34" Type="http://schemas.openxmlformats.org/officeDocument/2006/relationships/slideLayout" Target="../slideLayouts/slideLayout116.xml"/><Relationship Id="rId7" Type="http://schemas.openxmlformats.org/officeDocument/2006/relationships/slideLayout" Target="../slideLayouts/slideLayout89.xml"/><Relationship Id="rId12" Type="http://schemas.openxmlformats.org/officeDocument/2006/relationships/slideLayout" Target="../slideLayouts/slideLayout94.xml"/><Relationship Id="rId17" Type="http://schemas.openxmlformats.org/officeDocument/2006/relationships/slideLayout" Target="../slideLayouts/slideLayout99.xml"/><Relationship Id="rId25" Type="http://schemas.openxmlformats.org/officeDocument/2006/relationships/slideLayout" Target="../slideLayouts/slideLayout107.xml"/><Relationship Id="rId33" Type="http://schemas.openxmlformats.org/officeDocument/2006/relationships/slideLayout" Target="../slideLayouts/slideLayout115.xml"/><Relationship Id="rId38" Type="http://schemas.openxmlformats.org/officeDocument/2006/relationships/slideLayout" Target="../slideLayouts/slideLayout120.xml"/><Relationship Id="rId2" Type="http://schemas.openxmlformats.org/officeDocument/2006/relationships/slideLayout" Target="../slideLayouts/slideLayout84.xml"/><Relationship Id="rId16" Type="http://schemas.openxmlformats.org/officeDocument/2006/relationships/slideLayout" Target="../slideLayouts/slideLayout98.xml"/><Relationship Id="rId20" Type="http://schemas.openxmlformats.org/officeDocument/2006/relationships/slideLayout" Target="../slideLayouts/slideLayout102.xml"/><Relationship Id="rId29" Type="http://schemas.openxmlformats.org/officeDocument/2006/relationships/slideLayout" Target="../slideLayouts/slideLayout111.xml"/><Relationship Id="rId41" Type="http://schemas.openxmlformats.org/officeDocument/2006/relationships/theme" Target="../theme/theme6.xml"/><Relationship Id="rId1" Type="http://schemas.openxmlformats.org/officeDocument/2006/relationships/slideLayout" Target="../slideLayouts/slideLayout83.xml"/><Relationship Id="rId6" Type="http://schemas.openxmlformats.org/officeDocument/2006/relationships/slideLayout" Target="../slideLayouts/slideLayout88.xml"/><Relationship Id="rId11" Type="http://schemas.openxmlformats.org/officeDocument/2006/relationships/slideLayout" Target="../slideLayouts/slideLayout93.xml"/><Relationship Id="rId24" Type="http://schemas.openxmlformats.org/officeDocument/2006/relationships/slideLayout" Target="../slideLayouts/slideLayout106.xml"/><Relationship Id="rId32" Type="http://schemas.openxmlformats.org/officeDocument/2006/relationships/slideLayout" Target="../slideLayouts/slideLayout114.xml"/><Relationship Id="rId37" Type="http://schemas.openxmlformats.org/officeDocument/2006/relationships/slideLayout" Target="../slideLayouts/slideLayout119.xml"/><Relationship Id="rId40" Type="http://schemas.openxmlformats.org/officeDocument/2006/relationships/slideLayout" Target="../slideLayouts/slideLayout122.xml"/><Relationship Id="rId5" Type="http://schemas.openxmlformats.org/officeDocument/2006/relationships/slideLayout" Target="../slideLayouts/slideLayout87.xml"/><Relationship Id="rId15" Type="http://schemas.openxmlformats.org/officeDocument/2006/relationships/slideLayout" Target="../slideLayouts/slideLayout97.xml"/><Relationship Id="rId23" Type="http://schemas.openxmlformats.org/officeDocument/2006/relationships/slideLayout" Target="../slideLayouts/slideLayout105.xml"/><Relationship Id="rId28" Type="http://schemas.openxmlformats.org/officeDocument/2006/relationships/slideLayout" Target="../slideLayouts/slideLayout110.xml"/><Relationship Id="rId36" Type="http://schemas.openxmlformats.org/officeDocument/2006/relationships/slideLayout" Target="../slideLayouts/slideLayout118.xml"/><Relationship Id="rId10" Type="http://schemas.openxmlformats.org/officeDocument/2006/relationships/slideLayout" Target="../slideLayouts/slideLayout92.xml"/><Relationship Id="rId19" Type="http://schemas.openxmlformats.org/officeDocument/2006/relationships/slideLayout" Target="../slideLayouts/slideLayout101.xml"/><Relationship Id="rId31" Type="http://schemas.openxmlformats.org/officeDocument/2006/relationships/slideLayout" Target="../slideLayouts/slideLayout113.xml"/><Relationship Id="rId4" Type="http://schemas.openxmlformats.org/officeDocument/2006/relationships/slideLayout" Target="../slideLayouts/slideLayout86.xml"/><Relationship Id="rId9" Type="http://schemas.openxmlformats.org/officeDocument/2006/relationships/slideLayout" Target="../slideLayouts/slideLayout91.xml"/><Relationship Id="rId14" Type="http://schemas.openxmlformats.org/officeDocument/2006/relationships/slideLayout" Target="../slideLayouts/slideLayout96.xml"/><Relationship Id="rId22" Type="http://schemas.openxmlformats.org/officeDocument/2006/relationships/slideLayout" Target="../slideLayouts/slideLayout104.xml"/><Relationship Id="rId27" Type="http://schemas.openxmlformats.org/officeDocument/2006/relationships/slideLayout" Target="../slideLayouts/slideLayout109.xml"/><Relationship Id="rId30" Type="http://schemas.openxmlformats.org/officeDocument/2006/relationships/slideLayout" Target="../slideLayouts/slideLayout112.xml"/><Relationship Id="rId35" Type="http://schemas.openxmlformats.org/officeDocument/2006/relationships/slideLayout" Target="../slideLayouts/slideLayout117.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30.xml"/><Relationship Id="rId13" Type="http://schemas.openxmlformats.org/officeDocument/2006/relationships/theme" Target="../theme/theme7.xml"/><Relationship Id="rId3" Type="http://schemas.openxmlformats.org/officeDocument/2006/relationships/slideLayout" Target="../slideLayouts/slideLayout125.xml"/><Relationship Id="rId7" Type="http://schemas.openxmlformats.org/officeDocument/2006/relationships/slideLayout" Target="../slideLayouts/slideLayout129.xml"/><Relationship Id="rId12" Type="http://schemas.openxmlformats.org/officeDocument/2006/relationships/slideLayout" Target="../slideLayouts/slideLayout134.xml"/><Relationship Id="rId2" Type="http://schemas.openxmlformats.org/officeDocument/2006/relationships/slideLayout" Target="../slideLayouts/slideLayout124.xml"/><Relationship Id="rId1" Type="http://schemas.openxmlformats.org/officeDocument/2006/relationships/slideLayout" Target="../slideLayouts/slideLayout123.xml"/><Relationship Id="rId6" Type="http://schemas.openxmlformats.org/officeDocument/2006/relationships/slideLayout" Target="../slideLayouts/slideLayout128.xml"/><Relationship Id="rId11" Type="http://schemas.openxmlformats.org/officeDocument/2006/relationships/slideLayout" Target="../slideLayouts/slideLayout133.xml"/><Relationship Id="rId5" Type="http://schemas.openxmlformats.org/officeDocument/2006/relationships/slideLayout" Target="../slideLayouts/slideLayout127.xml"/><Relationship Id="rId10" Type="http://schemas.openxmlformats.org/officeDocument/2006/relationships/slideLayout" Target="../slideLayouts/slideLayout132.xml"/><Relationship Id="rId4" Type="http://schemas.openxmlformats.org/officeDocument/2006/relationships/slideLayout" Target="../slideLayouts/slideLayout126.xml"/><Relationship Id="rId9" Type="http://schemas.openxmlformats.org/officeDocument/2006/relationships/slideLayout" Target="../slideLayouts/slideLayout131.xml"/><Relationship Id="rId14" Type="http://schemas.openxmlformats.org/officeDocument/2006/relationships/image" Target="../media/image18.pn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42.xml"/><Relationship Id="rId13" Type="http://schemas.openxmlformats.org/officeDocument/2006/relationships/image" Target="../media/image9.jpg"/><Relationship Id="rId3" Type="http://schemas.openxmlformats.org/officeDocument/2006/relationships/slideLayout" Target="../slideLayouts/slideLayout137.xml"/><Relationship Id="rId7" Type="http://schemas.openxmlformats.org/officeDocument/2006/relationships/slideLayout" Target="../slideLayouts/slideLayout141.xml"/><Relationship Id="rId12" Type="http://schemas.openxmlformats.org/officeDocument/2006/relationships/theme" Target="../theme/theme8.xml"/><Relationship Id="rId2" Type="http://schemas.openxmlformats.org/officeDocument/2006/relationships/slideLayout" Target="../slideLayouts/slideLayout136.xml"/><Relationship Id="rId1" Type="http://schemas.openxmlformats.org/officeDocument/2006/relationships/slideLayout" Target="../slideLayouts/slideLayout135.xml"/><Relationship Id="rId6" Type="http://schemas.openxmlformats.org/officeDocument/2006/relationships/slideLayout" Target="../slideLayouts/slideLayout140.xml"/><Relationship Id="rId11" Type="http://schemas.openxmlformats.org/officeDocument/2006/relationships/slideLayout" Target="../slideLayouts/slideLayout145.xml"/><Relationship Id="rId5" Type="http://schemas.openxmlformats.org/officeDocument/2006/relationships/slideLayout" Target="../slideLayouts/slideLayout139.xml"/><Relationship Id="rId10" Type="http://schemas.openxmlformats.org/officeDocument/2006/relationships/slideLayout" Target="../slideLayouts/slideLayout144.xml"/><Relationship Id="rId4" Type="http://schemas.openxmlformats.org/officeDocument/2006/relationships/slideLayout" Target="../slideLayouts/slideLayout138.xml"/><Relationship Id="rId9" Type="http://schemas.openxmlformats.org/officeDocument/2006/relationships/slideLayout" Target="../slideLayouts/slideLayout14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304800"/>
            <a:ext cx="10969943" cy="762000"/>
          </a:xfrm>
          <a:prstGeom prst="rect">
            <a:avLst/>
          </a:prstGeom>
        </p:spPr>
        <p:txBody>
          <a:bodyPr vert="horz" lIns="0" tIns="0" rIns="0" bIns="0" rtlCol="0" anchor="b" anchorCtr="0">
            <a:noAutofit/>
          </a:bodyPr>
          <a:lstStyle/>
          <a:p>
            <a:r>
              <a:rPr lang="en-US" smtClean="0"/>
              <a:t>Click to edit Master title style</a:t>
            </a:r>
            <a:endParaRPr lang="en-US" dirty="0"/>
          </a:p>
        </p:txBody>
      </p:sp>
      <p:sp>
        <p:nvSpPr>
          <p:cNvPr id="3" name="Text Placeholder 2"/>
          <p:cNvSpPr>
            <a:spLocks noGrp="1"/>
          </p:cNvSpPr>
          <p:nvPr>
            <p:ph type="body" idx="1"/>
          </p:nvPr>
        </p:nvSpPr>
        <p:spPr>
          <a:xfrm>
            <a:off x="609441" y="1295401"/>
            <a:ext cx="10969943" cy="4800600"/>
          </a:xfrm>
          <a:prstGeom prst="rect">
            <a:avLst/>
          </a:prstGeom>
        </p:spPr>
        <p:txBody>
          <a:bodyPr vert="horz" lIns="0" tIns="0" rIns="0" bIns="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10157354" y="6478524"/>
            <a:ext cx="812588" cy="219456"/>
          </a:xfrm>
          <a:prstGeom prst="rect">
            <a:avLst/>
          </a:prstGeom>
        </p:spPr>
        <p:txBody>
          <a:bodyPr vert="horz" wrap="none" lIns="0" tIns="0" rIns="0" bIns="0" rtlCol="0" anchor="b" anchorCtr="0"/>
          <a:lstStyle>
            <a:lvl1pPr algn="l">
              <a:defRPr sz="700">
                <a:solidFill>
                  <a:schemeClr val="bg2">
                    <a:lumMod val="75000"/>
                  </a:schemeClr>
                </a:solidFill>
              </a:defRPr>
            </a:lvl1pPr>
          </a:lstStyle>
          <a:p>
            <a:fld id="{80C853A8-1CF5-4118-9D6D-C132E8FC53CB}" type="datetimeFigureOut">
              <a:rPr lang="en-US" smtClean="0"/>
              <a:pPr/>
              <a:t>6/11/2015</a:t>
            </a:fld>
            <a:endParaRPr lang="en-US"/>
          </a:p>
        </p:txBody>
      </p:sp>
      <p:sp>
        <p:nvSpPr>
          <p:cNvPr id="5" name="Footer Placeholder 4"/>
          <p:cNvSpPr>
            <a:spLocks noGrp="1"/>
          </p:cNvSpPr>
          <p:nvPr>
            <p:ph type="ftr" sz="quarter" idx="3"/>
          </p:nvPr>
        </p:nvSpPr>
        <p:spPr>
          <a:xfrm>
            <a:off x="7211722" y="6478524"/>
            <a:ext cx="2844059" cy="219456"/>
          </a:xfrm>
          <a:prstGeom prst="rect">
            <a:avLst/>
          </a:prstGeom>
        </p:spPr>
        <p:txBody>
          <a:bodyPr vert="horz" wrap="none" lIns="0" tIns="0" rIns="0" bIns="0" rtlCol="0" anchor="b" anchorCtr="0"/>
          <a:lstStyle>
            <a:lvl1pPr algn="l">
              <a:defRPr sz="700">
                <a:solidFill>
                  <a:schemeClr val="bg2">
                    <a:lumMod val="75000"/>
                  </a:schemeClr>
                </a:solidFill>
              </a:defRPr>
            </a:lvl1pPr>
          </a:lstStyle>
          <a:p>
            <a:endParaRPr lang="en-US"/>
          </a:p>
        </p:txBody>
      </p:sp>
      <p:sp>
        <p:nvSpPr>
          <p:cNvPr id="6" name="Slide Number Placeholder 5"/>
          <p:cNvSpPr>
            <a:spLocks noGrp="1"/>
          </p:cNvSpPr>
          <p:nvPr>
            <p:ph type="sldNum" sz="quarter" idx="4"/>
          </p:nvPr>
        </p:nvSpPr>
        <p:spPr>
          <a:xfrm>
            <a:off x="211611" y="6478524"/>
            <a:ext cx="304721" cy="219456"/>
          </a:xfrm>
          <a:prstGeom prst="rect">
            <a:avLst/>
          </a:prstGeom>
        </p:spPr>
        <p:txBody>
          <a:bodyPr vert="horz" wrap="none" lIns="0" tIns="0" rIns="0" bIns="0" rtlCol="0" anchor="b" anchorCtr="0"/>
          <a:lstStyle>
            <a:lvl1pPr algn="r">
              <a:defRPr sz="700">
                <a:solidFill>
                  <a:schemeClr val="bg2">
                    <a:lumMod val="75000"/>
                  </a:schemeClr>
                </a:solidFill>
              </a:defRPr>
            </a:lvl1pPr>
          </a:lstStyle>
          <a:p>
            <a:fld id="{00DE720E-C72B-42F0-AD69-52D60E3C605E}" type="slidenum">
              <a:rPr lang="en-US" smtClean="0"/>
              <a:pPr/>
              <a:t>‹#›</a:t>
            </a:fld>
            <a:endParaRPr lang="en-US"/>
          </a:p>
        </p:txBody>
      </p:sp>
      <p:sp>
        <p:nvSpPr>
          <p:cNvPr id="10" name="copyright"/>
          <p:cNvSpPr txBox="1"/>
          <p:nvPr/>
        </p:nvSpPr>
        <p:spPr>
          <a:xfrm>
            <a:off x="609441" y="6482536"/>
            <a:ext cx="6602280" cy="215444"/>
          </a:xfrm>
          <a:prstGeom prst="rect">
            <a:avLst/>
          </a:prstGeom>
          <a:noFill/>
        </p:spPr>
        <p:txBody>
          <a:bodyPr wrap="square" lIns="0" tIns="0" rIns="0" bIns="0" rtlCol="0" anchor="b">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700" b="0" i="0" dirty="0" smtClean="0">
                <a:solidFill>
                  <a:schemeClr val="bg2">
                    <a:lumMod val="75000"/>
                  </a:schemeClr>
                </a:solidFill>
                <a:latin typeface="+mn-lt"/>
                <a:cs typeface="HP Simplified"/>
              </a:rPr>
              <a:t>© Copyright 2015 Hewlett-Packard Development Company, L.P. </a:t>
            </a:r>
            <a:r>
              <a:rPr lang="en-US" sz="700" b="0" i="0" baseline="0" dirty="0" smtClean="0">
                <a:solidFill>
                  <a:schemeClr val="bg2">
                    <a:lumMod val="75000"/>
                  </a:schemeClr>
                </a:solidFill>
                <a:latin typeface="+mn-lt"/>
                <a:cs typeface="HP Simplified"/>
              </a:rPr>
              <a:t> </a:t>
            </a:r>
            <a:r>
              <a:rPr lang="en-US" sz="700" b="0" i="0" dirty="0" smtClean="0">
                <a:solidFill>
                  <a:schemeClr val="bg2">
                    <a:lumMod val="75000"/>
                  </a:schemeClr>
                </a:solidFill>
                <a:latin typeface="+mn-lt"/>
                <a:cs typeface="HP Simplified"/>
              </a:rPr>
              <a:t>The information contained herein is subject to change without notice.</a:t>
            </a:r>
          </a:p>
        </p:txBody>
      </p:sp>
      <p:sp>
        <p:nvSpPr>
          <p:cNvPr id="11" name="logo"/>
          <p:cNvSpPr>
            <a:spLocks noChangeAspect="1" noEditPoints="1"/>
          </p:cNvSpPr>
          <p:nvPr userDrawn="1"/>
        </p:nvSpPr>
        <p:spPr bwMode="black">
          <a:xfrm>
            <a:off x="11586740" y="6321203"/>
            <a:ext cx="356616" cy="356616"/>
          </a:xfrm>
          <a:custGeom>
            <a:avLst/>
            <a:gdLst>
              <a:gd name="T0" fmla="*/ 864 w 1728"/>
              <a:gd name="T1" fmla="*/ 1728 h 1728"/>
              <a:gd name="T2" fmla="*/ 838 w 1728"/>
              <a:gd name="T3" fmla="*/ 1728 h 1728"/>
              <a:gd name="T4" fmla="*/ 1015 w 1728"/>
              <a:gd name="T5" fmla="*/ 1243 h 1728"/>
              <a:gd name="T6" fmla="*/ 1258 w 1728"/>
              <a:gd name="T7" fmla="*/ 1243 h 1728"/>
              <a:gd name="T8" fmla="*/ 1362 w 1728"/>
              <a:gd name="T9" fmla="*/ 1170 h 1728"/>
              <a:gd name="T10" fmla="*/ 1554 w 1728"/>
              <a:gd name="T11" fmla="*/ 643 h 1728"/>
              <a:gd name="T12" fmla="*/ 1444 w 1728"/>
              <a:gd name="T13" fmla="*/ 487 h 1728"/>
              <a:gd name="T14" fmla="*/ 1107 w 1728"/>
              <a:gd name="T15" fmla="*/ 487 h 1728"/>
              <a:gd name="T16" fmla="*/ 824 w 1728"/>
              <a:gd name="T17" fmla="*/ 1264 h 1728"/>
              <a:gd name="T18" fmla="*/ 824 w 1728"/>
              <a:gd name="T19" fmla="*/ 1264 h 1728"/>
              <a:gd name="T20" fmla="*/ 664 w 1728"/>
              <a:gd name="T21" fmla="*/ 1705 h 1728"/>
              <a:gd name="T22" fmla="*/ 0 w 1728"/>
              <a:gd name="T23" fmla="*/ 864 h 1728"/>
              <a:gd name="T24" fmla="*/ 631 w 1728"/>
              <a:gd name="T25" fmla="*/ 32 h 1728"/>
              <a:gd name="T26" fmla="*/ 465 w 1728"/>
              <a:gd name="T27" fmla="*/ 487 h 1728"/>
              <a:gd name="T28" fmla="*/ 465 w 1728"/>
              <a:gd name="T29" fmla="*/ 487 h 1728"/>
              <a:gd name="T30" fmla="*/ 190 w 1728"/>
              <a:gd name="T31" fmla="*/ 1243 h 1728"/>
              <a:gd name="T32" fmla="*/ 373 w 1728"/>
              <a:gd name="T33" fmla="*/ 1243 h 1728"/>
              <a:gd name="T34" fmla="*/ 607 w 1728"/>
              <a:gd name="T35" fmla="*/ 600 h 1728"/>
              <a:gd name="T36" fmla="*/ 745 w 1728"/>
              <a:gd name="T37" fmla="*/ 600 h 1728"/>
              <a:gd name="T38" fmla="*/ 511 w 1728"/>
              <a:gd name="T39" fmla="*/ 1243 h 1728"/>
              <a:gd name="T40" fmla="*/ 694 w 1728"/>
              <a:gd name="T41" fmla="*/ 1243 h 1728"/>
              <a:gd name="T42" fmla="*/ 912 w 1728"/>
              <a:gd name="T43" fmla="*/ 643 h 1728"/>
              <a:gd name="T44" fmla="*/ 802 w 1728"/>
              <a:gd name="T45" fmla="*/ 487 h 1728"/>
              <a:gd name="T46" fmla="*/ 649 w 1728"/>
              <a:gd name="T47" fmla="*/ 487 h 1728"/>
              <a:gd name="T48" fmla="*/ 825 w 1728"/>
              <a:gd name="T49" fmla="*/ 1 h 1728"/>
              <a:gd name="T50" fmla="*/ 864 w 1728"/>
              <a:gd name="T51" fmla="*/ 0 h 1728"/>
              <a:gd name="T52" fmla="*/ 1728 w 1728"/>
              <a:gd name="T53" fmla="*/ 864 h 1728"/>
              <a:gd name="T54" fmla="*/ 864 w 1728"/>
              <a:gd name="T55" fmla="*/ 1728 h 1728"/>
              <a:gd name="T56" fmla="*/ 1387 w 1728"/>
              <a:gd name="T57" fmla="*/ 600 h 1728"/>
              <a:gd name="T58" fmla="*/ 1249 w 1728"/>
              <a:gd name="T59" fmla="*/ 600 h 1728"/>
              <a:gd name="T60" fmla="*/ 1057 w 1728"/>
              <a:gd name="T61" fmla="*/ 1129 h 1728"/>
              <a:gd name="T62" fmla="*/ 1194 w 1728"/>
              <a:gd name="T63" fmla="*/ 1129 h 1728"/>
              <a:gd name="T64" fmla="*/ 1387 w 1728"/>
              <a:gd name="T65" fmla="*/ 600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28" h="1728">
                <a:moveTo>
                  <a:pt x="864" y="1728"/>
                </a:moveTo>
                <a:cubicBezTo>
                  <a:pt x="856" y="1728"/>
                  <a:pt x="847" y="1728"/>
                  <a:pt x="838" y="1728"/>
                </a:cubicBezTo>
                <a:cubicBezTo>
                  <a:pt x="1015" y="1243"/>
                  <a:pt x="1015" y="1243"/>
                  <a:pt x="1015" y="1243"/>
                </a:cubicBezTo>
                <a:cubicBezTo>
                  <a:pt x="1258" y="1243"/>
                  <a:pt x="1258" y="1243"/>
                  <a:pt x="1258" y="1243"/>
                </a:cubicBezTo>
                <a:cubicBezTo>
                  <a:pt x="1301" y="1243"/>
                  <a:pt x="1347" y="1210"/>
                  <a:pt x="1362" y="1170"/>
                </a:cubicBezTo>
                <a:cubicBezTo>
                  <a:pt x="1554" y="643"/>
                  <a:pt x="1554" y="643"/>
                  <a:pt x="1554" y="643"/>
                </a:cubicBezTo>
                <a:cubicBezTo>
                  <a:pt x="1585" y="557"/>
                  <a:pt x="1536" y="487"/>
                  <a:pt x="1444" y="487"/>
                </a:cubicBezTo>
                <a:cubicBezTo>
                  <a:pt x="1107" y="487"/>
                  <a:pt x="1107" y="487"/>
                  <a:pt x="1107" y="487"/>
                </a:cubicBezTo>
                <a:cubicBezTo>
                  <a:pt x="824" y="1264"/>
                  <a:pt x="824" y="1264"/>
                  <a:pt x="824" y="1264"/>
                </a:cubicBezTo>
                <a:cubicBezTo>
                  <a:pt x="824" y="1264"/>
                  <a:pt x="824" y="1264"/>
                  <a:pt x="824" y="1264"/>
                </a:cubicBezTo>
                <a:cubicBezTo>
                  <a:pt x="664" y="1705"/>
                  <a:pt x="664" y="1705"/>
                  <a:pt x="664" y="1705"/>
                </a:cubicBezTo>
                <a:cubicBezTo>
                  <a:pt x="283" y="1614"/>
                  <a:pt x="0" y="1272"/>
                  <a:pt x="0" y="864"/>
                </a:cubicBezTo>
                <a:cubicBezTo>
                  <a:pt x="0" y="468"/>
                  <a:pt x="267" y="134"/>
                  <a:pt x="631" y="32"/>
                </a:cubicBezTo>
                <a:cubicBezTo>
                  <a:pt x="465" y="487"/>
                  <a:pt x="465" y="487"/>
                  <a:pt x="465" y="487"/>
                </a:cubicBezTo>
                <a:cubicBezTo>
                  <a:pt x="465" y="487"/>
                  <a:pt x="465" y="487"/>
                  <a:pt x="465" y="487"/>
                </a:cubicBezTo>
                <a:cubicBezTo>
                  <a:pt x="190" y="1243"/>
                  <a:pt x="190" y="1243"/>
                  <a:pt x="190" y="1243"/>
                </a:cubicBezTo>
                <a:cubicBezTo>
                  <a:pt x="373" y="1243"/>
                  <a:pt x="373" y="1243"/>
                  <a:pt x="373" y="1243"/>
                </a:cubicBezTo>
                <a:cubicBezTo>
                  <a:pt x="607" y="600"/>
                  <a:pt x="607" y="600"/>
                  <a:pt x="607" y="600"/>
                </a:cubicBezTo>
                <a:cubicBezTo>
                  <a:pt x="745" y="600"/>
                  <a:pt x="745" y="600"/>
                  <a:pt x="745" y="600"/>
                </a:cubicBezTo>
                <a:cubicBezTo>
                  <a:pt x="511" y="1243"/>
                  <a:pt x="511" y="1243"/>
                  <a:pt x="511" y="1243"/>
                </a:cubicBezTo>
                <a:cubicBezTo>
                  <a:pt x="694" y="1243"/>
                  <a:pt x="694" y="1243"/>
                  <a:pt x="694" y="1243"/>
                </a:cubicBezTo>
                <a:cubicBezTo>
                  <a:pt x="912" y="643"/>
                  <a:pt x="912" y="643"/>
                  <a:pt x="912" y="643"/>
                </a:cubicBezTo>
                <a:cubicBezTo>
                  <a:pt x="943" y="557"/>
                  <a:pt x="894" y="487"/>
                  <a:pt x="802" y="487"/>
                </a:cubicBezTo>
                <a:cubicBezTo>
                  <a:pt x="649" y="487"/>
                  <a:pt x="649" y="487"/>
                  <a:pt x="649" y="487"/>
                </a:cubicBezTo>
                <a:cubicBezTo>
                  <a:pt x="825" y="1"/>
                  <a:pt x="825" y="1"/>
                  <a:pt x="825" y="1"/>
                </a:cubicBezTo>
                <a:cubicBezTo>
                  <a:pt x="838" y="1"/>
                  <a:pt x="851" y="0"/>
                  <a:pt x="864" y="0"/>
                </a:cubicBezTo>
                <a:cubicBezTo>
                  <a:pt x="1341" y="0"/>
                  <a:pt x="1728" y="387"/>
                  <a:pt x="1728" y="864"/>
                </a:cubicBezTo>
                <a:cubicBezTo>
                  <a:pt x="1728" y="1341"/>
                  <a:pt x="1341" y="1728"/>
                  <a:pt x="864" y="1728"/>
                </a:cubicBezTo>
                <a:close/>
                <a:moveTo>
                  <a:pt x="1387" y="600"/>
                </a:moveTo>
                <a:cubicBezTo>
                  <a:pt x="1249" y="600"/>
                  <a:pt x="1249" y="600"/>
                  <a:pt x="1249" y="600"/>
                </a:cubicBezTo>
                <a:cubicBezTo>
                  <a:pt x="1057" y="1129"/>
                  <a:pt x="1057" y="1129"/>
                  <a:pt x="1057" y="1129"/>
                </a:cubicBezTo>
                <a:cubicBezTo>
                  <a:pt x="1194" y="1129"/>
                  <a:pt x="1194" y="1129"/>
                  <a:pt x="1194" y="1129"/>
                </a:cubicBezTo>
                <a:lnTo>
                  <a:pt x="1387" y="60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865477330"/>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73" r:id="rId3"/>
    <p:sldLayoutId id="2147483651" r:id="rId4"/>
    <p:sldLayoutId id="2147483661" r:id="rId5"/>
    <p:sldLayoutId id="2147483674" r:id="rId6"/>
    <p:sldLayoutId id="2147483675" r:id="rId7"/>
    <p:sldLayoutId id="2147483676" r:id="rId8"/>
    <p:sldLayoutId id="2147483677" r:id="rId9"/>
    <p:sldLayoutId id="2147483678" r:id="rId10"/>
    <p:sldLayoutId id="2147483662" r:id="rId11"/>
    <p:sldLayoutId id="2147483650" r:id="rId12"/>
    <p:sldLayoutId id="2147483663" r:id="rId13"/>
    <p:sldLayoutId id="2147483664" r:id="rId14"/>
    <p:sldLayoutId id="2147483654" r:id="rId15"/>
    <p:sldLayoutId id="2147483665" r:id="rId16"/>
    <p:sldLayoutId id="2147483655" r:id="rId17"/>
    <p:sldLayoutId id="2147483652" r:id="rId18"/>
    <p:sldLayoutId id="2147483653" r:id="rId19"/>
    <p:sldLayoutId id="2147483666" r:id="rId20"/>
    <p:sldLayoutId id="2147483667" r:id="rId21"/>
    <p:sldLayoutId id="2147483668" r:id="rId22"/>
    <p:sldLayoutId id="2147483669" r:id="rId23"/>
    <p:sldLayoutId id="2147483656" r:id="rId24"/>
    <p:sldLayoutId id="2147483657" r:id="rId25"/>
    <p:sldLayoutId id="2147483670" r:id="rId26"/>
    <p:sldLayoutId id="2147483671" r:id="rId27"/>
    <p:sldLayoutId id="2147483672" r:id="rId28"/>
    <p:sldLayoutId id="2147483658" r:id="rId29"/>
    <p:sldLayoutId id="2147483659" r:id="rId30"/>
    <p:sldLayoutId id="2147483683" r:id="rId31"/>
    <p:sldLayoutId id="2147483679" r:id="rId3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182880" indent="-182880" algn="l" defTabSz="914400" rtl="0" eaLnBrk="1" latinLnBrk="0" hangingPunct="1">
        <a:lnSpc>
          <a:spcPct val="90000"/>
        </a:lnSpc>
        <a:spcBef>
          <a:spcPts val="1200"/>
        </a:spcBef>
        <a:buFont typeface="HP Simplified" panose="020B0604020204020204" pitchFamily="34" charset="0"/>
        <a:buChar char="•"/>
        <a:defRPr sz="1800" kern="1200">
          <a:solidFill>
            <a:schemeClr val="tx1"/>
          </a:solidFill>
          <a:latin typeface="+mn-lt"/>
          <a:ea typeface="+mn-ea"/>
          <a:cs typeface="+mn-cs"/>
        </a:defRPr>
      </a:lvl1pPr>
      <a:lvl2pPr marL="411480" indent="-182880" algn="l" defTabSz="914400" rtl="0" eaLnBrk="1" latinLnBrk="0" hangingPunct="1">
        <a:lnSpc>
          <a:spcPct val="90000"/>
        </a:lnSpc>
        <a:spcBef>
          <a:spcPts val="800"/>
        </a:spcBef>
        <a:buSzPct val="80000"/>
        <a:buFont typeface="HP Simplified" panose="020B0604020204020204" pitchFamily="34" charset="0"/>
        <a:buChar char="–"/>
        <a:defRPr sz="1600" kern="1200">
          <a:solidFill>
            <a:schemeClr val="tx1"/>
          </a:solidFill>
          <a:latin typeface="+mn-lt"/>
          <a:ea typeface="+mn-ea"/>
          <a:cs typeface="+mn-cs"/>
        </a:defRPr>
      </a:lvl2pPr>
      <a:lvl3pPr marL="548640" indent="-137160" algn="l" defTabSz="914400" rtl="0" eaLnBrk="1" latinLnBrk="0" hangingPunct="1">
        <a:lnSpc>
          <a:spcPct val="90000"/>
        </a:lnSpc>
        <a:spcBef>
          <a:spcPts val="600"/>
        </a:spcBef>
        <a:buFont typeface="HP Simplified" panose="020B0604020204020204" pitchFamily="34" charset="0"/>
        <a:buChar char="•"/>
        <a:defRPr sz="1400" kern="1200">
          <a:solidFill>
            <a:schemeClr val="tx1"/>
          </a:solidFill>
          <a:latin typeface="+mn-lt"/>
          <a:ea typeface="+mn-ea"/>
          <a:cs typeface="+mn-cs"/>
        </a:defRPr>
      </a:lvl3pPr>
      <a:lvl4pPr marL="731520" indent="-137160" algn="l" defTabSz="914400" rtl="0" eaLnBrk="1" latinLnBrk="0" hangingPunct="1">
        <a:lnSpc>
          <a:spcPct val="90000"/>
        </a:lnSpc>
        <a:spcBef>
          <a:spcPts val="600"/>
        </a:spcBef>
        <a:buSzPct val="80000"/>
        <a:buFont typeface="HP Simplified" panose="020B0604020204020204" pitchFamily="34" charset="0"/>
        <a:buChar char="–"/>
        <a:defRPr sz="1200" kern="1200">
          <a:solidFill>
            <a:schemeClr val="tx1"/>
          </a:solidFill>
          <a:latin typeface="+mn-lt"/>
          <a:ea typeface="+mn-ea"/>
          <a:cs typeface="+mn-cs"/>
        </a:defRPr>
      </a:lvl4pPr>
      <a:lvl5pPr marL="868680" indent="-137160" algn="l" defTabSz="914400" rtl="0" eaLnBrk="1" latinLnBrk="0" hangingPunct="1">
        <a:lnSpc>
          <a:spcPct val="90000"/>
        </a:lnSpc>
        <a:spcBef>
          <a:spcPts val="600"/>
        </a:spcBef>
        <a:buFont typeface="HP Simplified" panose="020B0604020204020204" pitchFamily="34" charset="0"/>
        <a:buChar char="•"/>
        <a:defRPr sz="1200" kern="1200">
          <a:solidFill>
            <a:schemeClr val="tx1"/>
          </a:solidFill>
          <a:latin typeface="+mn-lt"/>
          <a:ea typeface="+mn-ea"/>
          <a:cs typeface="+mn-cs"/>
        </a:defRPr>
      </a:lvl5pPr>
      <a:lvl6pPr marL="1051560" indent="-137160" algn="l" defTabSz="914400" rtl="0" eaLnBrk="1" latinLnBrk="0" hangingPunct="1">
        <a:lnSpc>
          <a:spcPct val="90000"/>
        </a:lnSpc>
        <a:spcBef>
          <a:spcPts val="600"/>
        </a:spcBef>
        <a:buSzPct val="80000"/>
        <a:buFont typeface="HP Simplified" panose="020B0604020204020204" pitchFamily="34" charset="0"/>
        <a:buChar char="–"/>
        <a:defRPr sz="1200" kern="1200">
          <a:solidFill>
            <a:schemeClr val="tx1"/>
          </a:solidFill>
          <a:latin typeface="+mn-lt"/>
          <a:ea typeface="+mn-ea"/>
          <a:cs typeface="+mn-cs"/>
        </a:defRPr>
      </a:lvl6pPr>
      <a:lvl7pPr marL="1188720" indent="-137160" algn="l" defTabSz="914400" rtl="0" eaLnBrk="1" latinLnBrk="0" hangingPunct="1">
        <a:lnSpc>
          <a:spcPct val="90000"/>
        </a:lnSpc>
        <a:spcBef>
          <a:spcPts val="600"/>
        </a:spcBef>
        <a:buFont typeface="HP Simplified" panose="020B0604020204020204" pitchFamily="34" charset="0"/>
        <a:buChar char="•"/>
        <a:defRPr sz="1200" kern="1200">
          <a:solidFill>
            <a:schemeClr val="tx1"/>
          </a:solidFill>
          <a:latin typeface="+mn-lt"/>
          <a:ea typeface="+mn-ea"/>
          <a:cs typeface="+mn-cs"/>
        </a:defRPr>
      </a:lvl7pPr>
      <a:lvl8pPr marL="1371600" indent="-137160" algn="l" defTabSz="914400" rtl="0" eaLnBrk="1" latinLnBrk="0" hangingPunct="1">
        <a:lnSpc>
          <a:spcPct val="90000"/>
        </a:lnSpc>
        <a:spcBef>
          <a:spcPts val="600"/>
        </a:spcBef>
        <a:buSzPct val="80000"/>
        <a:buFont typeface="HP Simplified" panose="020B0604020204020204" pitchFamily="34" charset="0"/>
        <a:buChar char="–"/>
        <a:defRPr sz="1200" kern="1200">
          <a:solidFill>
            <a:schemeClr val="tx1"/>
          </a:solidFill>
          <a:latin typeface="+mn-lt"/>
          <a:ea typeface="+mn-ea"/>
          <a:cs typeface="+mn-cs"/>
        </a:defRPr>
      </a:lvl8pPr>
      <a:lvl9pPr marL="1554480" indent="-137160" algn="l" defTabSz="914400" rtl="0" eaLnBrk="1" latinLnBrk="0" hangingPunct="1">
        <a:lnSpc>
          <a:spcPct val="90000"/>
        </a:lnSpc>
        <a:spcBef>
          <a:spcPts val="600"/>
        </a:spcBef>
        <a:buFont typeface="HP Simplified" panose="020B0604020204020204" pitchFamily="34" charset="0"/>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Picture 10" descr="2.jpg"/>
          <p:cNvPicPr>
            <a:picLocks noChangeAspect="1"/>
          </p:cNvPicPr>
          <p:nvPr userDrawn="1"/>
        </p:nvPicPr>
        <p:blipFill rotWithShape="1">
          <a:blip r:embed="rId13">
            <a:extLst>
              <a:ext uri="{28A0092B-C50C-407E-A947-70E740481C1C}">
                <a14:useLocalDpi xmlns:a14="http://schemas.microsoft.com/office/drawing/2010/main" val="0"/>
              </a:ext>
            </a:extLst>
          </a:blip>
          <a:srcRect l="17289" r="19467"/>
          <a:stretch/>
        </p:blipFill>
        <p:spPr>
          <a:xfrm>
            <a:off x="0" y="0"/>
            <a:ext cx="12188825" cy="6858000"/>
          </a:xfrm>
          <a:prstGeom prst="rect">
            <a:avLst/>
          </a:prstGeom>
        </p:spPr>
      </p:pic>
      <p:sp>
        <p:nvSpPr>
          <p:cNvPr id="10" name="logo"/>
          <p:cNvSpPr>
            <a:spLocks noChangeAspect="1" noEditPoints="1"/>
          </p:cNvSpPr>
          <p:nvPr userDrawn="1"/>
        </p:nvSpPr>
        <p:spPr bwMode="invGray">
          <a:xfrm>
            <a:off x="11599360" y="6319451"/>
            <a:ext cx="343996" cy="344085"/>
          </a:xfrm>
          <a:custGeom>
            <a:avLst/>
            <a:gdLst>
              <a:gd name="T0" fmla="*/ 864 w 1728"/>
              <a:gd name="T1" fmla="*/ 1728 h 1728"/>
              <a:gd name="T2" fmla="*/ 838 w 1728"/>
              <a:gd name="T3" fmla="*/ 1728 h 1728"/>
              <a:gd name="T4" fmla="*/ 1015 w 1728"/>
              <a:gd name="T5" fmla="*/ 1243 h 1728"/>
              <a:gd name="T6" fmla="*/ 1258 w 1728"/>
              <a:gd name="T7" fmla="*/ 1243 h 1728"/>
              <a:gd name="T8" fmla="*/ 1362 w 1728"/>
              <a:gd name="T9" fmla="*/ 1170 h 1728"/>
              <a:gd name="T10" fmla="*/ 1554 w 1728"/>
              <a:gd name="T11" fmla="*/ 643 h 1728"/>
              <a:gd name="T12" fmla="*/ 1444 w 1728"/>
              <a:gd name="T13" fmla="*/ 487 h 1728"/>
              <a:gd name="T14" fmla="*/ 1107 w 1728"/>
              <a:gd name="T15" fmla="*/ 487 h 1728"/>
              <a:gd name="T16" fmla="*/ 824 w 1728"/>
              <a:gd name="T17" fmla="*/ 1264 h 1728"/>
              <a:gd name="T18" fmla="*/ 824 w 1728"/>
              <a:gd name="T19" fmla="*/ 1264 h 1728"/>
              <a:gd name="T20" fmla="*/ 664 w 1728"/>
              <a:gd name="T21" fmla="*/ 1705 h 1728"/>
              <a:gd name="T22" fmla="*/ 0 w 1728"/>
              <a:gd name="T23" fmla="*/ 864 h 1728"/>
              <a:gd name="T24" fmla="*/ 631 w 1728"/>
              <a:gd name="T25" fmla="*/ 32 h 1728"/>
              <a:gd name="T26" fmla="*/ 465 w 1728"/>
              <a:gd name="T27" fmla="*/ 487 h 1728"/>
              <a:gd name="T28" fmla="*/ 465 w 1728"/>
              <a:gd name="T29" fmla="*/ 487 h 1728"/>
              <a:gd name="T30" fmla="*/ 190 w 1728"/>
              <a:gd name="T31" fmla="*/ 1243 h 1728"/>
              <a:gd name="T32" fmla="*/ 373 w 1728"/>
              <a:gd name="T33" fmla="*/ 1243 h 1728"/>
              <a:gd name="T34" fmla="*/ 607 w 1728"/>
              <a:gd name="T35" fmla="*/ 600 h 1728"/>
              <a:gd name="T36" fmla="*/ 745 w 1728"/>
              <a:gd name="T37" fmla="*/ 600 h 1728"/>
              <a:gd name="T38" fmla="*/ 511 w 1728"/>
              <a:gd name="T39" fmla="*/ 1243 h 1728"/>
              <a:gd name="T40" fmla="*/ 694 w 1728"/>
              <a:gd name="T41" fmla="*/ 1243 h 1728"/>
              <a:gd name="T42" fmla="*/ 912 w 1728"/>
              <a:gd name="T43" fmla="*/ 643 h 1728"/>
              <a:gd name="T44" fmla="*/ 802 w 1728"/>
              <a:gd name="T45" fmla="*/ 487 h 1728"/>
              <a:gd name="T46" fmla="*/ 649 w 1728"/>
              <a:gd name="T47" fmla="*/ 487 h 1728"/>
              <a:gd name="T48" fmla="*/ 825 w 1728"/>
              <a:gd name="T49" fmla="*/ 1 h 1728"/>
              <a:gd name="T50" fmla="*/ 864 w 1728"/>
              <a:gd name="T51" fmla="*/ 0 h 1728"/>
              <a:gd name="T52" fmla="*/ 1728 w 1728"/>
              <a:gd name="T53" fmla="*/ 864 h 1728"/>
              <a:gd name="T54" fmla="*/ 864 w 1728"/>
              <a:gd name="T55" fmla="*/ 1728 h 1728"/>
              <a:gd name="T56" fmla="*/ 1387 w 1728"/>
              <a:gd name="T57" fmla="*/ 600 h 1728"/>
              <a:gd name="T58" fmla="*/ 1249 w 1728"/>
              <a:gd name="T59" fmla="*/ 600 h 1728"/>
              <a:gd name="T60" fmla="*/ 1057 w 1728"/>
              <a:gd name="T61" fmla="*/ 1129 h 1728"/>
              <a:gd name="T62" fmla="*/ 1194 w 1728"/>
              <a:gd name="T63" fmla="*/ 1129 h 1728"/>
              <a:gd name="T64" fmla="*/ 1387 w 1728"/>
              <a:gd name="T65" fmla="*/ 600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28" h="1728">
                <a:moveTo>
                  <a:pt x="864" y="1728"/>
                </a:moveTo>
                <a:cubicBezTo>
                  <a:pt x="856" y="1728"/>
                  <a:pt x="847" y="1728"/>
                  <a:pt x="838" y="1728"/>
                </a:cubicBezTo>
                <a:cubicBezTo>
                  <a:pt x="1015" y="1243"/>
                  <a:pt x="1015" y="1243"/>
                  <a:pt x="1015" y="1243"/>
                </a:cubicBezTo>
                <a:cubicBezTo>
                  <a:pt x="1258" y="1243"/>
                  <a:pt x="1258" y="1243"/>
                  <a:pt x="1258" y="1243"/>
                </a:cubicBezTo>
                <a:cubicBezTo>
                  <a:pt x="1301" y="1243"/>
                  <a:pt x="1347" y="1210"/>
                  <a:pt x="1362" y="1170"/>
                </a:cubicBezTo>
                <a:cubicBezTo>
                  <a:pt x="1554" y="643"/>
                  <a:pt x="1554" y="643"/>
                  <a:pt x="1554" y="643"/>
                </a:cubicBezTo>
                <a:cubicBezTo>
                  <a:pt x="1585" y="557"/>
                  <a:pt x="1536" y="487"/>
                  <a:pt x="1444" y="487"/>
                </a:cubicBezTo>
                <a:cubicBezTo>
                  <a:pt x="1107" y="487"/>
                  <a:pt x="1107" y="487"/>
                  <a:pt x="1107" y="487"/>
                </a:cubicBezTo>
                <a:cubicBezTo>
                  <a:pt x="824" y="1264"/>
                  <a:pt x="824" y="1264"/>
                  <a:pt x="824" y="1264"/>
                </a:cubicBezTo>
                <a:cubicBezTo>
                  <a:pt x="824" y="1264"/>
                  <a:pt x="824" y="1264"/>
                  <a:pt x="824" y="1264"/>
                </a:cubicBezTo>
                <a:cubicBezTo>
                  <a:pt x="664" y="1705"/>
                  <a:pt x="664" y="1705"/>
                  <a:pt x="664" y="1705"/>
                </a:cubicBezTo>
                <a:cubicBezTo>
                  <a:pt x="283" y="1614"/>
                  <a:pt x="0" y="1272"/>
                  <a:pt x="0" y="864"/>
                </a:cubicBezTo>
                <a:cubicBezTo>
                  <a:pt x="0" y="468"/>
                  <a:pt x="267" y="134"/>
                  <a:pt x="631" y="32"/>
                </a:cubicBezTo>
                <a:cubicBezTo>
                  <a:pt x="465" y="487"/>
                  <a:pt x="465" y="487"/>
                  <a:pt x="465" y="487"/>
                </a:cubicBezTo>
                <a:cubicBezTo>
                  <a:pt x="465" y="487"/>
                  <a:pt x="465" y="487"/>
                  <a:pt x="465" y="487"/>
                </a:cubicBezTo>
                <a:cubicBezTo>
                  <a:pt x="190" y="1243"/>
                  <a:pt x="190" y="1243"/>
                  <a:pt x="190" y="1243"/>
                </a:cubicBezTo>
                <a:cubicBezTo>
                  <a:pt x="373" y="1243"/>
                  <a:pt x="373" y="1243"/>
                  <a:pt x="373" y="1243"/>
                </a:cubicBezTo>
                <a:cubicBezTo>
                  <a:pt x="607" y="600"/>
                  <a:pt x="607" y="600"/>
                  <a:pt x="607" y="600"/>
                </a:cubicBezTo>
                <a:cubicBezTo>
                  <a:pt x="745" y="600"/>
                  <a:pt x="745" y="600"/>
                  <a:pt x="745" y="600"/>
                </a:cubicBezTo>
                <a:cubicBezTo>
                  <a:pt x="511" y="1243"/>
                  <a:pt x="511" y="1243"/>
                  <a:pt x="511" y="1243"/>
                </a:cubicBezTo>
                <a:cubicBezTo>
                  <a:pt x="694" y="1243"/>
                  <a:pt x="694" y="1243"/>
                  <a:pt x="694" y="1243"/>
                </a:cubicBezTo>
                <a:cubicBezTo>
                  <a:pt x="912" y="643"/>
                  <a:pt x="912" y="643"/>
                  <a:pt x="912" y="643"/>
                </a:cubicBezTo>
                <a:cubicBezTo>
                  <a:pt x="943" y="557"/>
                  <a:pt x="894" y="487"/>
                  <a:pt x="802" y="487"/>
                </a:cubicBezTo>
                <a:cubicBezTo>
                  <a:pt x="649" y="487"/>
                  <a:pt x="649" y="487"/>
                  <a:pt x="649" y="487"/>
                </a:cubicBezTo>
                <a:cubicBezTo>
                  <a:pt x="825" y="1"/>
                  <a:pt x="825" y="1"/>
                  <a:pt x="825" y="1"/>
                </a:cubicBezTo>
                <a:cubicBezTo>
                  <a:pt x="838" y="1"/>
                  <a:pt x="851" y="0"/>
                  <a:pt x="864" y="0"/>
                </a:cubicBezTo>
                <a:cubicBezTo>
                  <a:pt x="1341" y="0"/>
                  <a:pt x="1728" y="387"/>
                  <a:pt x="1728" y="864"/>
                </a:cubicBezTo>
                <a:cubicBezTo>
                  <a:pt x="1728" y="1341"/>
                  <a:pt x="1341" y="1728"/>
                  <a:pt x="864" y="1728"/>
                </a:cubicBezTo>
                <a:close/>
                <a:moveTo>
                  <a:pt x="1387" y="600"/>
                </a:moveTo>
                <a:cubicBezTo>
                  <a:pt x="1249" y="600"/>
                  <a:pt x="1249" y="600"/>
                  <a:pt x="1249" y="600"/>
                </a:cubicBezTo>
                <a:cubicBezTo>
                  <a:pt x="1057" y="1129"/>
                  <a:pt x="1057" y="1129"/>
                  <a:pt x="1057" y="1129"/>
                </a:cubicBezTo>
                <a:cubicBezTo>
                  <a:pt x="1194" y="1129"/>
                  <a:pt x="1194" y="1129"/>
                  <a:pt x="1194" y="1129"/>
                </a:cubicBezTo>
                <a:lnTo>
                  <a:pt x="1387" y="600"/>
                </a:lnTo>
                <a:close/>
              </a:path>
            </a:pathLst>
          </a:custGeom>
          <a:solidFill>
            <a:sysClr val="window" lastClr="FFFFFF"/>
          </a:solidFill>
          <a:ln>
            <a:noFill/>
          </a:ln>
        </p:spPr>
        <p:txBody>
          <a:bodyPr vert="horz" wrap="square" lIns="121888" tIns="60944" rIns="121888" bIns="60944" numCol="1" anchor="t" anchorCtr="0" compatLnSpc="1">
            <a:prstTxWarp prst="textNoShape">
              <a:avLst/>
            </a:prstTxWarp>
          </a:bodyPr>
          <a:lstStyle/>
          <a:p>
            <a:pPr>
              <a:defRPr/>
            </a:pPr>
            <a:endParaRPr lang="en-US" sz="2399" kern="0">
              <a:solidFill>
                <a:sysClr val="windowText" lastClr="000000"/>
              </a:solidFill>
            </a:endParaRPr>
          </a:p>
        </p:txBody>
      </p:sp>
    </p:spTree>
    <p:extLst>
      <p:ext uri="{BB962C8B-B14F-4D97-AF65-F5344CB8AC3E}">
        <p14:creationId xmlns:p14="http://schemas.microsoft.com/office/powerpoint/2010/main" val="1034129451"/>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timing>
    <p:tnLst>
      <p:par>
        <p:cTn id="1" dur="indefinite" restart="never" nodeType="tmRoot"/>
      </p:par>
    </p:tnLst>
  </p:timing>
  <p:txStyles>
    <p:titleStyle>
      <a:lvl1pPr algn="ctr" defTabSz="609448" rtl="0" eaLnBrk="1" latinLnBrk="0" hangingPunct="1">
        <a:spcBef>
          <a:spcPct val="0"/>
        </a:spcBef>
        <a:buNone/>
        <a:defRPr sz="5865" kern="1200">
          <a:solidFill>
            <a:schemeClr val="tx1"/>
          </a:solidFill>
          <a:latin typeface="+mj-lt"/>
          <a:ea typeface="+mj-ea"/>
          <a:cs typeface="+mj-cs"/>
        </a:defRPr>
      </a:lvl1pPr>
    </p:titleStyle>
    <p:bodyStyle>
      <a:lvl1pPr marL="457086" indent="-457086" algn="l" defTabSz="609448" rtl="0" eaLnBrk="1" latinLnBrk="0" hangingPunct="1">
        <a:spcBef>
          <a:spcPct val="20000"/>
        </a:spcBef>
        <a:buFont typeface="Arial"/>
        <a:buChar char="•"/>
        <a:defRPr sz="4266" kern="1200">
          <a:solidFill>
            <a:schemeClr val="tx1"/>
          </a:solidFill>
          <a:latin typeface="+mn-lt"/>
          <a:ea typeface="+mn-ea"/>
          <a:cs typeface="+mn-cs"/>
        </a:defRPr>
      </a:lvl1pPr>
      <a:lvl2pPr marL="990352" indent="-380905" algn="l" defTabSz="609448" rtl="0" eaLnBrk="1" latinLnBrk="0" hangingPunct="1">
        <a:spcBef>
          <a:spcPct val="20000"/>
        </a:spcBef>
        <a:buFont typeface="Arial"/>
        <a:buChar char="–"/>
        <a:defRPr sz="3732" kern="1200">
          <a:solidFill>
            <a:schemeClr val="tx1"/>
          </a:solidFill>
          <a:latin typeface="+mn-lt"/>
          <a:ea typeface="+mn-ea"/>
          <a:cs typeface="+mn-cs"/>
        </a:defRPr>
      </a:lvl2pPr>
      <a:lvl3pPr marL="1523619" indent="-304724" algn="l" defTabSz="609448" rtl="0" eaLnBrk="1" latinLnBrk="0" hangingPunct="1">
        <a:spcBef>
          <a:spcPct val="20000"/>
        </a:spcBef>
        <a:buFont typeface="Arial"/>
        <a:buChar char="•"/>
        <a:defRPr sz="3199" kern="1200">
          <a:solidFill>
            <a:schemeClr val="tx1"/>
          </a:solidFill>
          <a:latin typeface="+mn-lt"/>
          <a:ea typeface="+mn-ea"/>
          <a:cs typeface="+mn-cs"/>
        </a:defRPr>
      </a:lvl3pPr>
      <a:lvl4pPr marL="2133067" indent="-304724" algn="l" defTabSz="609448" rtl="0" eaLnBrk="1" latinLnBrk="0" hangingPunct="1">
        <a:spcBef>
          <a:spcPct val="20000"/>
        </a:spcBef>
        <a:buFont typeface="Arial"/>
        <a:buChar char="–"/>
        <a:defRPr sz="2666" kern="1200">
          <a:solidFill>
            <a:schemeClr val="tx1"/>
          </a:solidFill>
          <a:latin typeface="+mn-lt"/>
          <a:ea typeface="+mn-ea"/>
          <a:cs typeface="+mn-cs"/>
        </a:defRPr>
      </a:lvl4pPr>
      <a:lvl5pPr marL="2742514" indent="-304724" algn="l" defTabSz="609448" rtl="0" eaLnBrk="1" latinLnBrk="0" hangingPunct="1">
        <a:spcBef>
          <a:spcPct val="20000"/>
        </a:spcBef>
        <a:buFont typeface="Arial"/>
        <a:buChar char="»"/>
        <a:defRPr sz="2666" kern="1200">
          <a:solidFill>
            <a:schemeClr val="tx1"/>
          </a:solidFill>
          <a:latin typeface="+mn-lt"/>
          <a:ea typeface="+mn-ea"/>
          <a:cs typeface="+mn-cs"/>
        </a:defRPr>
      </a:lvl5pPr>
      <a:lvl6pPr marL="3351962" indent="-304724" algn="l" defTabSz="609448" rtl="0" eaLnBrk="1" latinLnBrk="0" hangingPunct="1">
        <a:spcBef>
          <a:spcPct val="20000"/>
        </a:spcBef>
        <a:buFont typeface="Arial"/>
        <a:buChar char="•"/>
        <a:defRPr sz="2666" kern="1200">
          <a:solidFill>
            <a:schemeClr val="tx1"/>
          </a:solidFill>
          <a:latin typeface="+mn-lt"/>
          <a:ea typeface="+mn-ea"/>
          <a:cs typeface="+mn-cs"/>
        </a:defRPr>
      </a:lvl6pPr>
      <a:lvl7pPr marL="3961409" indent="-304724" algn="l" defTabSz="609448" rtl="0" eaLnBrk="1" latinLnBrk="0" hangingPunct="1">
        <a:spcBef>
          <a:spcPct val="20000"/>
        </a:spcBef>
        <a:buFont typeface="Arial"/>
        <a:buChar char="•"/>
        <a:defRPr sz="2666" kern="1200">
          <a:solidFill>
            <a:schemeClr val="tx1"/>
          </a:solidFill>
          <a:latin typeface="+mn-lt"/>
          <a:ea typeface="+mn-ea"/>
          <a:cs typeface="+mn-cs"/>
        </a:defRPr>
      </a:lvl7pPr>
      <a:lvl8pPr marL="4570857" indent="-304724" algn="l" defTabSz="609448" rtl="0" eaLnBrk="1" latinLnBrk="0" hangingPunct="1">
        <a:spcBef>
          <a:spcPct val="20000"/>
        </a:spcBef>
        <a:buFont typeface="Arial"/>
        <a:buChar char="•"/>
        <a:defRPr sz="2666" kern="1200">
          <a:solidFill>
            <a:schemeClr val="tx1"/>
          </a:solidFill>
          <a:latin typeface="+mn-lt"/>
          <a:ea typeface="+mn-ea"/>
          <a:cs typeface="+mn-cs"/>
        </a:defRPr>
      </a:lvl8pPr>
      <a:lvl9pPr marL="5180305" indent="-304724" algn="l" defTabSz="609448" rtl="0" eaLnBrk="1" latinLnBrk="0" hangingPunct="1">
        <a:spcBef>
          <a:spcPct val="20000"/>
        </a:spcBef>
        <a:buFont typeface="Arial"/>
        <a:buChar char="•"/>
        <a:defRPr sz="2666" kern="1200">
          <a:solidFill>
            <a:schemeClr val="tx1"/>
          </a:solidFill>
          <a:latin typeface="+mn-lt"/>
          <a:ea typeface="+mn-ea"/>
          <a:cs typeface="+mn-cs"/>
        </a:defRPr>
      </a:lvl9pPr>
    </p:bodyStyle>
    <p:otherStyle>
      <a:defPPr>
        <a:defRPr lang="en-US"/>
      </a:defPPr>
      <a:lvl1pPr marL="0" algn="l" defTabSz="609448" rtl="0" eaLnBrk="1" latinLnBrk="0" hangingPunct="1">
        <a:defRPr sz="2399" kern="1200">
          <a:solidFill>
            <a:schemeClr val="tx1"/>
          </a:solidFill>
          <a:latin typeface="+mn-lt"/>
          <a:ea typeface="+mn-ea"/>
          <a:cs typeface="+mn-cs"/>
        </a:defRPr>
      </a:lvl1pPr>
      <a:lvl2pPr marL="609448" algn="l" defTabSz="609448" rtl="0" eaLnBrk="1" latinLnBrk="0" hangingPunct="1">
        <a:defRPr sz="2399" kern="1200">
          <a:solidFill>
            <a:schemeClr val="tx1"/>
          </a:solidFill>
          <a:latin typeface="+mn-lt"/>
          <a:ea typeface="+mn-ea"/>
          <a:cs typeface="+mn-cs"/>
        </a:defRPr>
      </a:lvl2pPr>
      <a:lvl3pPr marL="1218895" algn="l" defTabSz="609448" rtl="0" eaLnBrk="1" latinLnBrk="0" hangingPunct="1">
        <a:defRPr sz="2399" kern="1200">
          <a:solidFill>
            <a:schemeClr val="tx1"/>
          </a:solidFill>
          <a:latin typeface="+mn-lt"/>
          <a:ea typeface="+mn-ea"/>
          <a:cs typeface="+mn-cs"/>
        </a:defRPr>
      </a:lvl3pPr>
      <a:lvl4pPr marL="1828343" algn="l" defTabSz="609448" rtl="0" eaLnBrk="1" latinLnBrk="0" hangingPunct="1">
        <a:defRPr sz="2399" kern="1200">
          <a:solidFill>
            <a:schemeClr val="tx1"/>
          </a:solidFill>
          <a:latin typeface="+mn-lt"/>
          <a:ea typeface="+mn-ea"/>
          <a:cs typeface="+mn-cs"/>
        </a:defRPr>
      </a:lvl4pPr>
      <a:lvl5pPr marL="2437790" algn="l" defTabSz="609448" rtl="0" eaLnBrk="1" latinLnBrk="0" hangingPunct="1">
        <a:defRPr sz="2399" kern="1200">
          <a:solidFill>
            <a:schemeClr val="tx1"/>
          </a:solidFill>
          <a:latin typeface="+mn-lt"/>
          <a:ea typeface="+mn-ea"/>
          <a:cs typeface="+mn-cs"/>
        </a:defRPr>
      </a:lvl5pPr>
      <a:lvl6pPr marL="3047238" algn="l" defTabSz="609448" rtl="0" eaLnBrk="1" latinLnBrk="0" hangingPunct="1">
        <a:defRPr sz="2399" kern="1200">
          <a:solidFill>
            <a:schemeClr val="tx1"/>
          </a:solidFill>
          <a:latin typeface="+mn-lt"/>
          <a:ea typeface="+mn-ea"/>
          <a:cs typeface="+mn-cs"/>
        </a:defRPr>
      </a:lvl6pPr>
      <a:lvl7pPr marL="3656686" algn="l" defTabSz="609448" rtl="0" eaLnBrk="1" latinLnBrk="0" hangingPunct="1">
        <a:defRPr sz="2399" kern="1200">
          <a:solidFill>
            <a:schemeClr val="tx1"/>
          </a:solidFill>
          <a:latin typeface="+mn-lt"/>
          <a:ea typeface="+mn-ea"/>
          <a:cs typeface="+mn-cs"/>
        </a:defRPr>
      </a:lvl7pPr>
      <a:lvl8pPr marL="4266133" algn="l" defTabSz="609448" rtl="0" eaLnBrk="1" latinLnBrk="0" hangingPunct="1">
        <a:defRPr sz="2399" kern="1200">
          <a:solidFill>
            <a:schemeClr val="tx1"/>
          </a:solidFill>
          <a:latin typeface="+mn-lt"/>
          <a:ea typeface="+mn-ea"/>
          <a:cs typeface="+mn-cs"/>
        </a:defRPr>
      </a:lvl8pPr>
      <a:lvl9pPr marL="4875581" algn="l" defTabSz="609448" rtl="0" eaLnBrk="1" latinLnBrk="0" hangingPunct="1">
        <a:defRPr sz="2399"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Picture 10" descr="2.jpg"/>
          <p:cNvPicPr>
            <a:picLocks noChangeAspect="1"/>
          </p:cNvPicPr>
          <p:nvPr userDrawn="1"/>
        </p:nvPicPr>
        <p:blipFill rotWithShape="1">
          <a:blip r:embed="rId13">
            <a:extLst>
              <a:ext uri="{28A0092B-C50C-407E-A947-70E740481C1C}">
                <a14:useLocalDpi xmlns:a14="http://schemas.microsoft.com/office/drawing/2010/main" val="0"/>
              </a:ext>
            </a:extLst>
          </a:blip>
          <a:srcRect l="17289" r="19467"/>
          <a:stretch/>
        </p:blipFill>
        <p:spPr>
          <a:xfrm>
            <a:off x="0" y="0"/>
            <a:ext cx="12188825" cy="6858000"/>
          </a:xfrm>
          <a:prstGeom prst="rect">
            <a:avLst/>
          </a:prstGeom>
        </p:spPr>
      </p:pic>
      <p:sp>
        <p:nvSpPr>
          <p:cNvPr id="10" name="logo"/>
          <p:cNvSpPr>
            <a:spLocks noChangeAspect="1" noEditPoints="1"/>
          </p:cNvSpPr>
          <p:nvPr userDrawn="1"/>
        </p:nvSpPr>
        <p:spPr bwMode="invGray">
          <a:xfrm>
            <a:off x="11599360" y="6319451"/>
            <a:ext cx="343996" cy="344085"/>
          </a:xfrm>
          <a:custGeom>
            <a:avLst/>
            <a:gdLst>
              <a:gd name="T0" fmla="*/ 864 w 1728"/>
              <a:gd name="T1" fmla="*/ 1728 h 1728"/>
              <a:gd name="T2" fmla="*/ 838 w 1728"/>
              <a:gd name="T3" fmla="*/ 1728 h 1728"/>
              <a:gd name="T4" fmla="*/ 1015 w 1728"/>
              <a:gd name="T5" fmla="*/ 1243 h 1728"/>
              <a:gd name="T6" fmla="*/ 1258 w 1728"/>
              <a:gd name="T7" fmla="*/ 1243 h 1728"/>
              <a:gd name="T8" fmla="*/ 1362 w 1728"/>
              <a:gd name="T9" fmla="*/ 1170 h 1728"/>
              <a:gd name="T10" fmla="*/ 1554 w 1728"/>
              <a:gd name="T11" fmla="*/ 643 h 1728"/>
              <a:gd name="T12" fmla="*/ 1444 w 1728"/>
              <a:gd name="T13" fmla="*/ 487 h 1728"/>
              <a:gd name="T14" fmla="*/ 1107 w 1728"/>
              <a:gd name="T15" fmla="*/ 487 h 1728"/>
              <a:gd name="T16" fmla="*/ 824 w 1728"/>
              <a:gd name="T17" fmla="*/ 1264 h 1728"/>
              <a:gd name="T18" fmla="*/ 824 w 1728"/>
              <a:gd name="T19" fmla="*/ 1264 h 1728"/>
              <a:gd name="T20" fmla="*/ 664 w 1728"/>
              <a:gd name="T21" fmla="*/ 1705 h 1728"/>
              <a:gd name="T22" fmla="*/ 0 w 1728"/>
              <a:gd name="T23" fmla="*/ 864 h 1728"/>
              <a:gd name="T24" fmla="*/ 631 w 1728"/>
              <a:gd name="T25" fmla="*/ 32 h 1728"/>
              <a:gd name="T26" fmla="*/ 465 w 1728"/>
              <a:gd name="T27" fmla="*/ 487 h 1728"/>
              <a:gd name="T28" fmla="*/ 465 w 1728"/>
              <a:gd name="T29" fmla="*/ 487 h 1728"/>
              <a:gd name="T30" fmla="*/ 190 w 1728"/>
              <a:gd name="T31" fmla="*/ 1243 h 1728"/>
              <a:gd name="T32" fmla="*/ 373 w 1728"/>
              <a:gd name="T33" fmla="*/ 1243 h 1728"/>
              <a:gd name="T34" fmla="*/ 607 w 1728"/>
              <a:gd name="T35" fmla="*/ 600 h 1728"/>
              <a:gd name="T36" fmla="*/ 745 w 1728"/>
              <a:gd name="T37" fmla="*/ 600 h 1728"/>
              <a:gd name="T38" fmla="*/ 511 w 1728"/>
              <a:gd name="T39" fmla="*/ 1243 h 1728"/>
              <a:gd name="T40" fmla="*/ 694 w 1728"/>
              <a:gd name="T41" fmla="*/ 1243 h 1728"/>
              <a:gd name="T42" fmla="*/ 912 w 1728"/>
              <a:gd name="T43" fmla="*/ 643 h 1728"/>
              <a:gd name="T44" fmla="*/ 802 w 1728"/>
              <a:gd name="T45" fmla="*/ 487 h 1728"/>
              <a:gd name="T46" fmla="*/ 649 w 1728"/>
              <a:gd name="T47" fmla="*/ 487 h 1728"/>
              <a:gd name="T48" fmla="*/ 825 w 1728"/>
              <a:gd name="T49" fmla="*/ 1 h 1728"/>
              <a:gd name="T50" fmla="*/ 864 w 1728"/>
              <a:gd name="T51" fmla="*/ 0 h 1728"/>
              <a:gd name="T52" fmla="*/ 1728 w 1728"/>
              <a:gd name="T53" fmla="*/ 864 h 1728"/>
              <a:gd name="T54" fmla="*/ 864 w 1728"/>
              <a:gd name="T55" fmla="*/ 1728 h 1728"/>
              <a:gd name="T56" fmla="*/ 1387 w 1728"/>
              <a:gd name="T57" fmla="*/ 600 h 1728"/>
              <a:gd name="T58" fmla="*/ 1249 w 1728"/>
              <a:gd name="T59" fmla="*/ 600 h 1728"/>
              <a:gd name="T60" fmla="*/ 1057 w 1728"/>
              <a:gd name="T61" fmla="*/ 1129 h 1728"/>
              <a:gd name="T62" fmla="*/ 1194 w 1728"/>
              <a:gd name="T63" fmla="*/ 1129 h 1728"/>
              <a:gd name="T64" fmla="*/ 1387 w 1728"/>
              <a:gd name="T65" fmla="*/ 600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28" h="1728">
                <a:moveTo>
                  <a:pt x="864" y="1728"/>
                </a:moveTo>
                <a:cubicBezTo>
                  <a:pt x="856" y="1728"/>
                  <a:pt x="847" y="1728"/>
                  <a:pt x="838" y="1728"/>
                </a:cubicBezTo>
                <a:cubicBezTo>
                  <a:pt x="1015" y="1243"/>
                  <a:pt x="1015" y="1243"/>
                  <a:pt x="1015" y="1243"/>
                </a:cubicBezTo>
                <a:cubicBezTo>
                  <a:pt x="1258" y="1243"/>
                  <a:pt x="1258" y="1243"/>
                  <a:pt x="1258" y="1243"/>
                </a:cubicBezTo>
                <a:cubicBezTo>
                  <a:pt x="1301" y="1243"/>
                  <a:pt x="1347" y="1210"/>
                  <a:pt x="1362" y="1170"/>
                </a:cubicBezTo>
                <a:cubicBezTo>
                  <a:pt x="1554" y="643"/>
                  <a:pt x="1554" y="643"/>
                  <a:pt x="1554" y="643"/>
                </a:cubicBezTo>
                <a:cubicBezTo>
                  <a:pt x="1585" y="557"/>
                  <a:pt x="1536" y="487"/>
                  <a:pt x="1444" y="487"/>
                </a:cubicBezTo>
                <a:cubicBezTo>
                  <a:pt x="1107" y="487"/>
                  <a:pt x="1107" y="487"/>
                  <a:pt x="1107" y="487"/>
                </a:cubicBezTo>
                <a:cubicBezTo>
                  <a:pt x="824" y="1264"/>
                  <a:pt x="824" y="1264"/>
                  <a:pt x="824" y="1264"/>
                </a:cubicBezTo>
                <a:cubicBezTo>
                  <a:pt x="824" y="1264"/>
                  <a:pt x="824" y="1264"/>
                  <a:pt x="824" y="1264"/>
                </a:cubicBezTo>
                <a:cubicBezTo>
                  <a:pt x="664" y="1705"/>
                  <a:pt x="664" y="1705"/>
                  <a:pt x="664" y="1705"/>
                </a:cubicBezTo>
                <a:cubicBezTo>
                  <a:pt x="283" y="1614"/>
                  <a:pt x="0" y="1272"/>
                  <a:pt x="0" y="864"/>
                </a:cubicBezTo>
                <a:cubicBezTo>
                  <a:pt x="0" y="468"/>
                  <a:pt x="267" y="134"/>
                  <a:pt x="631" y="32"/>
                </a:cubicBezTo>
                <a:cubicBezTo>
                  <a:pt x="465" y="487"/>
                  <a:pt x="465" y="487"/>
                  <a:pt x="465" y="487"/>
                </a:cubicBezTo>
                <a:cubicBezTo>
                  <a:pt x="465" y="487"/>
                  <a:pt x="465" y="487"/>
                  <a:pt x="465" y="487"/>
                </a:cubicBezTo>
                <a:cubicBezTo>
                  <a:pt x="190" y="1243"/>
                  <a:pt x="190" y="1243"/>
                  <a:pt x="190" y="1243"/>
                </a:cubicBezTo>
                <a:cubicBezTo>
                  <a:pt x="373" y="1243"/>
                  <a:pt x="373" y="1243"/>
                  <a:pt x="373" y="1243"/>
                </a:cubicBezTo>
                <a:cubicBezTo>
                  <a:pt x="607" y="600"/>
                  <a:pt x="607" y="600"/>
                  <a:pt x="607" y="600"/>
                </a:cubicBezTo>
                <a:cubicBezTo>
                  <a:pt x="745" y="600"/>
                  <a:pt x="745" y="600"/>
                  <a:pt x="745" y="600"/>
                </a:cubicBezTo>
                <a:cubicBezTo>
                  <a:pt x="511" y="1243"/>
                  <a:pt x="511" y="1243"/>
                  <a:pt x="511" y="1243"/>
                </a:cubicBezTo>
                <a:cubicBezTo>
                  <a:pt x="694" y="1243"/>
                  <a:pt x="694" y="1243"/>
                  <a:pt x="694" y="1243"/>
                </a:cubicBezTo>
                <a:cubicBezTo>
                  <a:pt x="912" y="643"/>
                  <a:pt x="912" y="643"/>
                  <a:pt x="912" y="643"/>
                </a:cubicBezTo>
                <a:cubicBezTo>
                  <a:pt x="943" y="557"/>
                  <a:pt x="894" y="487"/>
                  <a:pt x="802" y="487"/>
                </a:cubicBezTo>
                <a:cubicBezTo>
                  <a:pt x="649" y="487"/>
                  <a:pt x="649" y="487"/>
                  <a:pt x="649" y="487"/>
                </a:cubicBezTo>
                <a:cubicBezTo>
                  <a:pt x="825" y="1"/>
                  <a:pt x="825" y="1"/>
                  <a:pt x="825" y="1"/>
                </a:cubicBezTo>
                <a:cubicBezTo>
                  <a:pt x="838" y="1"/>
                  <a:pt x="851" y="0"/>
                  <a:pt x="864" y="0"/>
                </a:cubicBezTo>
                <a:cubicBezTo>
                  <a:pt x="1341" y="0"/>
                  <a:pt x="1728" y="387"/>
                  <a:pt x="1728" y="864"/>
                </a:cubicBezTo>
                <a:cubicBezTo>
                  <a:pt x="1728" y="1341"/>
                  <a:pt x="1341" y="1728"/>
                  <a:pt x="864" y="1728"/>
                </a:cubicBezTo>
                <a:close/>
                <a:moveTo>
                  <a:pt x="1387" y="600"/>
                </a:moveTo>
                <a:cubicBezTo>
                  <a:pt x="1249" y="600"/>
                  <a:pt x="1249" y="600"/>
                  <a:pt x="1249" y="600"/>
                </a:cubicBezTo>
                <a:cubicBezTo>
                  <a:pt x="1057" y="1129"/>
                  <a:pt x="1057" y="1129"/>
                  <a:pt x="1057" y="1129"/>
                </a:cubicBezTo>
                <a:cubicBezTo>
                  <a:pt x="1194" y="1129"/>
                  <a:pt x="1194" y="1129"/>
                  <a:pt x="1194" y="1129"/>
                </a:cubicBezTo>
                <a:lnTo>
                  <a:pt x="1387" y="600"/>
                </a:lnTo>
                <a:close/>
              </a:path>
            </a:pathLst>
          </a:custGeom>
          <a:solidFill>
            <a:sysClr val="window" lastClr="FFFFFF"/>
          </a:solidFill>
          <a:ln>
            <a:noFill/>
          </a:ln>
        </p:spPr>
        <p:txBody>
          <a:bodyPr vert="horz" wrap="square" lIns="121888" tIns="60944" rIns="121888" bIns="60944" numCol="1" anchor="t" anchorCtr="0" compatLnSpc="1">
            <a:prstTxWarp prst="textNoShape">
              <a:avLst/>
            </a:prstTxWarp>
          </a:bodyPr>
          <a:lstStyle/>
          <a:p>
            <a:pPr>
              <a:defRPr/>
            </a:pPr>
            <a:endParaRPr lang="en-US" sz="2399" kern="0">
              <a:solidFill>
                <a:sysClr val="windowText" lastClr="000000"/>
              </a:solidFill>
            </a:endParaRPr>
          </a:p>
        </p:txBody>
      </p:sp>
    </p:spTree>
    <p:extLst>
      <p:ext uri="{BB962C8B-B14F-4D97-AF65-F5344CB8AC3E}">
        <p14:creationId xmlns:p14="http://schemas.microsoft.com/office/powerpoint/2010/main" val="2163269773"/>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timing>
    <p:tnLst>
      <p:par>
        <p:cTn id="1" dur="indefinite" restart="never" nodeType="tmRoot"/>
      </p:par>
    </p:tnLst>
  </p:timing>
  <p:txStyles>
    <p:titleStyle>
      <a:lvl1pPr algn="ctr" defTabSz="609448" rtl="0" eaLnBrk="1" latinLnBrk="0" hangingPunct="1">
        <a:spcBef>
          <a:spcPct val="0"/>
        </a:spcBef>
        <a:buNone/>
        <a:defRPr sz="5865" kern="1200">
          <a:solidFill>
            <a:schemeClr val="tx1"/>
          </a:solidFill>
          <a:latin typeface="+mj-lt"/>
          <a:ea typeface="+mj-ea"/>
          <a:cs typeface="+mj-cs"/>
        </a:defRPr>
      </a:lvl1pPr>
    </p:titleStyle>
    <p:bodyStyle>
      <a:lvl1pPr marL="457086" indent="-457086" algn="l" defTabSz="609448" rtl="0" eaLnBrk="1" latinLnBrk="0" hangingPunct="1">
        <a:spcBef>
          <a:spcPct val="20000"/>
        </a:spcBef>
        <a:buFont typeface="Arial"/>
        <a:buChar char="•"/>
        <a:defRPr sz="4266" kern="1200">
          <a:solidFill>
            <a:schemeClr val="tx1"/>
          </a:solidFill>
          <a:latin typeface="+mn-lt"/>
          <a:ea typeface="+mn-ea"/>
          <a:cs typeface="+mn-cs"/>
        </a:defRPr>
      </a:lvl1pPr>
      <a:lvl2pPr marL="990352" indent="-380905" algn="l" defTabSz="609448" rtl="0" eaLnBrk="1" latinLnBrk="0" hangingPunct="1">
        <a:spcBef>
          <a:spcPct val="20000"/>
        </a:spcBef>
        <a:buFont typeface="Arial"/>
        <a:buChar char="–"/>
        <a:defRPr sz="3732" kern="1200">
          <a:solidFill>
            <a:schemeClr val="tx1"/>
          </a:solidFill>
          <a:latin typeface="+mn-lt"/>
          <a:ea typeface="+mn-ea"/>
          <a:cs typeface="+mn-cs"/>
        </a:defRPr>
      </a:lvl2pPr>
      <a:lvl3pPr marL="1523619" indent="-304724" algn="l" defTabSz="609448" rtl="0" eaLnBrk="1" latinLnBrk="0" hangingPunct="1">
        <a:spcBef>
          <a:spcPct val="20000"/>
        </a:spcBef>
        <a:buFont typeface="Arial"/>
        <a:buChar char="•"/>
        <a:defRPr sz="3199" kern="1200">
          <a:solidFill>
            <a:schemeClr val="tx1"/>
          </a:solidFill>
          <a:latin typeface="+mn-lt"/>
          <a:ea typeface="+mn-ea"/>
          <a:cs typeface="+mn-cs"/>
        </a:defRPr>
      </a:lvl3pPr>
      <a:lvl4pPr marL="2133067" indent="-304724" algn="l" defTabSz="609448" rtl="0" eaLnBrk="1" latinLnBrk="0" hangingPunct="1">
        <a:spcBef>
          <a:spcPct val="20000"/>
        </a:spcBef>
        <a:buFont typeface="Arial"/>
        <a:buChar char="–"/>
        <a:defRPr sz="2666" kern="1200">
          <a:solidFill>
            <a:schemeClr val="tx1"/>
          </a:solidFill>
          <a:latin typeface="+mn-lt"/>
          <a:ea typeface="+mn-ea"/>
          <a:cs typeface="+mn-cs"/>
        </a:defRPr>
      </a:lvl4pPr>
      <a:lvl5pPr marL="2742514" indent="-304724" algn="l" defTabSz="609448" rtl="0" eaLnBrk="1" latinLnBrk="0" hangingPunct="1">
        <a:spcBef>
          <a:spcPct val="20000"/>
        </a:spcBef>
        <a:buFont typeface="Arial"/>
        <a:buChar char="»"/>
        <a:defRPr sz="2666" kern="1200">
          <a:solidFill>
            <a:schemeClr val="tx1"/>
          </a:solidFill>
          <a:latin typeface="+mn-lt"/>
          <a:ea typeface="+mn-ea"/>
          <a:cs typeface="+mn-cs"/>
        </a:defRPr>
      </a:lvl5pPr>
      <a:lvl6pPr marL="3351962" indent="-304724" algn="l" defTabSz="609448" rtl="0" eaLnBrk="1" latinLnBrk="0" hangingPunct="1">
        <a:spcBef>
          <a:spcPct val="20000"/>
        </a:spcBef>
        <a:buFont typeface="Arial"/>
        <a:buChar char="•"/>
        <a:defRPr sz="2666" kern="1200">
          <a:solidFill>
            <a:schemeClr val="tx1"/>
          </a:solidFill>
          <a:latin typeface="+mn-lt"/>
          <a:ea typeface="+mn-ea"/>
          <a:cs typeface="+mn-cs"/>
        </a:defRPr>
      </a:lvl6pPr>
      <a:lvl7pPr marL="3961409" indent="-304724" algn="l" defTabSz="609448" rtl="0" eaLnBrk="1" latinLnBrk="0" hangingPunct="1">
        <a:spcBef>
          <a:spcPct val="20000"/>
        </a:spcBef>
        <a:buFont typeface="Arial"/>
        <a:buChar char="•"/>
        <a:defRPr sz="2666" kern="1200">
          <a:solidFill>
            <a:schemeClr val="tx1"/>
          </a:solidFill>
          <a:latin typeface="+mn-lt"/>
          <a:ea typeface="+mn-ea"/>
          <a:cs typeface="+mn-cs"/>
        </a:defRPr>
      </a:lvl7pPr>
      <a:lvl8pPr marL="4570857" indent="-304724" algn="l" defTabSz="609448" rtl="0" eaLnBrk="1" latinLnBrk="0" hangingPunct="1">
        <a:spcBef>
          <a:spcPct val="20000"/>
        </a:spcBef>
        <a:buFont typeface="Arial"/>
        <a:buChar char="•"/>
        <a:defRPr sz="2666" kern="1200">
          <a:solidFill>
            <a:schemeClr val="tx1"/>
          </a:solidFill>
          <a:latin typeface="+mn-lt"/>
          <a:ea typeface="+mn-ea"/>
          <a:cs typeface="+mn-cs"/>
        </a:defRPr>
      </a:lvl8pPr>
      <a:lvl9pPr marL="5180305" indent="-304724" algn="l" defTabSz="609448" rtl="0" eaLnBrk="1" latinLnBrk="0" hangingPunct="1">
        <a:spcBef>
          <a:spcPct val="20000"/>
        </a:spcBef>
        <a:buFont typeface="Arial"/>
        <a:buChar char="•"/>
        <a:defRPr sz="2666" kern="1200">
          <a:solidFill>
            <a:schemeClr val="tx1"/>
          </a:solidFill>
          <a:latin typeface="+mn-lt"/>
          <a:ea typeface="+mn-ea"/>
          <a:cs typeface="+mn-cs"/>
        </a:defRPr>
      </a:lvl9pPr>
    </p:bodyStyle>
    <p:otherStyle>
      <a:defPPr>
        <a:defRPr lang="en-US"/>
      </a:defPPr>
      <a:lvl1pPr marL="0" algn="l" defTabSz="609448" rtl="0" eaLnBrk="1" latinLnBrk="0" hangingPunct="1">
        <a:defRPr sz="2399" kern="1200">
          <a:solidFill>
            <a:schemeClr val="tx1"/>
          </a:solidFill>
          <a:latin typeface="+mn-lt"/>
          <a:ea typeface="+mn-ea"/>
          <a:cs typeface="+mn-cs"/>
        </a:defRPr>
      </a:lvl1pPr>
      <a:lvl2pPr marL="609448" algn="l" defTabSz="609448" rtl="0" eaLnBrk="1" latinLnBrk="0" hangingPunct="1">
        <a:defRPr sz="2399" kern="1200">
          <a:solidFill>
            <a:schemeClr val="tx1"/>
          </a:solidFill>
          <a:latin typeface="+mn-lt"/>
          <a:ea typeface="+mn-ea"/>
          <a:cs typeface="+mn-cs"/>
        </a:defRPr>
      </a:lvl2pPr>
      <a:lvl3pPr marL="1218895" algn="l" defTabSz="609448" rtl="0" eaLnBrk="1" latinLnBrk="0" hangingPunct="1">
        <a:defRPr sz="2399" kern="1200">
          <a:solidFill>
            <a:schemeClr val="tx1"/>
          </a:solidFill>
          <a:latin typeface="+mn-lt"/>
          <a:ea typeface="+mn-ea"/>
          <a:cs typeface="+mn-cs"/>
        </a:defRPr>
      </a:lvl3pPr>
      <a:lvl4pPr marL="1828343" algn="l" defTabSz="609448" rtl="0" eaLnBrk="1" latinLnBrk="0" hangingPunct="1">
        <a:defRPr sz="2399" kern="1200">
          <a:solidFill>
            <a:schemeClr val="tx1"/>
          </a:solidFill>
          <a:latin typeface="+mn-lt"/>
          <a:ea typeface="+mn-ea"/>
          <a:cs typeface="+mn-cs"/>
        </a:defRPr>
      </a:lvl4pPr>
      <a:lvl5pPr marL="2437790" algn="l" defTabSz="609448" rtl="0" eaLnBrk="1" latinLnBrk="0" hangingPunct="1">
        <a:defRPr sz="2399" kern="1200">
          <a:solidFill>
            <a:schemeClr val="tx1"/>
          </a:solidFill>
          <a:latin typeface="+mn-lt"/>
          <a:ea typeface="+mn-ea"/>
          <a:cs typeface="+mn-cs"/>
        </a:defRPr>
      </a:lvl5pPr>
      <a:lvl6pPr marL="3047238" algn="l" defTabSz="609448" rtl="0" eaLnBrk="1" latinLnBrk="0" hangingPunct="1">
        <a:defRPr sz="2399" kern="1200">
          <a:solidFill>
            <a:schemeClr val="tx1"/>
          </a:solidFill>
          <a:latin typeface="+mn-lt"/>
          <a:ea typeface="+mn-ea"/>
          <a:cs typeface="+mn-cs"/>
        </a:defRPr>
      </a:lvl6pPr>
      <a:lvl7pPr marL="3656686" algn="l" defTabSz="609448" rtl="0" eaLnBrk="1" latinLnBrk="0" hangingPunct="1">
        <a:defRPr sz="2399" kern="1200">
          <a:solidFill>
            <a:schemeClr val="tx1"/>
          </a:solidFill>
          <a:latin typeface="+mn-lt"/>
          <a:ea typeface="+mn-ea"/>
          <a:cs typeface="+mn-cs"/>
        </a:defRPr>
      </a:lvl7pPr>
      <a:lvl8pPr marL="4266133" algn="l" defTabSz="609448" rtl="0" eaLnBrk="1" latinLnBrk="0" hangingPunct="1">
        <a:defRPr sz="2399" kern="1200">
          <a:solidFill>
            <a:schemeClr val="tx1"/>
          </a:solidFill>
          <a:latin typeface="+mn-lt"/>
          <a:ea typeface="+mn-ea"/>
          <a:cs typeface="+mn-cs"/>
        </a:defRPr>
      </a:lvl8pPr>
      <a:lvl9pPr marL="4875581" algn="l" defTabSz="609448" rtl="0" eaLnBrk="1" latinLnBrk="0" hangingPunct="1">
        <a:defRPr sz="2399"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438038" y="313419"/>
            <a:ext cx="10828161" cy="574516"/>
          </a:xfrm>
          <a:prstGeom prst="rect">
            <a:avLst/>
          </a:prstGeom>
          <a:ln>
            <a:noFill/>
          </a:ln>
        </p:spPr>
        <p:txBody>
          <a:bodyPr vert="horz" wrap="square" lIns="0" tIns="0" rIns="0" bIns="0" rtlCol="0" anchor="t" anchorCtr="0">
            <a:noAutofit/>
          </a:bodyPr>
          <a:lstStyle/>
          <a:p>
            <a:r>
              <a:rPr lang="en-US" noProof="0" dirty="0" smtClean="0"/>
              <a:t>Click to edit master title style</a:t>
            </a:r>
            <a:endParaRPr lang="en-US" noProof="0" dirty="0"/>
          </a:p>
        </p:txBody>
      </p:sp>
      <p:sp>
        <p:nvSpPr>
          <p:cNvPr id="7" name="Text Placeholder 6"/>
          <p:cNvSpPr>
            <a:spLocks noGrp="1"/>
          </p:cNvSpPr>
          <p:nvPr>
            <p:ph type="body" idx="1"/>
          </p:nvPr>
        </p:nvSpPr>
        <p:spPr bwMode="black">
          <a:xfrm>
            <a:off x="440152" y="1584960"/>
            <a:ext cx="10823677" cy="4293024"/>
          </a:xfrm>
          <a:prstGeom prst="rect">
            <a:avLst/>
          </a:prstGeom>
        </p:spPr>
        <p:txBody>
          <a:bodyPr vert="horz" wrap="square" lIns="0" tIns="0" rIns="0" bIns="0" rtlCol="0">
            <a:noAutofit/>
          </a:bodyPr>
          <a:lstStyle/>
          <a:p>
            <a:pPr lvl="0"/>
            <a:r>
              <a:rPr lang="en-US" noProof="0" dirty="0" smtClean="0"/>
              <a:t>Click to edit master text styles</a:t>
            </a:r>
          </a:p>
          <a:p>
            <a:pPr lvl="1"/>
            <a:r>
              <a:rPr lang="en-US" noProof="0" dirty="0" smtClean="0"/>
              <a:t>Second level</a:t>
            </a:r>
          </a:p>
          <a:p>
            <a:pPr lvl="2"/>
            <a:r>
              <a:rPr lang="en-US" noProof="0" dirty="0" smtClean="0"/>
              <a:t>Third level</a:t>
            </a:r>
          </a:p>
          <a:p>
            <a:pPr lvl="3"/>
            <a:r>
              <a:rPr lang="en-US" noProof="0" dirty="0" smtClean="0"/>
              <a:t>Fourth level</a:t>
            </a:r>
          </a:p>
          <a:p>
            <a:pPr lvl="4"/>
            <a:r>
              <a:rPr lang="en-US" noProof="0" dirty="0" smtClean="0"/>
              <a:t>Fifth level</a:t>
            </a:r>
            <a:endParaRPr lang="en-US" noProof="0" dirty="0"/>
          </a:p>
        </p:txBody>
      </p:sp>
      <p:sp>
        <p:nvSpPr>
          <p:cNvPr id="9" name="TextBox 8"/>
          <p:cNvSpPr txBox="1"/>
          <p:nvPr/>
        </p:nvSpPr>
        <p:spPr>
          <a:xfrm>
            <a:off x="592514" y="6345071"/>
            <a:ext cx="10680611" cy="304800"/>
          </a:xfrm>
          <a:prstGeom prst="rect">
            <a:avLst/>
          </a:prstGeom>
          <a:noFill/>
        </p:spPr>
        <p:txBody>
          <a:bodyPr wrap="square" rtlCol="0">
            <a:noAutofit/>
          </a:bodyPr>
          <a:lstStyle/>
          <a:p>
            <a:pPr defTabSz="609448">
              <a:defRPr/>
            </a:pPr>
            <a:r>
              <a:rPr lang="en-US" sz="933" dirty="0" smtClean="0">
                <a:solidFill>
                  <a:srgbClr val="B9B8BB"/>
                </a:solidFill>
                <a:cs typeface="HP Simplified"/>
              </a:rPr>
              <a:t>© Copyright 2014 Hewlett-Packard Development Company, L.P.  The information contained herein is subject to change without notice.</a:t>
            </a:r>
          </a:p>
        </p:txBody>
      </p:sp>
      <p:sp>
        <p:nvSpPr>
          <p:cNvPr id="8" name="TextBox 7"/>
          <p:cNvSpPr txBox="1"/>
          <p:nvPr/>
        </p:nvSpPr>
        <p:spPr bwMode="gray">
          <a:xfrm>
            <a:off x="438798" y="6384647"/>
            <a:ext cx="430567" cy="199109"/>
          </a:xfrm>
          <a:prstGeom prst="rect">
            <a:avLst/>
          </a:prstGeom>
        </p:spPr>
        <p:txBody>
          <a:bodyPr vert="horz" wrap="none" lIns="0" tIns="60944" rIns="121888" bIns="60944" rtlCol="0" anchor="ctr">
            <a:noAutofit/>
          </a:bodyPr>
          <a:lstStyle/>
          <a:p>
            <a:fld id="{6C5AF65D-6854-49AF-ABC5-48B5BA0EA842}" type="slidenum">
              <a:rPr lang="en-US" sz="933" smtClean="0">
                <a:solidFill>
                  <a:srgbClr val="B9B8BB"/>
                </a:solidFill>
                <a:cs typeface="HP Simplified"/>
              </a:rPr>
              <a:pPr/>
              <a:t>‹#›</a:t>
            </a:fld>
            <a:endParaRPr lang="en-US" sz="933" dirty="0" smtClean="0">
              <a:solidFill>
                <a:srgbClr val="B9B8BB"/>
              </a:solidFill>
              <a:cs typeface="HP Simplified"/>
            </a:endParaRPr>
          </a:p>
        </p:txBody>
      </p:sp>
      <p:pic>
        <p:nvPicPr>
          <p:cNvPr id="4" name="Picture 3" descr="HP_Blue_RGB_150_SM.png"/>
          <p:cNvPicPr>
            <a:picLocks noChangeAspect="1"/>
          </p:cNvPicPr>
          <p:nvPr/>
        </p:nvPicPr>
        <p:blipFill>
          <a:blip r:embed="rId15" cstate="screen">
            <a:extLst>
              <a:ext uri="{28A0092B-C50C-407E-A947-70E740481C1C}">
                <a14:useLocalDpi xmlns:a14="http://schemas.microsoft.com/office/drawing/2010/main"/>
              </a:ext>
            </a:extLst>
          </a:blip>
          <a:stretch>
            <a:fillRect/>
          </a:stretch>
        </p:blipFill>
        <p:spPr>
          <a:xfrm>
            <a:off x="11335607" y="6047232"/>
            <a:ext cx="487553" cy="487680"/>
          </a:xfrm>
          <a:prstGeom prst="rect">
            <a:avLst/>
          </a:prstGeom>
        </p:spPr>
      </p:pic>
    </p:spTree>
    <p:extLst>
      <p:ext uri="{BB962C8B-B14F-4D97-AF65-F5344CB8AC3E}">
        <p14:creationId xmlns:p14="http://schemas.microsoft.com/office/powerpoint/2010/main" val="504664852"/>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 id="2147483735" r:id="rId12"/>
    <p:sldLayoutId id="2147483736" r:id="rId13"/>
  </p:sldLayoutIdLst>
  <p:transition/>
  <p:timing>
    <p:tnLst>
      <p:par>
        <p:cTn id="1" dur="indefinite" restart="never" nodeType="tmRoot"/>
      </p:par>
    </p:tnLst>
  </p:timing>
  <p:hf hdr="0" ftr="0" dt="0"/>
  <p:txStyles>
    <p:titleStyle>
      <a:lvl1pPr algn="l" defTabSz="609448" rtl="0" eaLnBrk="1" latinLnBrk="0" hangingPunct="1">
        <a:lnSpc>
          <a:spcPct val="100000"/>
        </a:lnSpc>
        <a:spcBef>
          <a:spcPct val="0"/>
        </a:spcBef>
        <a:spcAft>
          <a:spcPts val="0"/>
        </a:spcAft>
        <a:buNone/>
        <a:defRPr lang="en-GB" sz="3732" b="1" i="0" kern="1200" dirty="0" smtClean="0">
          <a:solidFill>
            <a:srgbClr val="000000"/>
          </a:solidFill>
          <a:latin typeface="HP Simplified" pitchFamily="34" charset="0"/>
          <a:ea typeface="+mj-ea"/>
          <a:cs typeface="HP Simplified" pitchFamily="34" charset="0"/>
        </a:defRPr>
      </a:lvl1pPr>
    </p:titleStyle>
    <p:bodyStyle>
      <a:lvl1pPr marL="0" indent="0" algn="l" defTabSz="609448" rtl="0" eaLnBrk="1" latinLnBrk="0" hangingPunct="1">
        <a:lnSpc>
          <a:spcPct val="100000"/>
        </a:lnSpc>
        <a:spcBef>
          <a:spcPts val="0"/>
        </a:spcBef>
        <a:spcAft>
          <a:spcPts val="533"/>
        </a:spcAft>
        <a:buSzPct val="100000"/>
        <a:buFont typeface="Arial"/>
        <a:buNone/>
        <a:defRPr sz="2399" b="1" i="0" kern="1200">
          <a:solidFill>
            <a:schemeClr val="accent1"/>
          </a:solidFill>
          <a:latin typeface="HP Simplified" pitchFamily="34" charset="0"/>
          <a:ea typeface="+mn-ea"/>
          <a:cs typeface="HP Simplified" pitchFamily="34" charset="0"/>
        </a:defRPr>
      </a:lvl1pPr>
      <a:lvl2pPr marL="0" indent="0" algn="l" defTabSz="573474" rtl="0" eaLnBrk="1" latinLnBrk="0" hangingPunct="1">
        <a:lnSpc>
          <a:spcPct val="100000"/>
        </a:lnSpc>
        <a:spcBef>
          <a:spcPts val="0"/>
        </a:spcBef>
        <a:spcAft>
          <a:spcPts val="533"/>
        </a:spcAft>
        <a:buSzPct val="100000"/>
        <a:buFont typeface="Lucida Grande"/>
        <a:buNone/>
        <a:defRPr sz="2133" b="0" i="0" kern="1200">
          <a:solidFill>
            <a:srgbClr val="000000"/>
          </a:solidFill>
          <a:latin typeface="HP Simplified" pitchFamily="34" charset="0"/>
          <a:ea typeface="+mn-ea"/>
          <a:cs typeface="HP Simplified" pitchFamily="34" charset="0"/>
        </a:defRPr>
      </a:lvl2pPr>
      <a:lvl3pPr marL="226427" indent="-226427" algn="l" defTabSz="609448" rtl="0" eaLnBrk="1" latinLnBrk="0" hangingPunct="1">
        <a:lnSpc>
          <a:spcPct val="100000"/>
        </a:lnSpc>
        <a:spcBef>
          <a:spcPts val="0"/>
        </a:spcBef>
        <a:spcAft>
          <a:spcPts val="533"/>
        </a:spcAft>
        <a:buFont typeface="Arial"/>
        <a:buChar char="•"/>
        <a:defRPr sz="1866" b="0" i="0" kern="1200">
          <a:solidFill>
            <a:srgbClr val="000000"/>
          </a:solidFill>
          <a:latin typeface="HP Simplified" pitchFamily="34" charset="0"/>
          <a:ea typeface="+mn-ea"/>
          <a:cs typeface="HP Simplified" pitchFamily="34" charset="0"/>
        </a:defRPr>
      </a:lvl3pPr>
      <a:lvl4pPr marL="454970" indent="-241240" algn="l" defTabSz="609448" rtl="0" eaLnBrk="1" latinLnBrk="0" hangingPunct="1">
        <a:lnSpc>
          <a:spcPct val="100000"/>
        </a:lnSpc>
        <a:spcBef>
          <a:spcPts val="0"/>
        </a:spcBef>
        <a:spcAft>
          <a:spcPts val="533"/>
        </a:spcAft>
        <a:buSzPct val="80000"/>
        <a:buFont typeface="Lucida Grande"/>
        <a:buChar char="−"/>
        <a:defRPr lang="en-US" sz="1866" b="0" i="0" kern="1200" dirty="0" smtClean="0">
          <a:solidFill>
            <a:srgbClr val="000000"/>
          </a:solidFill>
          <a:latin typeface="HP Simplified" pitchFamily="34" charset="0"/>
          <a:ea typeface="+mn-ea"/>
          <a:cs typeface="HP Simplified" pitchFamily="34" charset="0"/>
        </a:defRPr>
      </a:lvl4pPr>
      <a:lvl5pPr marL="626377" indent="-201034" algn="l" defTabSz="609448" rtl="0" eaLnBrk="1" latinLnBrk="0" hangingPunct="1">
        <a:lnSpc>
          <a:spcPct val="100000"/>
        </a:lnSpc>
        <a:spcBef>
          <a:spcPts val="0"/>
        </a:spcBef>
        <a:spcAft>
          <a:spcPts val="533"/>
        </a:spcAft>
        <a:buFont typeface="Arial"/>
        <a:buChar char="•"/>
        <a:tabLst/>
        <a:defRPr sz="1866" b="0" i="0" kern="1200">
          <a:solidFill>
            <a:srgbClr val="000000"/>
          </a:solidFill>
          <a:latin typeface="HP Simplified" pitchFamily="34" charset="0"/>
          <a:ea typeface="+mn-ea"/>
          <a:cs typeface="HP Simplified" pitchFamily="34" charset="0"/>
        </a:defRPr>
      </a:lvl5pPr>
      <a:lvl6pPr marL="3047238" indent="0" algn="l" defTabSz="609448" rtl="0" eaLnBrk="1" latinLnBrk="0" hangingPunct="1">
        <a:lnSpc>
          <a:spcPts val="3333"/>
        </a:lnSpc>
        <a:spcBef>
          <a:spcPct val="20000"/>
        </a:spcBef>
        <a:buFont typeface="Arial"/>
        <a:buNone/>
        <a:defRPr sz="2399" kern="1200">
          <a:solidFill>
            <a:schemeClr val="tx1"/>
          </a:solidFill>
          <a:latin typeface="+mn-lt"/>
          <a:ea typeface="+mn-ea"/>
          <a:cs typeface="+mn-cs"/>
        </a:defRPr>
      </a:lvl6pPr>
      <a:lvl7pPr marL="3961409" indent="-304724" algn="l" defTabSz="609448" rtl="0" eaLnBrk="1" latinLnBrk="0" hangingPunct="1">
        <a:spcBef>
          <a:spcPct val="20000"/>
        </a:spcBef>
        <a:buFont typeface="Arial"/>
        <a:buChar char="•"/>
        <a:defRPr sz="2666" kern="1200">
          <a:solidFill>
            <a:schemeClr val="tx1"/>
          </a:solidFill>
          <a:latin typeface="+mn-lt"/>
          <a:ea typeface="+mn-ea"/>
          <a:cs typeface="+mn-cs"/>
        </a:defRPr>
      </a:lvl7pPr>
      <a:lvl8pPr marL="4570857" indent="-304724" algn="l" defTabSz="609448" rtl="0" eaLnBrk="1" latinLnBrk="0" hangingPunct="1">
        <a:spcBef>
          <a:spcPct val="20000"/>
        </a:spcBef>
        <a:buFont typeface="Arial"/>
        <a:buChar char="•"/>
        <a:defRPr sz="2666" kern="1200">
          <a:solidFill>
            <a:schemeClr val="tx1"/>
          </a:solidFill>
          <a:latin typeface="+mn-lt"/>
          <a:ea typeface="+mn-ea"/>
          <a:cs typeface="+mn-cs"/>
        </a:defRPr>
      </a:lvl8pPr>
      <a:lvl9pPr marL="5180305" indent="-304724" algn="l" defTabSz="609448" rtl="0" eaLnBrk="1" latinLnBrk="0" hangingPunct="1">
        <a:spcBef>
          <a:spcPct val="20000"/>
        </a:spcBef>
        <a:buFont typeface="Arial"/>
        <a:buChar char="•"/>
        <a:defRPr sz="2666" kern="1200">
          <a:solidFill>
            <a:schemeClr val="tx1"/>
          </a:solidFill>
          <a:latin typeface="+mn-lt"/>
          <a:ea typeface="+mn-ea"/>
          <a:cs typeface="+mn-cs"/>
        </a:defRPr>
      </a:lvl9pPr>
    </p:bodyStyle>
    <p:otherStyle>
      <a:defPPr>
        <a:defRPr lang="en-US"/>
      </a:defPPr>
      <a:lvl1pPr marL="0" algn="l" defTabSz="609448" rtl="0" eaLnBrk="1" latinLnBrk="0" hangingPunct="1">
        <a:defRPr sz="2399" kern="1200">
          <a:solidFill>
            <a:schemeClr val="tx1"/>
          </a:solidFill>
          <a:latin typeface="+mn-lt"/>
          <a:ea typeface="+mn-ea"/>
          <a:cs typeface="+mn-cs"/>
        </a:defRPr>
      </a:lvl1pPr>
      <a:lvl2pPr marL="609448" algn="l" defTabSz="609448" rtl="0" eaLnBrk="1" latinLnBrk="0" hangingPunct="1">
        <a:defRPr sz="2399" kern="1200">
          <a:solidFill>
            <a:schemeClr val="tx1"/>
          </a:solidFill>
          <a:latin typeface="+mn-lt"/>
          <a:ea typeface="+mn-ea"/>
          <a:cs typeface="+mn-cs"/>
        </a:defRPr>
      </a:lvl2pPr>
      <a:lvl3pPr marL="1218895" algn="l" defTabSz="609448" rtl="0" eaLnBrk="1" latinLnBrk="0" hangingPunct="1">
        <a:defRPr sz="2399" kern="1200">
          <a:solidFill>
            <a:schemeClr val="tx1"/>
          </a:solidFill>
          <a:latin typeface="+mn-lt"/>
          <a:ea typeface="+mn-ea"/>
          <a:cs typeface="+mn-cs"/>
        </a:defRPr>
      </a:lvl3pPr>
      <a:lvl4pPr marL="1828343" algn="l" defTabSz="609448" rtl="0" eaLnBrk="1" latinLnBrk="0" hangingPunct="1">
        <a:defRPr sz="2399" kern="1200">
          <a:solidFill>
            <a:schemeClr val="tx1"/>
          </a:solidFill>
          <a:latin typeface="+mn-lt"/>
          <a:ea typeface="+mn-ea"/>
          <a:cs typeface="+mn-cs"/>
        </a:defRPr>
      </a:lvl4pPr>
      <a:lvl5pPr marL="2437790" algn="l" defTabSz="609448" rtl="0" eaLnBrk="1" latinLnBrk="0" hangingPunct="1">
        <a:defRPr sz="2399" kern="1200">
          <a:solidFill>
            <a:schemeClr val="tx1"/>
          </a:solidFill>
          <a:latin typeface="+mn-lt"/>
          <a:ea typeface="+mn-ea"/>
          <a:cs typeface="+mn-cs"/>
        </a:defRPr>
      </a:lvl5pPr>
      <a:lvl6pPr marL="3047238" algn="l" defTabSz="609448" rtl="0" eaLnBrk="1" latinLnBrk="0" hangingPunct="1">
        <a:defRPr sz="2399" kern="1200">
          <a:solidFill>
            <a:schemeClr val="tx1"/>
          </a:solidFill>
          <a:latin typeface="+mn-lt"/>
          <a:ea typeface="+mn-ea"/>
          <a:cs typeface="+mn-cs"/>
        </a:defRPr>
      </a:lvl6pPr>
      <a:lvl7pPr marL="3656686" algn="l" defTabSz="609448" rtl="0" eaLnBrk="1" latinLnBrk="0" hangingPunct="1">
        <a:defRPr sz="2399" kern="1200">
          <a:solidFill>
            <a:schemeClr val="tx1"/>
          </a:solidFill>
          <a:latin typeface="+mn-lt"/>
          <a:ea typeface="+mn-ea"/>
          <a:cs typeface="+mn-cs"/>
        </a:defRPr>
      </a:lvl7pPr>
      <a:lvl8pPr marL="4266133" algn="l" defTabSz="609448" rtl="0" eaLnBrk="1" latinLnBrk="0" hangingPunct="1">
        <a:defRPr sz="2399" kern="1200">
          <a:solidFill>
            <a:schemeClr val="tx1"/>
          </a:solidFill>
          <a:latin typeface="+mn-lt"/>
          <a:ea typeface="+mn-ea"/>
          <a:cs typeface="+mn-cs"/>
        </a:defRPr>
      </a:lvl8pPr>
      <a:lvl9pPr marL="4875581" algn="l" defTabSz="609448" rtl="0" eaLnBrk="1" latinLnBrk="0" hangingPunct="1">
        <a:defRPr sz="2399"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438038" y="313419"/>
            <a:ext cx="10828161" cy="574516"/>
          </a:xfrm>
          <a:prstGeom prst="rect">
            <a:avLst/>
          </a:prstGeom>
          <a:ln>
            <a:noFill/>
          </a:ln>
        </p:spPr>
        <p:txBody>
          <a:bodyPr vert="horz" wrap="square" lIns="0" tIns="0" rIns="0" bIns="0" rtlCol="0" anchor="t" anchorCtr="0">
            <a:noAutofit/>
          </a:bodyPr>
          <a:lstStyle/>
          <a:p>
            <a:r>
              <a:rPr lang="en-US" noProof="0" dirty="0" smtClean="0"/>
              <a:t>Click to edit master title style</a:t>
            </a:r>
            <a:endParaRPr lang="en-US" noProof="0" dirty="0"/>
          </a:p>
        </p:txBody>
      </p:sp>
      <p:sp>
        <p:nvSpPr>
          <p:cNvPr id="7" name="Text Placeholder 6"/>
          <p:cNvSpPr>
            <a:spLocks noGrp="1"/>
          </p:cNvSpPr>
          <p:nvPr>
            <p:ph type="body" idx="1"/>
          </p:nvPr>
        </p:nvSpPr>
        <p:spPr bwMode="black">
          <a:xfrm>
            <a:off x="440152" y="1584960"/>
            <a:ext cx="10823677" cy="4293024"/>
          </a:xfrm>
          <a:prstGeom prst="rect">
            <a:avLst/>
          </a:prstGeom>
        </p:spPr>
        <p:txBody>
          <a:bodyPr vert="horz" wrap="square" lIns="0" tIns="0" rIns="0" bIns="0" rtlCol="0">
            <a:noAutofit/>
          </a:bodyPr>
          <a:lstStyle/>
          <a:p>
            <a:pPr lvl="0"/>
            <a:r>
              <a:rPr lang="en-US" noProof="0" dirty="0" smtClean="0"/>
              <a:t>Click to edit master text styles</a:t>
            </a:r>
          </a:p>
          <a:p>
            <a:pPr lvl="1"/>
            <a:r>
              <a:rPr lang="en-US" noProof="0" dirty="0" smtClean="0"/>
              <a:t>Second level</a:t>
            </a:r>
          </a:p>
          <a:p>
            <a:pPr lvl="2"/>
            <a:r>
              <a:rPr lang="en-US" noProof="0" dirty="0" smtClean="0"/>
              <a:t>Third level</a:t>
            </a:r>
          </a:p>
          <a:p>
            <a:pPr lvl="3"/>
            <a:r>
              <a:rPr lang="en-US" noProof="0" dirty="0" smtClean="0"/>
              <a:t>Fourth level</a:t>
            </a:r>
          </a:p>
          <a:p>
            <a:pPr lvl="4"/>
            <a:r>
              <a:rPr lang="en-US" noProof="0" dirty="0" smtClean="0"/>
              <a:t>Fifth level</a:t>
            </a:r>
            <a:endParaRPr lang="en-US" noProof="0" dirty="0"/>
          </a:p>
        </p:txBody>
      </p:sp>
      <p:sp>
        <p:nvSpPr>
          <p:cNvPr id="9" name="TextBox 8"/>
          <p:cNvSpPr txBox="1"/>
          <p:nvPr/>
        </p:nvSpPr>
        <p:spPr>
          <a:xfrm>
            <a:off x="592514" y="6345071"/>
            <a:ext cx="10680611" cy="304800"/>
          </a:xfrm>
          <a:prstGeom prst="rect">
            <a:avLst/>
          </a:prstGeom>
          <a:noFill/>
        </p:spPr>
        <p:txBody>
          <a:bodyPr wrap="square" rtlCol="0">
            <a:noAutofit/>
          </a:bodyPr>
          <a:lstStyle/>
          <a:p>
            <a:pPr defTabSz="609448">
              <a:defRPr/>
            </a:pPr>
            <a:r>
              <a:rPr lang="en-US" sz="933" dirty="0" smtClean="0">
                <a:solidFill>
                  <a:srgbClr val="B9B8BB"/>
                </a:solidFill>
                <a:cs typeface="HP Simplified"/>
              </a:rPr>
              <a:t>© Copyright 2014 Hewlett-Packard Development Company, L.P.  The information contained herein is subject to change without notice.</a:t>
            </a:r>
          </a:p>
        </p:txBody>
      </p:sp>
      <p:sp>
        <p:nvSpPr>
          <p:cNvPr id="8" name="TextBox 7"/>
          <p:cNvSpPr txBox="1"/>
          <p:nvPr/>
        </p:nvSpPr>
        <p:spPr bwMode="gray">
          <a:xfrm>
            <a:off x="438798" y="6384647"/>
            <a:ext cx="430567" cy="199109"/>
          </a:xfrm>
          <a:prstGeom prst="rect">
            <a:avLst/>
          </a:prstGeom>
        </p:spPr>
        <p:txBody>
          <a:bodyPr vert="horz" wrap="none" lIns="0" tIns="60944" rIns="121888" bIns="60944" rtlCol="0" anchor="ctr">
            <a:noAutofit/>
          </a:bodyPr>
          <a:lstStyle/>
          <a:p>
            <a:fld id="{6C5AF65D-6854-49AF-ABC5-48B5BA0EA842}" type="slidenum">
              <a:rPr lang="en-US" sz="933" smtClean="0">
                <a:solidFill>
                  <a:srgbClr val="B9B8BB"/>
                </a:solidFill>
                <a:cs typeface="HP Simplified"/>
              </a:rPr>
              <a:pPr/>
              <a:t>‹#›</a:t>
            </a:fld>
            <a:endParaRPr lang="en-US" sz="933" dirty="0" smtClean="0">
              <a:solidFill>
                <a:srgbClr val="B9B8BB"/>
              </a:solidFill>
              <a:cs typeface="HP Simplified"/>
            </a:endParaRPr>
          </a:p>
        </p:txBody>
      </p:sp>
      <p:pic>
        <p:nvPicPr>
          <p:cNvPr id="4" name="Picture 3" descr="HP_Blue_RGB_150_SM.png"/>
          <p:cNvPicPr>
            <a:picLocks noChangeAspect="1"/>
          </p:cNvPicPr>
          <p:nvPr/>
        </p:nvPicPr>
        <p:blipFill>
          <a:blip r:embed="rId17" cstate="screen">
            <a:extLst>
              <a:ext uri="{28A0092B-C50C-407E-A947-70E740481C1C}">
                <a14:useLocalDpi xmlns:a14="http://schemas.microsoft.com/office/drawing/2010/main"/>
              </a:ext>
            </a:extLst>
          </a:blip>
          <a:stretch>
            <a:fillRect/>
          </a:stretch>
        </p:blipFill>
        <p:spPr>
          <a:xfrm>
            <a:off x="11335607" y="6047232"/>
            <a:ext cx="487553" cy="487680"/>
          </a:xfrm>
          <a:prstGeom prst="rect">
            <a:avLst/>
          </a:prstGeom>
        </p:spPr>
      </p:pic>
    </p:spTree>
    <p:extLst>
      <p:ext uri="{BB962C8B-B14F-4D97-AF65-F5344CB8AC3E}">
        <p14:creationId xmlns:p14="http://schemas.microsoft.com/office/powerpoint/2010/main" val="1538272395"/>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 id="2147483750" r:id="rId13"/>
    <p:sldLayoutId id="2147483751" r:id="rId14"/>
    <p:sldLayoutId id="2147483752" r:id="rId15"/>
  </p:sldLayoutIdLst>
  <p:transition/>
  <p:timing>
    <p:tnLst>
      <p:par>
        <p:cTn id="1" dur="indefinite" restart="never" nodeType="tmRoot"/>
      </p:par>
    </p:tnLst>
  </p:timing>
  <p:hf hdr="0" ftr="0" dt="0"/>
  <p:txStyles>
    <p:titleStyle>
      <a:lvl1pPr algn="l" defTabSz="609448" rtl="0" eaLnBrk="1" latinLnBrk="0" hangingPunct="1">
        <a:lnSpc>
          <a:spcPct val="100000"/>
        </a:lnSpc>
        <a:spcBef>
          <a:spcPct val="0"/>
        </a:spcBef>
        <a:spcAft>
          <a:spcPts val="0"/>
        </a:spcAft>
        <a:buNone/>
        <a:defRPr lang="en-GB" sz="3732" b="1" i="0" kern="1200" dirty="0" smtClean="0">
          <a:solidFill>
            <a:srgbClr val="000000"/>
          </a:solidFill>
          <a:latin typeface="HP Simplified" pitchFamily="34" charset="0"/>
          <a:ea typeface="+mj-ea"/>
          <a:cs typeface="HP Simplified" pitchFamily="34" charset="0"/>
        </a:defRPr>
      </a:lvl1pPr>
    </p:titleStyle>
    <p:bodyStyle>
      <a:lvl1pPr marL="0" indent="0" algn="l" defTabSz="609448" rtl="0" eaLnBrk="1" latinLnBrk="0" hangingPunct="1">
        <a:lnSpc>
          <a:spcPct val="100000"/>
        </a:lnSpc>
        <a:spcBef>
          <a:spcPts val="0"/>
        </a:spcBef>
        <a:spcAft>
          <a:spcPts val="533"/>
        </a:spcAft>
        <a:buSzPct val="100000"/>
        <a:buFont typeface="Arial"/>
        <a:buNone/>
        <a:defRPr sz="2399" b="1" i="0" kern="1200">
          <a:solidFill>
            <a:schemeClr val="accent1"/>
          </a:solidFill>
          <a:latin typeface="HP Simplified" pitchFamily="34" charset="0"/>
          <a:ea typeface="+mn-ea"/>
          <a:cs typeface="HP Simplified" pitchFamily="34" charset="0"/>
        </a:defRPr>
      </a:lvl1pPr>
      <a:lvl2pPr marL="0" indent="0" algn="l" defTabSz="573474" rtl="0" eaLnBrk="1" latinLnBrk="0" hangingPunct="1">
        <a:lnSpc>
          <a:spcPct val="100000"/>
        </a:lnSpc>
        <a:spcBef>
          <a:spcPts val="0"/>
        </a:spcBef>
        <a:spcAft>
          <a:spcPts val="533"/>
        </a:spcAft>
        <a:buSzPct val="100000"/>
        <a:buFont typeface="Lucida Grande"/>
        <a:buNone/>
        <a:defRPr sz="2133" b="0" i="0" kern="1200">
          <a:solidFill>
            <a:srgbClr val="000000"/>
          </a:solidFill>
          <a:latin typeface="HP Simplified" pitchFamily="34" charset="0"/>
          <a:ea typeface="+mn-ea"/>
          <a:cs typeface="HP Simplified" pitchFamily="34" charset="0"/>
        </a:defRPr>
      </a:lvl2pPr>
      <a:lvl3pPr marL="226427" indent="-226427" algn="l" defTabSz="609448" rtl="0" eaLnBrk="1" latinLnBrk="0" hangingPunct="1">
        <a:lnSpc>
          <a:spcPct val="100000"/>
        </a:lnSpc>
        <a:spcBef>
          <a:spcPts val="0"/>
        </a:spcBef>
        <a:spcAft>
          <a:spcPts val="533"/>
        </a:spcAft>
        <a:buFont typeface="Arial"/>
        <a:buChar char="•"/>
        <a:defRPr sz="1866" b="0" i="0" kern="1200">
          <a:solidFill>
            <a:srgbClr val="000000"/>
          </a:solidFill>
          <a:latin typeface="HP Simplified" pitchFamily="34" charset="0"/>
          <a:ea typeface="+mn-ea"/>
          <a:cs typeface="HP Simplified" pitchFamily="34" charset="0"/>
        </a:defRPr>
      </a:lvl3pPr>
      <a:lvl4pPr marL="454970" indent="-241240" algn="l" defTabSz="609448" rtl="0" eaLnBrk="1" latinLnBrk="0" hangingPunct="1">
        <a:lnSpc>
          <a:spcPct val="100000"/>
        </a:lnSpc>
        <a:spcBef>
          <a:spcPts val="0"/>
        </a:spcBef>
        <a:spcAft>
          <a:spcPts val="533"/>
        </a:spcAft>
        <a:buSzPct val="80000"/>
        <a:buFont typeface="Lucida Grande"/>
        <a:buChar char="−"/>
        <a:defRPr lang="en-US" sz="1866" b="0" i="0" kern="1200" dirty="0" smtClean="0">
          <a:solidFill>
            <a:srgbClr val="000000"/>
          </a:solidFill>
          <a:latin typeface="HP Simplified" pitchFamily="34" charset="0"/>
          <a:ea typeface="+mn-ea"/>
          <a:cs typeface="HP Simplified" pitchFamily="34" charset="0"/>
        </a:defRPr>
      </a:lvl4pPr>
      <a:lvl5pPr marL="626377" indent="-201034" algn="l" defTabSz="609448" rtl="0" eaLnBrk="1" latinLnBrk="0" hangingPunct="1">
        <a:lnSpc>
          <a:spcPct val="100000"/>
        </a:lnSpc>
        <a:spcBef>
          <a:spcPts val="0"/>
        </a:spcBef>
        <a:spcAft>
          <a:spcPts val="533"/>
        </a:spcAft>
        <a:buFont typeface="Arial"/>
        <a:buChar char="•"/>
        <a:tabLst/>
        <a:defRPr sz="1866" b="0" i="0" kern="1200">
          <a:solidFill>
            <a:srgbClr val="000000"/>
          </a:solidFill>
          <a:latin typeface="HP Simplified" pitchFamily="34" charset="0"/>
          <a:ea typeface="+mn-ea"/>
          <a:cs typeface="HP Simplified" pitchFamily="34" charset="0"/>
        </a:defRPr>
      </a:lvl5pPr>
      <a:lvl6pPr marL="3047238" indent="0" algn="l" defTabSz="609448" rtl="0" eaLnBrk="1" latinLnBrk="0" hangingPunct="1">
        <a:lnSpc>
          <a:spcPts val="3333"/>
        </a:lnSpc>
        <a:spcBef>
          <a:spcPct val="20000"/>
        </a:spcBef>
        <a:buFont typeface="Arial"/>
        <a:buNone/>
        <a:defRPr sz="2399" kern="1200">
          <a:solidFill>
            <a:schemeClr val="tx1"/>
          </a:solidFill>
          <a:latin typeface="+mn-lt"/>
          <a:ea typeface="+mn-ea"/>
          <a:cs typeface="+mn-cs"/>
        </a:defRPr>
      </a:lvl6pPr>
      <a:lvl7pPr marL="3961409" indent="-304724" algn="l" defTabSz="609448" rtl="0" eaLnBrk="1" latinLnBrk="0" hangingPunct="1">
        <a:spcBef>
          <a:spcPct val="20000"/>
        </a:spcBef>
        <a:buFont typeface="Arial"/>
        <a:buChar char="•"/>
        <a:defRPr sz="2666" kern="1200">
          <a:solidFill>
            <a:schemeClr val="tx1"/>
          </a:solidFill>
          <a:latin typeface="+mn-lt"/>
          <a:ea typeface="+mn-ea"/>
          <a:cs typeface="+mn-cs"/>
        </a:defRPr>
      </a:lvl7pPr>
      <a:lvl8pPr marL="4570857" indent="-304724" algn="l" defTabSz="609448" rtl="0" eaLnBrk="1" latinLnBrk="0" hangingPunct="1">
        <a:spcBef>
          <a:spcPct val="20000"/>
        </a:spcBef>
        <a:buFont typeface="Arial"/>
        <a:buChar char="•"/>
        <a:defRPr sz="2666" kern="1200">
          <a:solidFill>
            <a:schemeClr val="tx1"/>
          </a:solidFill>
          <a:latin typeface="+mn-lt"/>
          <a:ea typeface="+mn-ea"/>
          <a:cs typeface="+mn-cs"/>
        </a:defRPr>
      </a:lvl8pPr>
      <a:lvl9pPr marL="5180305" indent="-304724" algn="l" defTabSz="609448" rtl="0" eaLnBrk="1" latinLnBrk="0" hangingPunct="1">
        <a:spcBef>
          <a:spcPct val="20000"/>
        </a:spcBef>
        <a:buFont typeface="Arial"/>
        <a:buChar char="•"/>
        <a:defRPr sz="2666" kern="1200">
          <a:solidFill>
            <a:schemeClr val="tx1"/>
          </a:solidFill>
          <a:latin typeface="+mn-lt"/>
          <a:ea typeface="+mn-ea"/>
          <a:cs typeface="+mn-cs"/>
        </a:defRPr>
      </a:lvl9pPr>
    </p:bodyStyle>
    <p:otherStyle>
      <a:defPPr>
        <a:defRPr lang="en-US"/>
      </a:defPPr>
      <a:lvl1pPr marL="0" algn="l" defTabSz="609448" rtl="0" eaLnBrk="1" latinLnBrk="0" hangingPunct="1">
        <a:defRPr sz="2399" kern="1200">
          <a:solidFill>
            <a:schemeClr val="tx1"/>
          </a:solidFill>
          <a:latin typeface="+mn-lt"/>
          <a:ea typeface="+mn-ea"/>
          <a:cs typeface="+mn-cs"/>
        </a:defRPr>
      </a:lvl1pPr>
      <a:lvl2pPr marL="609448" algn="l" defTabSz="609448" rtl="0" eaLnBrk="1" latinLnBrk="0" hangingPunct="1">
        <a:defRPr sz="2399" kern="1200">
          <a:solidFill>
            <a:schemeClr val="tx1"/>
          </a:solidFill>
          <a:latin typeface="+mn-lt"/>
          <a:ea typeface="+mn-ea"/>
          <a:cs typeface="+mn-cs"/>
        </a:defRPr>
      </a:lvl2pPr>
      <a:lvl3pPr marL="1218895" algn="l" defTabSz="609448" rtl="0" eaLnBrk="1" latinLnBrk="0" hangingPunct="1">
        <a:defRPr sz="2399" kern="1200">
          <a:solidFill>
            <a:schemeClr val="tx1"/>
          </a:solidFill>
          <a:latin typeface="+mn-lt"/>
          <a:ea typeface="+mn-ea"/>
          <a:cs typeface="+mn-cs"/>
        </a:defRPr>
      </a:lvl3pPr>
      <a:lvl4pPr marL="1828343" algn="l" defTabSz="609448" rtl="0" eaLnBrk="1" latinLnBrk="0" hangingPunct="1">
        <a:defRPr sz="2399" kern="1200">
          <a:solidFill>
            <a:schemeClr val="tx1"/>
          </a:solidFill>
          <a:latin typeface="+mn-lt"/>
          <a:ea typeface="+mn-ea"/>
          <a:cs typeface="+mn-cs"/>
        </a:defRPr>
      </a:lvl4pPr>
      <a:lvl5pPr marL="2437790" algn="l" defTabSz="609448" rtl="0" eaLnBrk="1" latinLnBrk="0" hangingPunct="1">
        <a:defRPr sz="2399" kern="1200">
          <a:solidFill>
            <a:schemeClr val="tx1"/>
          </a:solidFill>
          <a:latin typeface="+mn-lt"/>
          <a:ea typeface="+mn-ea"/>
          <a:cs typeface="+mn-cs"/>
        </a:defRPr>
      </a:lvl5pPr>
      <a:lvl6pPr marL="3047238" algn="l" defTabSz="609448" rtl="0" eaLnBrk="1" latinLnBrk="0" hangingPunct="1">
        <a:defRPr sz="2399" kern="1200">
          <a:solidFill>
            <a:schemeClr val="tx1"/>
          </a:solidFill>
          <a:latin typeface="+mn-lt"/>
          <a:ea typeface="+mn-ea"/>
          <a:cs typeface="+mn-cs"/>
        </a:defRPr>
      </a:lvl6pPr>
      <a:lvl7pPr marL="3656686" algn="l" defTabSz="609448" rtl="0" eaLnBrk="1" latinLnBrk="0" hangingPunct="1">
        <a:defRPr sz="2399" kern="1200">
          <a:solidFill>
            <a:schemeClr val="tx1"/>
          </a:solidFill>
          <a:latin typeface="+mn-lt"/>
          <a:ea typeface="+mn-ea"/>
          <a:cs typeface="+mn-cs"/>
        </a:defRPr>
      </a:lvl7pPr>
      <a:lvl8pPr marL="4266133" algn="l" defTabSz="609448" rtl="0" eaLnBrk="1" latinLnBrk="0" hangingPunct="1">
        <a:defRPr sz="2399" kern="1200">
          <a:solidFill>
            <a:schemeClr val="tx1"/>
          </a:solidFill>
          <a:latin typeface="+mn-lt"/>
          <a:ea typeface="+mn-ea"/>
          <a:cs typeface="+mn-cs"/>
        </a:defRPr>
      </a:lvl8pPr>
      <a:lvl9pPr marL="4875581" algn="l" defTabSz="609448" rtl="0" eaLnBrk="1" latinLnBrk="0" hangingPunct="1">
        <a:defRPr sz="2399"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304800"/>
            <a:ext cx="10969943" cy="762000"/>
          </a:xfrm>
          <a:prstGeom prst="rect">
            <a:avLst/>
          </a:prstGeom>
        </p:spPr>
        <p:txBody>
          <a:bodyPr vert="horz" lIns="0" tIns="0" rIns="0" bIns="0" rtlCol="0" anchor="b" anchorCtr="0">
            <a:noAutofit/>
          </a:bodyPr>
          <a:lstStyle/>
          <a:p>
            <a:r>
              <a:rPr lang="en-US" smtClean="0"/>
              <a:t>Click to edit Master title style</a:t>
            </a:r>
            <a:endParaRPr lang="en-US" dirty="0"/>
          </a:p>
        </p:txBody>
      </p:sp>
      <p:sp>
        <p:nvSpPr>
          <p:cNvPr id="3" name="Text Placeholder 2"/>
          <p:cNvSpPr>
            <a:spLocks noGrp="1"/>
          </p:cNvSpPr>
          <p:nvPr>
            <p:ph type="body" idx="1"/>
          </p:nvPr>
        </p:nvSpPr>
        <p:spPr>
          <a:xfrm>
            <a:off x="609441" y="1295401"/>
            <a:ext cx="10969943" cy="4800600"/>
          </a:xfrm>
          <a:prstGeom prst="rect">
            <a:avLst/>
          </a:prstGeom>
        </p:spPr>
        <p:txBody>
          <a:bodyPr vert="horz" lIns="0" tIns="0" rIns="0" bIns="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5281825" y="6478524"/>
            <a:ext cx="812588" cy="219456"/>
          </a:xfrm>
          <a:prstGeom prst="rect">
            <a:avLst/>
          </a:prstGeom>
        </p:spPr>
        <p:txBody>
          <a:bodyPr vert="horz" wrap="none" lIns="0" tIns="0" rIns="0" bIns="0" rtlCol="0" anchor="b" anchorCtr="0"/>
          <a:lstStyle>
            <a:lvl1pPr algn="l">
              <a:defRPr sz="700">
                <a:solidFill>
                  <a:schemeClr val="bg2">
                    <a:lumMod val="75000"/>
                  </a:schemeClr>
                </a:solidFill>
              </a:defRPr>
            </a:lvl1pPr>
          </a:lstStyle>
          <a:p>
            <a:fld id="{0AD7C687-0468-4AB6-A87F-D73E9915F95F}" type="datetime1">
              <a:rPr lang="en-US" smtClean="0">
                <a:solidFill>
                  <a:srgbClr val="E5E8E8">
                    <a:lumMod val="75000"/>
                  </a:srgbClr>
                </a:solidFill>
              </a:rPr>
              <a:pPr/>
              <a:t>6/11/2015</a:t>
            </a:fld>
            <a:endParaRPr lang="en-US">
              <a:solidFill>
                <a:srgbClr val="E5E8E8">
                  <a:lumMod val="75000"/>
                </a:srgbClr>
              </a:solidFill>
            </a:endParaRPr>
          </a:p>
        </p:txBody>
      </p:sp>
      <p:sp>
        <p:nvSpPr>
          <p:cNvPr id="5" name="Footer Placeholder 4"/>
          <p:cNvSpPr>
            <a:spLocks noGrp="1"/>
          </p:cNvSpPr>
          <p:nvPr>
            <p:ph type="ftr" sz="quarter" idx="3"/>
          </p:nvPr>
        </p:nvSpPr>
        <p:spPr>
          <a:xfrm>
            <a:off x="609440" y="6478524"/>
            <a:ext cx="4572000" cy="219456"/>
          </a:xfrm>
          <a:prstGeom prst="rect">
            <a:avLst/>
          </a:prstGeom>
        </p:spPr>
        <p:txBody>
          <a:bodyPr vert="horz" wrap="none" lIns="0" tIns="0" rIns="0" bIns="0" rtlCol="0" anchor="b" anchorCtr="0"/>
          <a:lstStyle>
            <a:lvl1pPr algn="l">
              <a:defRPr sz="700">
                <a:solidFill>
                  <a:schemeClr val="bg2">
                    <a:lumMod val="75000"/>
                  </a:schemeClr>
                </a:solidFill>
              </a:defRPr>
            </a:lvl1pPr>
          </a:lstStyle>
          <a:p>
            <a:endParaRPr lang="en-US" dirty="0">
              <a:solidFill>
                <a:srgbClr val="E5E8E8">
                  <a:lumMod val="75000"/>
                </a:srgbClr>
              </a:solidFill>
            </a:endParaRPr>
          </a:p>
        </p:txBody>
      </p:sp>
      <p:sp>
        <p:nvSpPr>
          <p:cNvPr id="6" name="Slide Number Placeholder 5"/>
          <p:cNvSpPr>
            <a:spLocks noGrp="1"/>
          </p:cNvSpPr>
          <p:nvPr>
            <p:ph type="sldNum" sz="quarter" idx="4"/>
          </p:nvPr>
        </p:nvSpPr>
        <p:spPr>
          <a:xfrm>
            <a:off x="211611" y="6478524"/>
            <a:ext cx="304721" cy="219456"/>
          </a:xfrm>
          <a:prstGeom prst="rect">
            <a:avLst/>
          </a:prstGeom>
        </p:spPr>
        <p:txBody>
          <a:bodyPr vert="horz" wrap="none" lIns="0" tIns="0" rIns="0" bIns="0" rtlCol="0" anchor="b" anchorCtr="0"/>
          <a:lstStyle>
            <a:lvl1pPr algn="r">
              <a:defRPr sz="700">
                <a:solidFill>
                  <a:schemeClr val="bg2">
                    <a:lumMod val="75000"/>
                  </a:schemeClr>
                </a:solidFill>
              </a:defRPr>
            </a:lvl1pPr>
          </a:lstStyle>
          <a:p>
            <a:fld id="{00DE720E-C72B-42F0-AD69-52D60E3C605E}" type="slidenum">
              <a:rPr lang="en-US" smtClean="0">
                <a:solidFill>
                  <a:srgbClr val="E5E8E8">
                    <a:lumMod val="75000"/>
                  </a:srgbClr>
                </a:solidFill>
              </a:rPr>
              <a:pPr/>
              <a:t>‹#›</a:t>
            </a:fld>
            <a:endParaRPr lang="en-US">
              <a:solidFill>
                <a:srgbClr val="E5E8E8">
                  <a:lumMod val="75000"/>
                </a:srgbClr>
              </a:solidFill>
            </a:endParaRPr>
          </a:p>
        </p:txBody>
      </p:sp>
      <p:sp>
        <p:nvSpPr>
          <p:cNvPr id="11" name="logo"/>
          <p:cNvSpPr>
            <a:spLocks noChangeAspect="1" noEditPoints="1"/>
          </p:cNvSpPr>
          <p:nvPr userDrawn="1"/>
        </p:nvSpPr>
        <p:spPr bwMode="black">
          <a:xfrm>
            <a:off x="11586740" y="6321203"/>
            <a:ext cx="356616" cy="356616"/>
          </a:xfrm>
          <a:custGeom>
            <a:avLst/>
            <a:gdLst>
              <a:gd name="T0" fmla="*/ 864 w 1728"/>
              <a:gd name="T1" fmla="*/ 1728 h 1728"/>
              <a:gd name="T2" fmla="*/ 838 w 1728"/>
              <a:gd name="T3" fmla="*/ 1728 h 1728"/>
              <a:gd name="T4" fmla="*/ 1015 w 1728"/>
              <a:gd name="T5" fmla="*/ 1243 h 1728"/>
              <a:gd name="T6" fmla="*/ 1258 w 1728"/>
              <a:gd name="T7" fmla="*/ 1243 h 1728"/>
              <a:gd name="T8" fmla="*/ 1362 w 1728"/>
              <a:gd name="T9" fmla="*/ 1170 h 1728"/>
              <a:gd name="T10" fmla="*/ 1554 w 1728"/>
              <a:gd name="T11" fmla="*/ 643 h 1728"/>
              <a:gd name="T12" fmla="*/ 1444 w 1728"/>
              <a:gd name="T13" fmla="*/ 487 h 1728"/>
              <a:gd name="T14" fmla="*/ 1107 w 1728"/>
              <a:gd name="T15" fmla="*/ 487 h 1728"/>
              <a:gd name="T16" fmla="*/ 824 w 1728"/>
              <a:gd name="T17" fmla="*/ 1264 h 1728"/>
              <a:gd name="T18" fmla="*/ 824 w 1728"/>
              <a:gd name="T19" fmla="*/ 1264 h 1728"/>
              <a:gd name="T20" fmla="*/ 664 w 1728"/>
              <a:gd name="T21" fmla="*/ 1705 h 1728"/>
              <a:gd name="T22" fmla="*/ 0 w 1728"/>
              <a:gd name="T23" fmla="*/ 864 h 1728"/>
              <a:gd name="T24" fmla="*/ 631 w 1728"/>
              <a:gd name="T25" fmla="*/ 32 h 1728"/>
              <a:gd name="T26" fmla="*/ 465 w 1728"/>
              <a:gd name="T27" fmla="*/ 487 h 1728"/>
              <a:gd name="T28" fmla="*/ 465 w 1728"/>
              <a:gd name="T29" fmla="*/ 487 h 1728"/>
              <a:gd name="T30" fmla="*/ 190 w 1728"/>
              <a:gd name="T31" fmla="*/ 1243 h 1728"/>
              <a:gd name="T32" fmla="*/ 373 w 1728"/>
              <a:gd name="T33" fmla="*/ 1243 h 1728"/>
              <a:gd name="T34" fmla="*/ 607 w 1728"/>
              <a:gd name="T35" fmla="*/ 600 h 1728"/>
              <a:gd name="T36" fmla="*/ 745 w 1728"/>
              <a:gd name="T37" fmla="*/ 600 h 1728"/>
              <a:gd name="T38" fmla="*/ 511 w 1728"/>
              <a:gd name="T39" fmla="*/ 1243 h 1728"/>
              <a:gd name="T40" fmla="*/ 694 w 1728"/>
              <a:gd name="T41" fmla="*/ 1243 h 1728"/>
              <a:gd name="T42" fmla="*/ 912 w 1728"/>
              <a:gd name="T43" fmla="*/ 643 h 1728"/>
              <a:gd name="T44" fmla="*/ 802 w 1728"/>
              <a:gd name="T45" fmla="*/ 487 h 1728"/>
              <a:gd name="T46" fmla="*/ 649 w 1728"/>
              <a:gd name="T47" fmla="*/ 487 h 1728"/>
              <a:gd name="T48" fmla="*/ 825 w 1728"/>
              <a:gd name="T49" fmla="*/ 1 h 1728"/>
              <a:gd name="T50" fmla="*/ 864 w 1728"/>
              <a:gd name="T51" fmla="*/ 0 h 1728"/>
              <a:gd name="T52" fmla="*/ 1728 w 1728"/>
              <a:gd name="T53" fmla="*/ 864 h 1728"/>
              <a:gd name="T54" fmla="*/ 864 w 1728"/>
              <a:gd name="T55" fmla="*/ 1728 h 1728"/>
              <a:gd name="T56" fmla="*/ 1387 w 1728"/>
              <a:gd name="T57" fmla="*/ 600 h 1728"/>
              <a:gd name="T58" fmla="*/ 1249 w 1728"/>
              <a:gd name="T59" fmla="*/ 600 h 1728"/>
              <a:gd name="T60" fmla="*/ 1057 w 1728"/>
              <a:gd name="T61" fmla="*/ 1129 h 1728"/>
              <a:gd name="T62" fmla="*/ 1194 w 1728"/>
              <a:gd name="T63" fmla="*/ 1129 h 1728"/>
              <a:gd name="T64" fmla="*/ 1387 w 1728"/>
              <a:gd name="T65" fmla="*/ 600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28" h="1728">
                <a:moveTo>
                  <a:pt x="864" y="1728"/>
                </a:moveTo>
                <a:cubicBezTo>
                  <a:pt x="856" y="1728"/>
                  <a:pt x="847" y="1728"/>
                  <a:pt x="838" y="1728"/>
                </a:cubicBezTo>
                <a:cubicBezTo>
                  <a:pt x="1015" y="1243"/>
                  <a:pt x="1015" y="1243"/>
                  <a:pt x="1015" y="1243"/>
                </a:cubicBezTo>
                <a:cubicBezTo>
                  <a:pt x="1258" y="1243"/>
                  <a:pt x="1258" y="1243"/>
                  <a:pt x="1258" y="1243"/>
                </a:cubicBezTo>
                <a:cubicBezTo>
                  <a:pt x="1301" y="1243"/>
                  <a:pt x="1347" y="1210"/>
                  <a:pt x="1362" y="1170"/>
                </a:cubicBezTo>
                <a:cubicBezTo>
                  <a:pt x="1554" y="643"/>
                  <a:pt x="1554" y="643"/>
                  <a:pt x="1554" y="643"/>
                </a:cubicBezTo>
                <a:cubicBezTo>
                  <a:pt x="1585" y="557"/>
                  <a:pt x="1536" y="487"/>
                  <a:pt x="1444" y="487"/>
                </a:cubicBezTo>
                <a:cubicBezTo>
                  <a:pt x="1107" y="487"/>
                  <a:pt x="1107" y="487"/>
                  <a:pt x="1107" y="487"/>
                </a:cubicBezTo>
                <a:cubicBezTo>
                  <a:pt x="824" y="1264"/>
                  <a:pt x="824" y="1264"/>
                  <a:pt x="824" y="1264"/>
                </a:cubicBezTo>
                <a:cubicBezTo>
                  <a:pt x="824" y="1264"/>
                  <a:pt x="824" y="1264"/>
                  <a:pt x="824" y="1264"/>
                </a:cubicBezTo>
                <a:cubicBezTo>
                  <a:pt x="664" y="1705"/>
                  <a:pt x="664" y="1705"/>
                  <a:pt x="664" y="1705"/>
                </a:cubicBezTo>
                <a:cubicBezTo>
                  <a:pt x="283" y="1614"/>
                  <a:pt x="0" y="1272"/>
                  <a:pt x="0" y="864"/>
                </a:cubicBezTo>
                <a:cubicBezTo>
                  <a:pt x="0" y="468"/>
                  <a:pt x="267" y="134"/>
                  <a:pt x="631" y="32"/>
                </a:cubicBezTo>
                <a:cubicBezTo>
                  <a:pt x="465" y="487"/>
                  <a:pt x="465" y="487"/>
                  <a:pt x="465" y="487"/>
                </a:cubicBezTo>
                <a:cubicBezTo>
                  <a:pt x="465" y="487"/>
                  <a:pt x="465" y="487"/>
                  <a:pt x="465" y="487"/>
                </a:cubicBezTo>
                <a:cubicBezTo>
                  <a:pt x="190" y="1243"/>
                  <a:pt x="190" y="1243"/>
                  <a:pt x="190" y="1243"/>
                </a:cubicBezTo>
                <a:cubicBezTo>
                  <a:pt x="373" y="1243"/>
                  <a:pt x="373" y="1243"/>
                  <a:pt x="373" y="1243"/>
                </a:cubicBezTo>
                <a:cubicBezTo>
                  <a:pt x="607" y="600"/>
                  <a:pt x="607" y="600"/>
                  <a:pt x="607" y="600"/>
                </a:cubicBezTo>
                <a:cubicBezTo>
                  <a:pt x="745" y="600"/>
                  <a:pt x="745" y="600"/>
                  <a:pt x="745" y="600"/>
                </a:cubicBezTo>
                <a:cubicBezTo>
                  <a:pt x="511" y="1243"/>
                  <a:pt x="511" y="1243"/>
                  <a:pt x="511" y="1243"/>
                </a:cubicBezTo>
                <a:cubicBezTo>
                  <a:pt x="694" y="1243"/>
                  <a:pt x="694" y="1243"/>
                  <a:pt x="694" y="1243"/>
                </a:cubicBezTo>
                <a:cubicBezTo>
                  <a:pt x="912" y="643"/>
                  <a:pt x="912" y="643"/>
                  <a:pt x="912" y="643"/>
                </a:cubicBezTo>
                <a:cubicBezTo>
                  <a:pt x="943" y="557"/>
                  <a:pt x="894" y="487"/>
                  <a:pt x="802" y="487"/>
                </a:cubicBezTo>
                <a:cubicBezTo>
                  <a:pt x="649" y="487"/>
                  <a:pt x="649" y="487"/>
                  <a:pt x="649" y="487"/>
                </a:cubicBezTo>
                <a:cubicBezTo>
                  <a:pt x="825" y="1"/>
                  <a:pt x="825" y="1"/>
                  <a:pt x="825" y="1"/>
                </a:cubicBezTo>
                <a:cubicBezTo>
                  <a:pt x="838" y="1"/>
                  <a:pt x="851" y="0"/>
                  <a:pt x="864" y="0"/>
                </a:cubicBezTo>
                <a:cubicBezTo>
                  <a:pt x="1341" y="0"/>
                  <a:pt x="1728" y="387"/>
                  <a:pt x="1728" y="864"/>
                </a:cubicBezTo>
                <a:cubicBezTo>
                  <a:pt x="1728" y="1341"/>
                  <a:pt x="1341" y="1728"/>
                  <a:pt x="864" y="1728"/>
                </a:cubicBezTo>
                <a:close/>
                <a:moveTo>
                  <a:pt x="1387" y="600"/>
                </a:moveTo>
                <a:cubicBezTo>
                  <a:pt x="1249" y="600"/>
                  <a:pt x="1249" y="600"/>
                  <a:pt x="1249" y="600"/>
                </a:cubicBezTo>
                <a:cubicBezTo>
                  <a:pt x="1057" y="1129"/>
                  <a:pt x="1057" y="1129"/>
                  <a:pt x="1057" y="1129"/>
                </a:cubicBezTo>
                <a:cubicBezTo>
                  <a:pt x="1194" y="1129"/>
                  <a:pt x="1194" y="1129"/>
                  <a:pt x="1194" y="1129"/>
                </a:cubicBezTo>
                <a:lnTo>
                  <a:pt x="1387" y="60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Tree>
    <p:extLst>
      <p:ext uri="{BB962C8B-B14F-4D97-AF65-F5344CB8AC3E}">
        <p14:creationId xmlns:p14="http://schemas.microsoft.com/office/powerpoint/2010/main" val="1965414290"/>
      </p:ext>
    </p:extLst>
  </p:cSld>
  <p:clrMap bg1="lt1" tx1="dk1" bg2="lt2" tx2="dk2" accent1="accent1" accent2="accent2" accent3="accent3" accent4="accent4" accent5="accent5" accent6="accent6" hlink="hlink" folHlink="folHlink"/>
  <p:sldLayoutIdLst>
    <p:sldLayoutId id="2147483754" r:id="rId1"/>
    <p:sldLayoutId id="2147483755" r:id="rId2"/>
    <p:sldLayoutId id="2147483756" r:id="rId3"/>
    <p:sldLayoutId id="2147483757" r:id="rId4"/>
    <p:sldLayoutId id="2147483758" r:id="rId5"/>
    <p:sldLayoutId id="2147483759" r:id="rId6"/>
    <p:sldLayoutId id="2147483760" r:id="rId7"/>
    <p:sldLayoutId id="2147483761" r:id="rId8"/>
    <p:sldLayoutId id="2147483762" r:id="rId9"/>
    <p:sldLayoutId id="2147483763" r:id="rId10"/>
    <p:sldLayoutId id="2147483764" r:id="rId11"/>
    <p:sldLayoutId id="2147483765" r:id="rId12"/>
    <p:sldLayoutId id="2147483766" r:id="rId13"/>
    <p:sldLayoutId id="2147483767" r:id="rId14"/>
    <p:sldLayoutId id="2147483768" r:id="rId15"/>
    <p:sldLayoutId id="2147483769" r:id="rId16"/>
    <p:sldLayoutId id="2147483770" r:id="rId17"/>
    <p:sldLayoutId id="2147483771" r:id="rId18"/>
    <p:sldLayoutId id="2147483772" r:id="rId19"/>
    <p:sldLayoutId id="2147483773" r:id="rId20"/>
    <p:sldLayoutId id="2147483774" r:id="rId21"/>
    <p:sldLayoutId id="2147483775" r:id="rId22"/>
    <p:sldLayoutId id="2147483776" r:id="rId23"/>
    <p:sldLayoutId id="2147483777" r:id="rId24"/>
    <p:sldLayoutId id="2147483778" r:id="rId25"/>
    <p:sldLayoutId id="2147483779" r:id="rId26"/>
    <p:sldLayoutId id="2147483780" r:id="rId27"/>
    <p:sldLayoutId id="2147483781" r:id="rId28"/>
    <p:sldLayoutId id="2147483782" r:id="rId29"/>
    <p:sldLayoutId id="2147483783" r:id="rId30"/>
    <p:sldLayoutId id="2147483784" r:id="rId31"/>
    <p:sldLayoutId id="2147483785" r:id="rId32"/>
    <p:sldLayoutId id="2147483786" r:id="rId33"/>
    <p:sldLayoutId id="2147483787" r:id="rId34"/>
    <p:sldLayoutId id="2147483788" r:id="rId35"/>
    <p:sldLayoutId id="2147483789" r:id="rId36"/>
    <p:sldLayoutId id="2147483790" r:id="rId37"/>
    <p:sldLayoutId id="2147483791" r:id="rId38"/>
    <p:sldLayoutId id="2147483792" r:id="rId39"/>
    <p:sldLayoutId id="2147483859" r:id="rId4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tx1"/>
        </a:buClr>
        <a:buFont typeface="HP Simplified" panose="020B0604020204020204" pitchFamily="34" charset="0"/>
        <a:buChar char="•"/>
        <a:defRPr sz="1800" kern="1200">
          <a:solidFill>
            <a:schemeClr val="tx1"/>
          </a:solidFill>
          <a:latin typeface="+mn-lt"/>
          <a:ea typeface="+mn-ea"/>
          <a:cs typeface="+mn-cs"/>
        </a:defRPr>
      </a:lvl1pPr>
      <a:lvl2pPr marL="411480" indent="-182880" algn="l" defTabSz="914400" rtl="0" eaLnBrk="1" latinLnBrk="0" hangingPunct="1">
        <a:lnSpc>
          <a:spcPct val="90000"/>
        </a:lnSpc>
        <a:spcBef>
          <a:spcPts val="800"/>
        </a:spcBef>
        <a:buClr>
          <a:schemeClr val="tx1"/>
        </a:buClr>
        <a:buSzPct val="80000"/>
        <a:buFont typeface="HP Simplified" panose="020B0604020204020204" pitchFamily="34" charset="0"/>
        <a:buChar char="–"/>
        <a:defRPr sz="1600" kern="1200">
          <a:solidFill>
            <a:schemeClr val="tx1"/>
          </a:solidFill>
          <a:latin typeface="+mn-lt"/>
          <a:ea typeface="+mn-ea"/>
          <a:cs typeface="+mn-cs"/>
        </a:defRPr>
      </a:lvl2pPr>
      <a:lvl3pPr marL="548640" indent="-137160" algn="l" defTabSz="914400" rtl="0" eaLnBrk="1" latinLnBrk="0" hangingPunct="1">
        <a:lnSpc>
          <a:spcPct val="90000"/>
        </a:lnSpc>
        <a:spcBef>
          <a:spcPts val="600"/>
        </a:spcBef>
        <a:buClr>
          <a:schemeClr val="tx1"/>
        </a:buClr>
        <a:buFont typeface="HP Simplified" panose="020B0604020204020204" pitchFamily="34" charset="0"/>
        <a:buChar char="•"/>
        <a:defRPr sz="1400" kern="1200">
          <a:solidFill>
            <a:schemeClr val="tx1"/>
          </a:solidFill>
          <a:latin typeface="+mn-lt"/>
          <a:ea typeface="+mn-ea"/>
          <a:cs typeface="+mn-cs"/>
        </a:defRPr>
      </a:lvl3pPr>
      <a:lvl4pPr marL="731520" indent="-137160" algn="l" defTabSz="914400" rtl="0" eaLnBrk="1" latinLnBrk="0" hangingPunct="1">
        <a:lnSpc>
          <a:spcPct val="90000"/>
        </a:lnSpc>
        <a:spcBef>
          <a:spcPts val="600"/>
        </a:spcBef>
        <a:buClr>
          <a:schemeClr val="tx1"/>
        </a:buClr>
        <a:buSzPct val="80000"/>
        <a:buFont typeface="HP Simplified" panose="020B0604020204020204" pitchFamily="34" charset="0"/>
        <a:buChar char="–"/>
        <a:defRPr sz="1200" kern="1200">
          <a:solidFill>
            <a:schemeClr val="tx1"/>
          </a:solidFill>
          <a:latin typeface="+mn-lt"/>
          <a:ea typeface="+mn-ea"/>
          <a:cs typeface="+mn-cs"/>
        </a:defRPr>
      </a:lvl4pPr>
      <a:lvl5pPr marL="868680" indent="-137160" algn="l" defTabSz="914400" rtl="0" eaLnBrk="1" latinLnBrk="0" hangingPunct="1">
        <a:lnSpc>
          <a:spcPct val="90000"/>
        </a:lnSpc>
        <a:spcBef>
          <a:spcPts val="600"/>
        </a:spcBef>
        <a:buClr>
          <a:schemeClr val="tx1"/>
        </a:buClr>
        <a:buFont typeface="HP Simplified" panose="020B0604020204020204" pitchFamily="34" charset="0"/>
        <a:buChar char="•"/>
        <a:defRPr sz="1200" kern="1200">
          <a:solidFill>
            <a:schemeClr val="tx1"/>
          </a:solidFill>
          <a:latin typeface="+mn-lt"/>
          <a:ea typeface="+mn-ea"/>
          <a:cs typeface="+mn-cs"/>
        </a:defRPr>
      </a:lvl5pPr>
      <a:lvl6pPr marL="1051560" indent="-137160" algn="l" defTabSz="914400" rtl="0" eaLnBrk="1" latinLnBrk="0" hangingPunct="1">
        <a:lnSpc>
          <a:spcPct val="90000"/>
        </a:lnSpc>
        <a:spcBef>
          <a:spcPts val="600"/>
        </a:spcBef>
        <a:buClr>
          <a:schemeClr val="tx1"/>
        </a:buClr>
        <a:buSzPct val="80000"/>
        <a:buFont typeface="HP Simplified" panose="020B0604020204020204" pitchFamily="34" charset="0"/>
        <a:buChar char="–"/>
        <a:defRPr sz="1200" kern="1200">
          <a:solidFill>
            <a:schemeClr val="tx1"/>
          </a:solidFill>
          <a:latin typeface="+mn-lt"/>
          <a:ea typeface="+mn-ea"/>
          <a:cs typeface="+mn-cs"/>
        </a:defRPr>
      </a:lvl6pPr>
      <a:lvl7pPr marL="1188720" indent="-137160" algn="l" defTabSz="914400" rtl="0" eaLnBrk="1" latinLnBrk="0" hangingPunct="1">
        <a:lnSpc>
          <a:spcPct val="90000"/>
        </a:lnSpc>
        <a:spcBef>
          <a:spcPts val="600"/>
        </a:spcBef>
        <a:buClr>
          <a:schemeClr val="tx1"/>
        </a:buClr>
        <a:buFont typeface="HP Simplified" panose="020B0604020204020204" pitchFamily="34" charset="0"/>
        <a:buChar char="•"/>
        <a:defRPr sz="1200" kern="1200">
          <a:solidFill>
            <a:schemeClr val="tx1"/>
          </a:solidFill>
          <a:latin typeface="+mn-lt"/>
          <a:ea typeface="+mn-ea"/>
          <a:cs typeface="+mn-cs"/>
        </a:defRPr>
      </a:lvl7pPr>
      <a:lvl8pPr marL="1371600" indent="-137160" algn="l" defTabSz="914400" rtl="0" eaLnBrk="1" latinLnBrk="0" hangingPunct="1">
        <a:lnSpc>
          <a:spcPct val="90000"/>
        </a:lnSpc>
        <a:spcBef>
          <a:spcPts val="600"/>
        </a:spcBef>
        <a:buClr>
          <a:schemeClr val="tx1"/>
        </a:buClr>
        <a:buSzPct val="80000"/>
        <a:buFont typeface="HP Simplified" panose="020B0604020204020204" pitchFamily="34" charset="0"/>
        <a:buChar char="–"/>
        <a:defRPr sz="1200" kern="1200">
          <a:solidFill>
            <a:schemeClr val="tx1"/>
          </a:solidFill>
          <a:latin typeface="+mn-lt"/>
          <a:ea typeface="+mn-ea"/>
          <a:cs typeface="+mn-cs"/>
        </a:defRPr>
      </a:lvl8pPr>
      <a:lvl9pPr marL="1554480" indent="-137160" algn="l" defTabSz="914400" rtl="0" eaLnBrk="1" latinLnBrk="0" hangingPunct="1">
        <a:lnSpc>
          <a:spcPct val="90000"/>
        </a:lnSpc>
        <a:spcBef>
          <a:spcPts val="600"/>
        </a:spcBef>
        <a:buClr>
          <a:schemeClr val="tx1"/>
        </a:buClr>
        <a:buFont typeface="HP Simplified" panose="020B0604020204020204" pitchFamily="34" charset="0"/>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438038" y="313419"/>
            <a:ext cx="10828161" cy="574516"/>
          </a:xfrm>
          <a:prstGeom prst="rect">
            <a:avLst/>
          </a:prstGeom>
          <a:ln>
            <a:noFill/>
          </a:ln>
        </p:spPr>
        <p:txBody>
          <a:bodyPr vert="horz" wrap="square" lIns="0" tIns="0" rIns="0" bIns="0" rtlCol="0" anchor="t" anchorCtr="0">
            <a:noAutofit/>
          </a:bodyPr>
          <a:lstStyle/>
          <a:p>
            <a:r>
              <a:rPr lang="en-US" noProof="0" smtClean="0"/>
              <a:t>Click to edit Master title style</a:t>
            </a:r>
            <a:endParaRPr lang="en-US" noProof="0" dirty="0"/>
          </a:p>
        </p:txBody>
      </p:sp>
      <p:sp>
        <p:nvSpPr>
          <p:cNvPr id="7" name="Text Placeholder 6"/>
          <p:cNvSpPr>
            <a:spLocks noGrp="1"/>
          </p:cNvSpPr>
          <p:nvPr>
            <p:ph type="body" idx="1"/>
          </p:nvPr>
        </p:nvSpPr>
        <p:spPr bwMode="black">
          <a:xfrm>
            <a:off x="440152" y="1584960"/>
            <a:ext cx="10823677" cy="4293024"/>
          </a:xfrm>
          <a:prstGeom prst="rect">
            <a:avLst/>
          </a:prstGeom>
        </p:spPr>
        <p:txBody>
          <a:bodyPr vert="horz" wrap="square" lIns="0" tIns="0" rIns="0" bIns="0" rtlCol="0">
            <a:no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9" name="TextBox 8"/>
          <p:cNvSpPr txBox="1"/>
          <p:nvPr/>
        </p:nvSpPr>
        <p:spPr>
          <a:xfrm>
            <a:off x="592514" y="6345071"/>
            <a:ext cx="10680611" cy="304800"/>
          </a:xfrm>
          <a:prstGeom prst="rect">
            <a:avLst/>
          </a:prstGeom>
          <a:noFill/>
        </p:spPr>
        <p:txBody>
          <a:bodyPr wrap="square" rtlCol="0">
            <a:noAutofit/>
          </a:bodyPr>
          <a:lstStyle/>
          <a:p>
            <a:pPr defTabSz="609448">
              <a:defRPr/>
            </a:pPr>
            <a:r>
              <a:rPr lang="en-US" sz="933" dirty="0" smtClean="0">
                <a:solidFill>
                  <a:srgbClr val="B9B8BB"/>
                </a:solidFill>
                <a:cs typeface="HP Simplified"/>
              </a:rPr>
              <a:t>© Copyright 2015 Hewlett-Packard Development Company, L.P.  The information contained herein is subject to change without notice.</a:t>
            </a:r>
          </a:p>
        </p:txBody>
      </p:sp>
      <p:sp>
        <p:nvSpPr>
          <p:cNvPr id="8" name="TextBox 7"/>
          <p:cNvSpPr txBox="1"/>
          <p:nvPr/>
        </p:nvSpPr>
        <p:spPr bwMode="gray">
          <a:xfrm>
            <a:off x="438798" y="6384647"/>
            <a:ext cx="430567" cy="199109"/>
          </a:xfrm>
          <a:prstGeom prst="rect">
            <a:avLst/>
          </a:prstGeom>
        </p:spPr>
        <p:txBody>
          <a:bodyPr vert="horz" wrap="none" lIns="0" tIns="60944" rIns="121888" bIns="60944" rtlCol="0" anchor="ctr">
            <a:noAutofit/>
          </a:bodyPr>
          <a:lstStyle/>
          <a:p>
            <a:fld id="{6C5AF65D-6854-49AF-ABC5-48B5BA0EA842}" type="slidenum">
              <a:rPr lang="en-US" sz="933" smtClean="0">
                <a:solidFill>
                  <a:srgbClr val="B9B8BB"/>
                </a:solidFill>
                <a:cs typeface="HP Simplified"/>
              </a:rPr>
              <a:pPr/>
              <a:t>‹#›</a:t>
            </a:fld>
            <a:endParaRPr lang="en-US" sz="933" dirty="0" smtClean="0">
              <a:solidFill>
                <a:srgbClr val="B9B8BB"/>
              </a:solidFill>
              <a:cs typeface="HP Simplified"/>
            </a:endParaRPr>
          </a:p>
        </p:txBody>
      </p:sp>
      <p:pic>
        <p:nvPicPr>
          <p:cNvPr id="4" name="Picture 3" descr="HP_Blue_RGB_150_SM.png"/>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11335607" y="6047232"/>
            <a:ext cx="487553" cy="487680"/>
          </a:xfrm>
          <a:prstGeom prst="rect">
            <a:avLst/>
          </a:prstGeom>
        </p:spPr>
      </p:pic>
    </p:spTree>
    <p:extLst>
      <p:ext uri="{BB962C8B-B14F-4D97-AF65-F5344CB8AC3E}">
        <p14:creationId xmlns:p14="http://schemas.microsoft.com/office/powerpoint/2010/main" val="3542134064"/>
      </p:ext>
    </p:extLst>
  </p:cSld>
  <p:clrMap bg1="lt1" tx1="dk1" bg2="lt2" tx2="dk2" accent1="accent1" accent2="accent2" accent3="accent3" accent4="accent4" accent5="accent5" accent6="accent6" hlink="hlink" folHlink="folHlink"/>
  <p:sldLayoutIdLst>
    <p:sldLayoutId id="2147483834" r:id="rId1"/>
    <p:sldLayoutId id="2147483835" r:id="rId2"/>
    <p:sldLayoutId id="2147483836" r:id="rId3"/>
    <p:sldLayoutId id="2147483837" r:id="rId4"/>
    <p:sldLayoutId id="2147483838" r:id="rId5"/>
    <p:sldLayoutId id="2147483839" r:id="rId6"/>
    <p:sldLayoutId id="2147483840" r:id="rId7"/>
    <p:sldLayoutId id="2147483841" r:id="rId8"/>
    <p:sldLayoutId id="2147483842" r:id="rId9"/>
    <p:sldLayoutId id="2147483843" r:id="rId10"/>
    <p:sldLayoutId id="2147483844" r:id="rId11"/>
    <p:sldLayoutId id="2147483846" r:id="rId12"/>
  </p:sldLayoutIdLst>
  <p:timing>
    <p:tnLst>
      <p:par>
        <p:cTn id="1" dur="indefinite" restart="never" nodeType="tmRoot"/>
      </p:par>
    </p:tnLst>
  </p:timing>
  <p:hf hdr="0" ftr="0" dt="0"/>
  <p:txStyles>
    <p:titleStyle>
      <a:lvl1pPr algn="l" defTabSz="609448" rtl="0" eaLnBrk="1" latinLnBrk="0" hangingPunct="1">
        <a:lnSpc>
          <a:spcPct val="100000"/>
        </a:lnSpc>
        <a:spcBef>
          <a:spcPct val="0"/>
        </a:spcBef>
        <a:spcAft>
          <a:spcPts val="0"/>
        </a:spcAft>
        <a:buNone/>
        <a:defRPr lang="en-GB" sz="3732" b="1" i="0" kern="1200" dirty="0" smtClean="0">
          <a:solidFill>
            <a:srgbClr val="000000"/>
          </a:solidFill>
          <a:latin typeface="HP Simplified" pitchFamily="34" charset="0"/>
          <a:ea typeface="+mj-ea"/>
          <a:cs typeface="HP Simplified" pitchFamily="34" charset="0"/>
        </a:defRPr>
      </a:lvl1pPr>
    </p:titleStyle>
    <p:bodyStyle>
      <a:lvl1pPr marL="0" indent="0" algn="l" defTabSz="609448" rtl="0" eaLnBrk="1" latinLnBrk="0" hangingPunct="1">
        <a:lnSpc>
          <a:spcPct val="100000"/>
        </a:lnSpc>
        <a:spcBef>
          <a:spcPts val="0"/>
        </a:spcBef>
        <a:spcAft>
          <a:spcPts val="533"/>
        </a:spcAft>
        <a:buSzPct val="100000"/>
        <a:buFont typeface="Arial"/>
        <a:buNone/>
        <a:defRPr sz="2399" b="1" i="0" kern="1200">
          <a:solidFill>
            <a:schemeClr val="accent1"/>
          </a:solidFill>
          <a:latin typeface="HP Simplified" pitchFamily="34" charset="0"/>
          <a:ea typeface="+mn-ea"/>
          <a:cs typeface="HP Simplified" pitchFamily="34" charset="0"/>
        </a:defRPr>
      </a:lvl1pPr>
      <a:lvl2pPr marL="0" indent="0" algn="l" defTabSz="573474" rtl="0" eaLnBrk="1" latinLnBrk="0" hangingPunct="1">
        <a:lnSpc>
          <a:spcPct val="100000"/>
        </a:lnSpc>
        <a:spcBef>
          <a:spcPts val="0"/>
        </a:spcBef>
        <a:spcAft>
          <a:spcPts val="533"/>
        </a:spcAft>
        <a:buSzPct val="100000"/>
        <a:buFont typeface="Arial"/>
        <a:buNone/>
        <a:defRPr sz="2133" b="0" i="0" kern="1200">
          <a:solidFill>
            <a:srgbClr val="000000"/>
          </a:solidFill>
          <a:latin typeface="HP Simplified" pitchFamily="34" charset="0"/>
          <a:ea typeface="+mn-ea"/>
          <a:cs typeface="HP Simplified" pitchFamily="34" charset="0"/>
        </a:defRPr>
      </a:lvl2pPr>
      <a:lvl3pPr marL="226427" indent="-226427" algn="l" defTabSz="609448" rtl="0" eaLnBrk="1" latinLnBrk="0" hangingPunct="1">
        <a:lnSpc>
          <a:spcPct val="100000"/>
        </a:lnSpc>
        <a:spcBef>
          <a:spcPts val="0"/>
        </a:spcBef>
        <a:spcAft>
          <a:spcPts val="533"/>
        </a:spcAft>
        <a:buFont typeface="HP Simplified" pitchFamily="34" charset="0"/>
        <a:buChar char="•"/>
        <a:defRPr sz="1866" b="0" i="0" kern="1200">
          <a:solidFill>
            <a:srgbClr val="000000"/>
          </a:solidFill>
          <a:latin typeface="HP Simplified" pitchFamily="34" charset="0"/>
          <a:ea typeface="+mn-ea"/>
          <a:cs typeface="HP Simplified" pitchFamily="34" charset="0"/>
        </a:defRPr>
      </a:lvl3pPr>
      <a:lvl4pPr marL="454970" indent="-241240" algn="l" defTabSz="609448" rtl="0" eaLnBrk="1" latinLnBrk="0" hangingPunct="1">
        <a:lnSpc>
          <a:spcPct val="100000"/>
        </a:lnSpc>
        <a:spcBef>
          <a:spcPts val="0"/>
        </a:spcBef>
        <a:spcAft>
          <a:spcPts val="533"/>
        </a:spcAft>
        <a:buSzPct val="80000"/>
        <a:buFont typeface="HP Simplified" pitchFamily="34" charset="0"/>
        <a:buChar char="–"/>
        <a:defRPr lang="en-US" sz="1866" b="0" i="0" kern="1200" dirty="0" smtClean="0">
          <a:solidFill>
            <a:srgbClr val="000000"/>
          </a:solidFill>
          <a:latin typeface="HP Simplified" pitchFamily="34" charset="0"/>
          <a:ea typeface="+mn-ea"/>
          <a:cs typeface="HP Simplified" pitchFamily="34" charset="0"/>
        </a:defRPr>
      </a:lvl4pPr>
      <a:lvl5pPr marL="626377" indent="-201034" algn="l" defTabSz="609448" rtl="0" eaLnBrk="1" latinLnBrk="0" hangingPunct="1">
        <a:lnSpc>
          <a:spcPct val="100000"/>
        </a:lnSpc>
        <a:spcBef>
          <a:spcPts val="0"/>
        </a:spcBef>
        <a:spcAft>
          <a:spcPts val="533"/>
        </a:spcAft>
        <a:buFont typeface="HP Simplified" pitchFamily="34" charset="0"/>
        <a:buChar char="•"/>
        <a:tabLst/>
        <a:defRPr sz="1866" b="0" i="0" kern="1200">
          <a:solidFill>
            <a:srgbClr val="000000"/>
          </a:solidFill>
          <a:latin typeface="HP Simplified" pitchFamily="34" charset="0"/>
          <a:ea typeface="+mn-ea"/>
          <a:cs typeface="HP Simplified" pitchFamily="34" charset="0"/>
        </a:defRPr>
      </a:lvl5pPr>
      <a:lvl6pPr marL="3047238" indent="0" algn="l" defTabSz="609448" rtl="0" eaLnBrk="1" latinLnBrk="0" hangingPunct="1">
        <a:lnSpc>
          <a:spcPts val="3333"/>
        </a:lnSpc>
        <a:spcBef>
          <a:spcPct val="20000"/>
        </a:spcBef>
        <a:buFont typeface="Arial"/>
        <a:buNone/>
        <a:defRPr sz="2399" kern="1200">
          <a:solidFill>
            <a:schemeClr val="tx1"/>
          </a:solidFill>
          <a:latin typeface="+mn-lt"/>
          <a:ea typeface="+mn-ea"/>
          <a:cs typeface="+mn-cs"/>
        </a:defRPr>
      </a:lvl6pPr>
      <a:lvl7pPr marL="3961409" indent="-304724" algn="l" defTabSz="609448" rtl="0" eaLnBrk="1" latinLnBrk="0" hangingPunct="1">
        <a:spcBef>
          <a:spcPct val="20000"/>
        </a:spcBef>
        <a:buFont typeface="Arial"/>
        <a:buChar char="•"/>
        <a:defRPr sz="2666" kern="1200">
          <a:solidFill>
            <a:schemeClr val="tx1"/>
          </a:solidFill>
          <a:latin typeface="+mn-lt"/>
          <a:ea typeface="+mn-ea"/>
          <a:cs typeface="+mn-cs"/>
        </a:defRPr>
      </a:lvl7pPr>
      <a:lvl8pPr marL="4570857" indent="-304724" algn="l" defTabSz="609448" rtl="0" eaLnBrk="1" latinLnBrk="0" hangingPunct="1">
        <a:spcBef>
          <a:spcPct val="20000"/>
        </a:spcBef>
        <a:buFont typeface="Arial"/>
        <a:buChar char="•"/>
        <a:defRPr sz="2666" kern="1200">
          <a:solidFill>
            <a:schemeClr val="tx1"/>
          </a:solidFill>
          <a:latin typeface="+mn-lt"/>
          <a:ea typeface="+mn-ea"/>
          <a:cs typeface="+mn-cs"/>
        </a:defRPr>
      </a:lvl8pPr>
      <a:lvl9pPr marL="5180305" indent="-304724" algn="l" defTabSz="609448" rtl="0" eaLnBrk="1" latinLnBrk="0" hangingPunct="1">
        <a:spcBef>
          <a:spcPct val="20000"/>
        </a:spcBef>
        <a:buFont typeface="Arial"/>
        <a:buChar char="•"/>
        <a:defRPr sz="2666" kern="1200">
          <a:solidFill>
            <a:schemeClr val="tx1"/>
          </a:solidFill>
          <a:latin typeface="+mn-lt"/>
          <a:ea typeface="+mn-ea"/>
          <a:cs typeface="+mn-cs"/>
        </a:defRPr>
      </a:lvl9pPr>
    </p:bodyStyle>
    <p:otherStyle>
      <a:defPPr>
        <a:defRPr lang="en-US"/>
      </a:defPPr>
      <a:lvl1pPr marL="0" algn="l" defTabSz="609448" rtl="0" eaLnBrk="1" latinLnBrk="0" hangingPunct="1">
        <a:defRPr sz="2399" kern="1200">
          <a:solidFill>
            <a:schemeClr val="tx1"/>
          </a:solidFill>
          <a:latin typeface="+mn-lt"/>
          <a:ea typeface="+mn-ea"/>
          <a:cs typeface="+mn-cs"/>
        </a:defRPr>
      </a:lvl1pPr>
      <a:lvl2pPr marL="609448" algn="l" defTabSz="609448" rtl="0" eaLnBrk="1" latinLnBrk="0" hangingPunct="1">
        <a:defRPr sz="2399" kern="1200">
          <a:solidFill>
            <a:schemeClr val="tx1"/>
          </a:solidFill>
          <a:latin typeface="+mn-lt"/>
          <a:ea typeface="+mn-ea"/>
          <a:cs typeface="+mn-cs"/>
        </a:defRPr>
      </a:lvl2pPr>
      <a:lvl3pPr marL="1218895" algn="l" defTabSz="609448" rtl="0" eaLnBrk="1" latinLnBrk="0" hangingPunct="1">
        <a:defRPr sz="2399" kern="1200">
          <a:solidFill>
            <a:schemeClr val="tx1"/>
          </a:solidFill>
          <a:latin typeface="+mn-lt"/>
          <a:ea typeface="+mn-ea"/>
          <a:cs typeface="+mn-cs"/>
        </a:defRPr>
      </a:lvl3pPr>
      <a:lvl4pPr marL="1828343" algn="l" defTabSz="609448" rtl="0" eaLnBrk="1" latinLnBrk="0" hangingPunct="1">
        <a:defRPr sz="2399" kern="1200">
          <a:solidFill>
            <a:schemeClr val="tx1"/>
          </a:solidFill>
          <a:latin typeface="+mn-lt"/>
          <a:ea typeface="+mn-ea"/>
          <a:cs typeface="+mn-cs"/>
        </a:defRPr>
      </a:lvl4pPr>
      <a:lvl5pPr marL="2437790" algn="l" defTabSz="609448" rtl="0" eaLnBrk="1" latinLnBrk="0" hangingPunct="1">
        <a:defRPr sz="2399" kern="1200">
          <a:solidFill>
            <a:schemeClr val="tx1"/>
          </a:solidFill>
          <a:latin typeface="+mn-lt"/>
          <a:ea typeface="+mn-ea"/>
          <a:cs typeface="+mn-cs"/>
        </a:defRPr>
      </a:lvl5pPr>
      <a:lvl6pPr marL="3047238" algn="l" defTabSz="609448" rtl="0" eaLnBrk="1" latinLnBrk="0" hangingPunct="1">
        <a:defRPr sz="2399" kern="1200">
          <a:solidFill>
            <a:schemeClr val="tx1"/>
          </a:solidFill>
          <a:latin typeface="+mn-lt"/>
          <a:ea typeface="+mn-ea"/>
          <a:cs typeface="+mn-cs"/>
        </a:defRPr>
      </a:lvl6pPr>
      <a:lvl7pPr marL="3656686" algn="l" defTabSz="609448" rtl="0" eaLnBrk="1" latinLnBrk="0" hangingPunct="1">
        <a:defRPr sz="2399" kern="1200">
          <a:solidFill>
            <a:schemeClr val="tx1"/>
          </a:solidFill>
          <a:latin typeface="+mn-lt"/>
          <a:ea typeface="+mn-ea"/>
          <a:cs typeface="+mn-cs"/>
        </a:defRPr>
      </a:lvl7pPr>
      <a:lvl8pPr marL="4266133" algn="l" defTabSz="609448" rtl="0" eaLnBrk="1" latinLnBrk="0" hangingPunct="1">
        <a:defRPr sz="2399" kern="1200">
          <a:solidFill>
            <a:schemeClr val="tx1"/>
          </a:solidFill>
          <a:latin typeface="+mn-lt"/>
          <a:ea typeface="+mn-ea"/>
          <a:cs typeface="+mn-cs"/>
        </a:defRPr>
      </a:lvl8pPr>
      <a:lvl9pPr marL="4875581" algn="l" defTabSz="609448" rtl="0" eaLnBrk="1" latinLnBrk="0" hangingPunct="1">
        <a:defRPr sz="2399"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Picture 10" descr="2.jpg"/>
          <p:cNvPicPr>
            <a:picLocks noChangeAspect="1"/>
          </p:cNvPicPr>
          <p:nvPr userDrawn="1"/>
        </p:nvPicPr>
        <p:blipFill rotWithShape="1">
          <a:blip r:embed="rId13">
            <a:extLst>
              <a:ext uri="{28A0092B-C50C-407E-A947-70E740481C1C}">
                <a14:useLocalDpi xmlns:a14="http://schemas.microsoft.com/office/drawing/2010/main" val="0"/>
              </a:ext>
            </a:extLst>
          </a:blip>
          <a:srcRect l="17289" r="19467"/>
          <a:stretch/>
        </p:blipFill>
        <p:spPr>
          <a:xfrm>
            <a:off x="0" y="0"/>
            <a:ext cx="12188825" cy="6858000"/>
          </a:xfrm>
          <a:prstGeom prst="rect">
            <a:avLst/>
          </a:prstGeom>
        </p:spPr>
      </p:pic>
      <p:sp>
        <p:nvSpPr>
          <p:cNvPr id="10" name="logo"/>
          <p:cNvSpPr>
            <a:spLocks noChangeAspect="1" noEditPoints="1"/>
          </p:cNvSpPr>
          <p:nvPr userDrawn="1"/>
        </p:nvSpPr>
        <p:spPr bwMode="invGray">
          <a:xfrm>
            <a:off x="11599360" y="6319451"/>
            <a:ext cx="343996" cy="344085"/>
          </a:xfrm>
          <a:custGeom>
            <a:avLst/>
            <a:gdLst>
              <a:gd name="T0" fmla="*/ 864 w 1728"/>
              <a:gd name="T1" fmla="*/ 1728 h 1728"/>
              <a:gd name="T2" fmla="*/ 838 w 1728"/>
              <a:gd name="T3" fmla="*/ 1728 h 1728"/>
              <a:gd name="T4" fmla="*/ 1015 w 1728"/>
              <a:gd name="T5" fmla="*/ 1243 h 1728"/>
              <a:gd name="T6" fmla="*/ 1258 w 1728"/>
              <a:gd name="T7" fmla="*/ 1243 h 1728"/>
              <a:gd name="T8" fmla="*/ 1362 w 1728"/>
              <a:gd name="T9" fmla="*/ 1170 h 1728"/>
              <a:gd name="T10" fmla="*/ 1554 w 1728"/>
              <a:gd name="T11" fmla="*/ 643 h 1728"/>
              <a:gd name="T12" fmla="*/ 1444 w 1728"/>
              <a:gd name="T13" fmla="*/ 487 h 1728"/>
              <a:gd name="T14" fmla="*/ 1107 w 1728"/>
              <a:gd name="T15" fmla="*/ 487 h 1728"/>
              <a:gd name="T16" fmla="*/ 824 w 1728"/>
              <a:gd name="T17" fmla="*/ 1264 h 1728"/>
              <a:gd name="T18" fmla="*/ 824 w 1728"/>
              <a:gd name="T19" fmla="*/ 1264 h 1728"/>
              <a:gd name="T20" fmla="*/ 664 w 1728"/>
              <a:gd name="T21" fmla="*/ 1705 h 1728"/>
              <a:gd name="T22" fmla="*/ 0 w 1728"/>
              <a:gd name="T23" fmla="*/ 864 h 1728"/>
              <a:gd name="T24" fmla="*/ 631 w 1728"/>
              <a:gd name="T25" fmla="*/ 32 h 1728"/>
              <a:gd name="T26" fmla="*/ 465 w 1728"/>
              <a:gd name="T27" fmla="*/ 487 h 1728"/>
              <a:gd name="T28" fmla="*/ 465 w 1728"/>
              <a:gd name="T29" fmla="*/ 487 h 1728"/>
              <a:gd name="T30" fmla="*/ 190 w 1728"/>
              <a:gd name="T31" fmla="*/ 1243 h 1728"/>
              <a:gd name="T32" fmla="*/ 373 w 1728"/>
              <a:gd name="T33" fmla="*/ 1243 h 1728"/>
              <a:gd name="T34" fmla="*/ 607 w 1728"/>
              <a:gd name="T35" fmla="*/ 600 h 1728"/>
              <a:gd name="T36" fmla="*/ 745 w 1728"/>
              <a:gd name="T37" fmla="*/ 600 h 1728"/>
              <a:gd name="T38" fmla="*/ 511 w 1728"/>
              <a:gd name="T39" fmla="*/ 1243 h 1728"/>
              <a:gd name="T40" fmla="*/ 694 w 1728"/>
              <a:gd name="T41" fmla="*/ 1243 h 1728"/>
              <a:gd name="T42" fmla="*/ 912 w 1728"/>
              <a:gd name="T43" fmla="*/ 643 h 1728"/>
              <a:gd name="T44" fmla="*/ 802 w 1728"/>
              <a:gd name="T45" fmla="*/ 487 h 1728"/>
              <a:gd name="T46" fmla="*/ 649 w 1728"/>
              <a:gd name="T47" fmla="*/ 487 h 1728"/>
              <a:gd name="T48" fmla="*/ 825 w 1728"/>
              <a:gd name="T49" fmla="*/ 1 h 1728"/>
              <a:gd name="T50" fmla="*/ 864 w 1728"/>
              <a:gd name="T51" fmla="*/ 0 h 1728"/>
              <a:gd name="T52" fmla="*/ 1728 w 1728"/>
              <a:gd name="T53" fmla="*/ 864 h 1728"/>
              <a:gd name="T54" fmla="*/ 864 w 1728"/>
              <a:gd name="T55" fmla="*/ 1728 h 1728"/>
              <a:gd name="T56" fmla="*/ 1387 w 1728"/>
              <a:gd name="T57" fmla="*/ 600 h 1728"/>
              <a:gd name="T58" fmla="*/ 1249 w 1728"/>
              <a:gd name="T59" fmla="*/ 600 h 1728"/>
              <a:gd name="T60" fmla="*/ 1057 w 1728"/>
              <a:gd name="T61" fmla="*/ 1129 h 1728"/>
              <a:gd name="T62" fmla="*/ 1194 w 1728"/>
              <a:gd name="T63" fmla="*/ 1129 h 1728"/>
              <a:gd name="T64" fmla="*/ 1387 w 1728"/>
              <a:gd name="T65" fmla="*/ 600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28" h="1728">
                <a:moveTo>
                  <a:pt x="864" y="1728"/>
                </a:moveTo>
                <a:cubicBezTo>
                  <a:pt x="856" y="1728"/>
                  <a:pt x="847" y="1728"/>
                  <a:pt x="838" y="1728"/>
                </a:cubicBezTo>
                <a:cubicBezTo>
                  <a:pt x="1015" y="1243"/>
                  <a:pt x="1015" y="1243"/>
                  <a:pt x="1015" y="1243"/>
                </a:cubicBezTo>
                <a:cubicBezTo>
                  <a:pt x="1258" y="1243"/>
                  <a:pt x="1258" y="1243"/>
                  <a:pt x="1258" y="1243"/>
                </a:cubicBezTo>
                <a:cubicBezTo>
                  <a:pt x="1301" y="1243"/>
                  <a:pt x="1347" y="1210"/>
                  <a:pt x="1362" y="1170"/>
                </a:cubicBezTo>
                <a:cubicBezTo>
                  <a:pt x="1554" y="643"/>
                  <a:pt x="1554" y="643"/>
                  <a:pt x="1554" y="643"/>
                </a:cubicBezTo>
                <a:cubicBezTo>
                  <a:pt x="1585" y="557"/>
                  <a:pt x="1536" y="487"/>
                  <a:pt x="1444" y="487"/>
                </a:cubicBezTo>
                <a:cubicBezTo>
                  <a:pt x="1107" y="487"/>
                  <a:pt x="1107" y="487"/>
                  <a:pt x="1107" y="487"/>
                </a:cubicBezTo>
                <a:cubicBezTo>
                  <a:pt x="824" y="1264"/>
                  <a:pt x="824" y="1264"/>
                  <a:pt x="824" y="1264"/>
                </a:cubicBezTo>
                <a:cubicBezTo>
                  <a:pt x="824" y="1264"/>
                  <a:pt x="824" y="1264"/>
                  <a:pt x="824" y="1264"/>
                </a:cubicBezTo>
                <a:cubicBezTo>
                  <a:pt x="664" y="1705"/>
                  <a:pt x="664" y="1705"/>
                  <a:pt x="664" y="1705"/>
                </a:cubicBezTo>
                <a:cubicBezTo>
                  <a:pt x="283" y="1614"/>
                  <a:pt x="0" y="1272"/>
                  <a:pt x="0" y="864"/>
                </a:cubicBezTo>
                <a:cubicBezTo>
                  <a:pt x="0" y="468"/>
                  <a:pt x="267" y="134"/>
                  <a:pt x="631" y="32"/>
                </a:cubicBezTo>
                <a:cubicBezTo>
                  <a:pt x="465" y="487"/>
                  <a:pt x="465" y="487"/>
                  <a:pt x="465" y="487"/>
                </a:cubicBezTo>
                <a:cubicBezTo>
                  <a:pt x="465" y="487"/>
                  <a:pt x="465" y="487"/>
                  <a:pt x="465" y="487"/>
                </a:cubicBezTo>
                <a:cubicBezTo>
                  <a:pt x="190" y="1243"/>
                  <a:pt x="190" y="1243"/>
                  <a:pt x="190" y="1243"/>
                </a:cubicBezTo>
                <a:cubicBezTo>
                  <a:pt x="373" y="1243"/>
                  <a:pt x="373" y="1243"/>
                  <a:pt x="373" y="1243"/>
                </a:cubicBezTo>
                <a:cubicBezTo>
                  <a:pt x="607" y="600"/>
                  <a:pt x="607" y="600"/>
                  <a:pt x="607" y="600"/>
                </a:cubicBezTo>
                <a:cubicBezTo>
                  <a:pt x="745" y="600"/>
                  <a:pt x="745" y="600"/>
                  <a:pt x="745" y="600"/>
                </a:cubicBezTo>
                <a:cubicBezTo>
                  <a:pt x="511" y="1243"/>
                  <a:pt x="511" y="1243"/>
                  <a:pt x="511" y="1243"/>
                </a:cubicBezTo>
                <a:cubicBezTo>
                  <a:pt x="694" y="1243"/>
                  <a:pt x="694" y="1243"/>
                  <a:pt x="694" y="1243"/>
                </a:cubicBezTo>
                <a:cubicBezTo>
                  <a:pt x="912" y="643"/>
                  <a:pt x="912" y="643"/>
                  <a:pt x="912" y="643"/>
                </a:cubicBezTo>
                <a:cubicBezTo>
                  <a:pt x="943" y="557"/>
                  <a:pt x="894" y="487"/>
                  <a:pt x="802" y="487"/>
                </a:cubicBezTo>
                <a:cubicBezTo>
                  <a:pt x="649" y="487"/>
                  <a:pt x="649" y="487"/>
                  <a:pt x="649" y="487"/>
                </a:cubicBezTo>
                <a:cubicBezTo>
                  <a:pt x="825" y="1"/>
                  <a:pt x="825" y="1"/>
                  <a:pt x="825" y="1"/>
                </a:cubicBezTo>
                <a:cubicBezTo>
                  <a:pt x="838" y="1"/>
                  <a:pt x="851" y="0"/>
                  <a:pt x="864" y="0"/>
                </a:cubicBezTo>
                <a:cubicBezTo>
                  <a:pt x="1341" y="0"/>
                  <a:pt x="1728" y="387"/>
                  <a:pt x="1728" y="864"/>
                </a:cubicBezTo>
                <a:cubicBezTo>
                  <a:pt x="1728" y="1341"/>
                  <a:pt x="1341" y="1728"/>
                  <a:pt x="864" y="1728"/>
                </a:cubicBezTo>
                <a:close/>
                <a:moveTo>
                  <a:pt x="1387" y="600"/>
                </a:moveTo>
                <a:cubicBezTo>
                  <a:pt x="1249" y="600"/>
                  <a:pt x="1249" y="600"/>
                  <a:pt x="1249" y="600"/>
                </a:cubicBezTo>
                <a:cubicBezTo>
                  <a:pt x="1057" y="1129"/>
                  <a:pt x="1057" y="1129"/>
                  <a:pt x="1057" y="1129"/>
                </a:cubicBezTo>
                <a:cubicBezTo>
                  <a:pt x="1194" y="1129"/>
                  <a:pt x="1194" y="1129"/>
                  <a:pt x="1194" y="1129"/>
                </a:cubicBezTo>
                <a:lnTo>
                  <a:pt x="1387" y="600"/>
                </a:lnTo>
                <a:close/>
              </a:path>
            </a:pathLst>
          </a:custGeom>
          <a:solidFill>
            <a:sysClr val="window" lastClr="FFFFFF"/>
          </a:solidFill>
          <a:ln>
            <a:noFill/>
          </a:ln>
        </p:spPr>
        <p:txBody>
          <a:bodyPr vert="horz" wrap="square" lIns="121888" tIns="60944" rIns="121888" bIns="60944" numCol="1" anchor="t" anchorCtr="0" compatLnSpc="1">
            <a:prstTxWarp prst="textNoShape">
              <a:avLst/>
            </a:prstTxWarp>
          </a:bodyPr>
          <a:lstStyle/>
          <a:p>
            <a:pPr>
              <a:defRPr/>
            </a:pPr>
            <a:endParaRPr lang="en-US" sz="2399" kern="0">
              <a:solidFill>
                <a:sysClr val="windowText" lastClr="000000"/>
              </a:solidFill>
            </a:endParaRPr>
          </a:p>
        </p:txBody>
      </p:sp>
    </p:spTree>
    <p:extLst>
      <p:ext uri="{BB962C8B-B14F-4D97-AF65-F5344CB8AC3E}">
        <p14:creationId xmlns:p14="http://schemas.microsoft.com/office/powerpoint/2010/main" val="2990562277"/>
      </p:ext>
    </p:extLst>
  </p:cSld>
  <p:clrMap bg1="lt1" tx1="dk1" bg2="lt2" tx2="dk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 id="2147483853" r:id="rId6"/>
    <p:sldLayoutId id="2147483854" r:id="rId7"/>
    <p:sldLayoutId id="2147483855" r:id="rId8"/>
    <p:sldLayoutId id="2147483856" r:id="rId9"/>
    <p:sldLayoutId id="2147483857" r:id="rId10"/>
    <p:sldLayoutId id="2147483858" r:id="rId11"/>
  </p:sldLayoutIdLst>
  <p:timing>
    <p:tnLst>
      <p:par>
        <p:cTn id="1" dur="indefinite" restart="never" nodeType="tmRoot"/>
      </p:par>
    </p:tnLst>
  </p:timing>
  <p:txStyles>
    <p:titleStyle>
      <a:lvl1pPr algn="ctr" defTabSz="609448" rtl="0" eaLnBrk="1" latinLnBrk="0" hangingPunct="1">
        <a:spcBef>
          <a:spcPct val="0"/>
        </a:spcBef>
        <a:buNone/>
        <a:defRPr sz="5865" kern="1200">
          <a:solidFill>
            <a:schemeClr val="tx1"/>
          </a:solidFill>
          <a:latin typeface="+mj-lt"/>
          <a:ea typeface="+mj-ea"/>
          <a:cs typeface="+mj-cs"/>
        </a:defRPr>
      </a:lvl1pPr>
    </p:titleStyle>
    <p:bodyStyle>
      <a:lvl1pPr marL="457086" indent="-457086" algn="l" defTabSz="609448" rtl="0" eaLnBrk="1" latinLnBrk="0" hangingPunct="1">
        <a:spcBef>
          <a:spcPct val="20000"/>
        </a:spcBef>
        <a:buFont typeface="Arial"/>
        <a:buChar char="•"/>
        <a:defRPr sz="4266" kern="1200">
          <a:solidFill>
            <a:schemeClr val="tx1"/>
          </a:solidFill>
          <a:latin typeface="+mn-lt"/>
          <a:ea typeface="+mn-ea"/>
          <a:cs typeface="+mn-cs"/>
        </a:defRPr>
      </a:lvl1pPr>
      <a:lvl2pPr marL="990352" indent="-380905" algn="l" defTabSz="609448" rtl="0" eaLnBrk="1" latinLnBrk="0" hangingPunct="1">
        <a:spcBef>
          <a:spcPct val="20000"/>
        </a:spcBef>
        <a:buFont typeface="Arial"/>
        <a:buChar char="–"/>
        <a:defRPr sz="3732" kern="1200">
          <a:solidFill>
            <a:schemeClr val="tx1"/>
          </a:solidFill>
          <a:latin typeface="+mn-lt"/>
          <a:ea typeface="+mn-ea"/>
          <a:cs typeface="+mn-cs"/>
        </a:defRPr>
      </a:lvl2pPr>
      <a:lvl3pPr marL="1523619" indent="-304724" algn="l" defTabSz="609448" rtl="0" eaLnBrk="1" latinLnBrk="0" hangingPunct="1">
        <a:spcBef>
          <a:spcPct val="20000"/>
        </a:spcBef>
        <a:buFont typeface="Arial"/>
        <a:buChar char="•"/>
        <a:defRPr sz="3199" kern="1200">
          <a:solidFill>
            <a:schemeClr val="tx1"/>
          </a:solidFill>
          <a:latin typeface="+mn-lt"/>
          <a:ea typeface="+mn-ea"/>
          <a:cs typeface="+mn-cs"/>
        </a:defRPr>
      </a:lvl3pPr>
      <a:lvl4pPr marL="2133067" indent="-304724" algn="l" defTabSz="609448" rtl="0" eaLnBrk="1" latinLnBrk="0" hangingPunct="1">
        <a:spcBef>
          <a:spcPct val="20000"/>
        </a:spcBef>
        <a:buFont typeface="Arial"/>
        <a:buChar char="–"/>
        <a:defRPr sz="2666" kern="1200">
          <a:solidFill>
            <a:schemeClr val="tx1"/>
          </a:solidFill>
          <a:latin typeface="+mn-lt"/>
          <a:ea typeface="+mn-ea"/>
          <a:cs typeface="+mn-cs"/>
        </a:defRPr>
      </a:lvl4pPr>
      <a:lvl5pPr marL="2742514" indent="-304724" algn="l" defTabSz="609448" rtl="0" eaLnBrk="1" latinLnBrk="0" hangingPunct="1">
        <a:spcBef>
          <a:spcPct val="20000"/>
        </a:spcBef>
        <a:buFont typeface="Arial"/>
        <a:buChar char="»"/>
        <a:defRPr sz="2666" kern="1200">
          <a:solidFill>
            <a:schemeClr val="tx1"/>
          </a:solidFill>
          <a:latin typeface="+mn-lt"/>
          <a:ea typeface="+mn-ea"/>
          <a:cs typeface="+mn-cs"/>
        </a:defRPr>
      </a:lvl5pPr>
      <a:lvl6pPr marL="3351962" indent="-304724" algn="l" defTabSz="609448" rtl="0" eaLnBrk="1" latinLnBrk="0" hangingPunct="1">
        <a:spcBef>
          <a:spcPct val="20000"/>
        </a:spcBef>
        <a:buFont typeface="Arial"/>
        <a:buChar char="•"/>
        <a:defRPr sz="2666" kern="1200">
          <a:solidFill>
            <a:schemeClr val="tx1"/>
          </a:solidFill>
          <a:latin typeface="+mn-lt"/>
          <a:ea typeface="+mn-ea"/>
          <a:cs typeface="+mn-cs"/>
        </a:defRPr>
      </a:lvl6pPr>
      <a:lvl7pPr marL="3961409" indent="-304724" algn="l" defTabSz="609448" rtl="0" eaLnBrk="1" latinLnBrk="0" hangingPunct="1">
        <a:spcBef>
          <a:spcPct val="20000"/>
        </a:spcBef>
        <a:buFont typeface="Arial"/>
        <a:buChar char="•"/>
        <a:defRPr sz="2666" kern="1200">
          <a:solidFill>
            <a:schemeClr val="tx1"/>
          </a:solidFill>
          <a:latin typeface="+mn-lt"/>
          <a:ea typeface="+mn-ea"/>
          <a:cs typeface="+mn-cs"/>
        </a:defRPr>
      </a:lvl7pPr>
      <a:lvl8pPr marL="4570857" indent="-304724" algn="l" defTabSz="609448" rtl="0" eaLnBrk="1" latinLnBrk="0" hangingPunct="1">
        <a:spcBef>
          <a:spcPct val="20000"/>
        </a:spcBef>
        <a:buFont typeface="Arial"/>
        <a:buChar char="•"/>
        <a:defRPr sz="2666" kern="1200">
          <a:solidFill>
            <a:schemeClr val="tx1"/>
          </a:solidFill>
          <a:latin typeface="+mn-lt"/>
          <a:ea typeface="+mn-ea"/>
          <a:cs typeface="+mn-cs"/>
        </a:defRPr>
      </a:lvl8pPr>
      <a:lvl9pPr marL="5180305" indent="-304724" algn="l" defTabSz="609448" rtl="0" eaLnBrk="1" latinLnBrk="0" hangingPunct="1">
        <a:spcBef>
          <a:spcPct val="20000"/>
        </a:spcBef>
        <a:buFont typeface="Arial"/>
        <a:buChar char="•"/>
        <a:defRPr sz="2666" kern="1200">
          <a:solidFill>
            <a:schemeClr val="tx1"/>
          </a:solidFill>
          <a:latin typeface="+mn-lt"/>
          <a:ea typeface="+mn-ea"/>
          <a:cs typeface="+mn-cs"/>
        </a:defRPr>
      </a:lvl9pPr>
    </p:bodyStyle>
    <p:otherStyle>
      <a:defPPr>
        <a:defRPr lang="en-US"/>
      </a:defPPr>
      <a:lvl1pPr marL="0" algn="l" defTabSz="609448" rtl="0" eaLnBrk="1" latinLnBrk="0" hangingPunct="1">
        <a:defRPr sz="2399" kern="1200">
          <a:solidFill>
            <a:schemeClr val="tx1"/>
          </a:solidFill>
          <a:latin typeface="+mn-lt"/>
          <a:ea typeface="+mn-ea"/>
          <a:cs typeface="+mn-cs"/>
        </a:defRPr>
      </a:lvl1pPr>
      <a:lvl2pPr marL="609448" algn="l" defTabSz="609448" rtl="0" eaLnBrk="1" latinLnBrk="0" hangingPunct="1">
        <a:defRPr sz="2399" kern="1200">
          <a:solidFill>
            <a:schemeClr val="tx1"/>
          </a:solidFill>
          <a:latin typeface="+mn-lt"/>
          <a:ea typeface="+mn-ea"/>
          <a:cs typeface="+mn-cs"/>
        </a:defRPr>
      </a:lvl2pPr>
      <a:lvl3pPr marL="1218895" algn="l" defTabSz="609448" rtl="0" eaLnBrk="1" latinLnBrk="0" hangingPunct="1">
        <a:defRPr sz="2399" kern="1200">
          <a:solidFill>
            <a:schemeClr val="tx1"/>
          </a:solidFill>
          <a:latin typeface="+mn-lt"/>
          <a:ea typeface="+mn-ea"/>
          <a:cs typeface="+mn-cs"/>
        </a:defRPr>
      </a:lvl3pPr>
      <a:lvl4pPr marL="1828343" algn="l" defTabSz="609448" rtl="0" eaLnBrk="1" latinLnBrk="0" hangingPunct="1">
        <a:defRPr sz="2399" kern="1200">
          <a:solidFill>
            <a:schemeClr val="tx1"/>
          </a:solidFill>
          <a:latin typeface="+mn-lt"/>
          <a:ea typeface="+mn-ea"/>
          <a:cs typeface="+mn-cs"/>
        </a:defRPr>
      </a:lvl4pPr>
      <a:lvl5pPr marL="2437790" algn="l" defTabSz="609448" rtl="0" eaLnBrk="1" latinLnBrk="0" hangingPunct="1">
        <a:defRPr sz="2399" kern="1200">
          <a:solidFill>
            <a:schemeClr val="tx1"/>
          </a:solidFill>
          <a:latin typeface="+mn-lt"/>
          <a:ea typeface="+mn-ea"/>
          <a:cs typeface="+mn-cs"/>
        </a:defRPr>
      </a:lvl5pPr>
      <a:lvl6pPr marL="3047238" algn="l" defTabSz="609448" rtl="0" eaLnBrk="1" latinLnBrk="0" hangingPunct="1">
        <a:defRPr sz="2399" kern="1200">
          <a:solidFill>
            <a:schemeClr val="tx1"/>
          </a:solidFill>
          <a:latin typeface="+mn-lt"/>
          <a:ea typeface="+mn-ea"/>
          <a:cs typeface="+mn-cs"/>
        </a:defRPr>
      </a:lvl6pPr>
      <a:lvl7pPr marL="3656686" algn="l" defTabSz="609448" rtl="0" eaLnBrk="1" latinLnBrk="0" hangingPunct="1">
        <a:defRPr sz="2399" kern="1200">
          <a:solidFill>
            <a:schemeClr val="tx1"/>
          </a:solidFill>
          <a:latin typeface="+mn-lt"/>
          <a:ea typeface="+mn-ea"/>
          <a:cs typeface="+mn-cs"/>
        </a:defRPr>
      </a:lvl7pPr>
      <a:lvl8pPr marL="4266133" algn="l" defTabSz="609448" rtl="0" eaLnBrk="1" latinLnBrk="0" hangingPunct="1">
        <a:defRPr sz="2399" kern="1200">
          <a:solidFill>
            <a:schemeClr val="tx1"/>
          </a:solidFill>
          <a:latin typeface="+mn-lt"/>
          <a:ea typeface="+mn-ea"/>
          <a:cs typeface="+mn-cs"/>
        </a:defRPr>
      </a:lvl8pPr>
      <a:lvl9pPr marL="4875581" algn="l" defTabSz="609448" rtl="0" eaLnBrk="1" latinLnBrk="0" hangingPunct="1">
        <a:defRPr sz="23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31.xml"/></Relationships>
</file>

<file path=ppt/slides/_rels/slide2.xml.rels><?xml version="1.0" encoding="UTF-8" standalone="yes"?>
<Relationships xmlns="http://schemas.openxmlformats.org/package/2006/relationships"><Relationship Id="rId3" Type="http://schemas.openxmlformats.org/officeDocument/2006/relationships/image" Target="../media/image22.jpg"/><Relationship Id="rId7"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emf"/></Relationships>
</file>

<file path=ppt/slides/_rels/slide3.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7.png"/><Relationship Id="rId7" Type="http://schemas.openxmlformats.org/officeDocument/2006/relationships/image" Target="../media/image30.png"/><Relationship Id="rId12" Type="http://schemas.openxmlformats.org/officeDocument/2006/relationships/image" Target="../media/image35.png"/><Relationship Id="rId2" Type="http://schemas.openxmlformats.org/officeDocument/2006/relationships/notesSlide" Target="../notesSlides/notesSlide3.xml"/><Relationship Id="rId1" Type="http://schemas.openxmlformats.org/officeDocument/2006/relationships/slideLayout" Target="../slideLayouts/slideLayout135.xml"/><Relationship Id="rId6" Type="http://schemas.openxmlformats.org/officeDocument/2006/relationships/image" Target="../media/image29.png"/><Relationship Id="rId11" Type="http://schemas.openxmlformats.org/officeDocument/2006/relationships/image" Target="../media/image34.png"/><Relationship Id="rId5" Type="http://schemas.microsoft.com/office/2007/relationships/hdphoto" Target="../media/hdphoto1.wdp"/><Relationship Id="rId10" Type="http://schemas.openxmlformats.org/officeDocument/2006/relationships/image" Target="../media/image33.PNG"/><Relationship Id="rId4" Type="http://schemas.openxmlformats.org/officeDocument/2006/relationships/image" Target="../media/image28.png"/><Relationship Id="rId9" Type="http://schemas.openxmlformats.org/officeDocument/2006/relationships/image" Target="../media/image3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3.xml"/></Relationships>
</file>

<file path=ppt/slides/_rels/slide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xml"/><Relationship Id="rId1" Type="http://schemas.openxmlformats.org/officeDocument/2006/relationships/slideLayout" Target="../slideLayouts/slideLayout44.xml"/></Relationships>
</file>

<file path=ppt/slides/_rels/slide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8.xml"/><Relationship Id="rId1" Type="http://schemas.openxmlformats.org/officeDocument/2006/relationships/slideLayout" Target="../slideLayouts/slideLayout33.xml"/></Relationships>
</file>

<file path=ppt/slides/_rels/slide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9.xml"/><Relationship Id="rId1" Type="http://schemas.openxmlformats.org/officeDocument/2006/relationships/slideLayout" Target="../slideLayouts/slideLayout44.xml"/></Relationships>
</file>

<file path=ppt/slides/_rels/slide1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0.xml"/><Relationship Id="rId1" Type="http://schemas.openxmlformats.org/officeDocument/2006/relationships/slideLayout" Target="../slideLayouts/slideLayout44.xml"/></Relationships>
</file>

<file path=ppt/slides/_rels/slide1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133.xml"/></Relationships>
</file>

<file path=ppt/slides/_rels/slide1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2.xml"/><Relationship Id="rId1" Type="http://schemas.openxmlformats.org/officeDocument/2006/relationships/slideLayout" Target="../slideLayouts/slideLayout133.xml"/></Relationships>
</file>

<file path=ppt/slides/_rels/slide1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3.xml"/><Relationship Id="rId1" Type="http://schemas.openxmlformats.org/officeDocument/2006/relationships/slideLayout" Target="../slideLayouts/slideLayout12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8.xml"/></Relationships>
</file>

<file path=ppt/slides/_rels/slide1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5.xml"/><Relationship Id="rId1" Type="http://schemas.openxmlformats.org/officeDocument/2006/relationships/slideLayout" Target="../slideLayouts/slideLayout133.xml"/></Relationships>
</file>

<file path=ppt/slides/_rels/slide1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6.xml"/><Relationship Id="rId1" Type="http://schemas.openxmlformats.org/officeDocument/2006/relationships/slideLayout" Target="../slideLayouts/slideLayout12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8.xml"/></Relationships>
</file>

<file path=ppt/slides/_rels/slide1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8.xml"/><Relationship Id="rId1" Type="http://schemas.openxmlformats.org/officeDocument/2006/relationships/slideLayout" Target="../slideLayouts/slideLayout133.xml"/></Relationships>
</file>

<file path=ppt/slides/_rels/slide1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9.xml"/><Relationship Id="rId1" Type="http://schemas.openxmlformats.org/officeDocument/2006/relationships/slideLayout" Target="../slideLayouts/slideLayout12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8.xml"/></Relationships>
</file>

<file path=ppt/slides/_rels/slide2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1.xml"/><Relationship Id="rId1" Type="http://schemas.openxmlformats.org/officeDocument/2006/relationships/slideLayout" Target="../slideLayouts/slideLayout12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7.xml"/></Relationships>
</file>

<file path=ppt/slides/_rels/slide2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3.xml"/><Relationship Id="rId1" Type="http://schemas.openxmlformats.org/officeDocument/2006/relationships/slideLayout" Target="../slideLayouts/slideLayout13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8.xml"/></Relationships>
</file>

<file path=ppt/slides/_rels/slide2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5.xml"/><Relationship Id="rId1" Type="http://schemas.openxmlformats.org/officeDocument/2006/relationships/slideLayout" Target="../slideLayouts/slideLayout13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8.xml"/></Relationships>
</file>

<file path=ppt/slides/_rels/slide2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7.xml"/><Relationship Id="rId1" Type="http://schemas.openxmlformats.org/officeDocument/2006/relationships/slideLayout" Target="../slideLayouts/slideLayout133.xml"/></Relationships>
</file>

<file path=ppt/slides/_rels/slide2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8.xml"/><Relationship Id="rId1" Type="http://schemas.openxmlformats.org/officeDocument/2006/relationships/slideLayout" Target="../slideLayouts/slideLayout12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7.xml"/></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2.xml"/><Relationship Id="rId1" Type="http://schemas.openxmlformats.org/officeDocument/2006/relationships/slideLayout" Target="../slideLayouts/slideLayout133.xml"/></Relationships>
</file>

<file path=ppt/slides/_rels/slide33.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33.xml"/><Relationship Id="rId1" Type="http://schemas.openxmlformats.org/officeDocument/2006/relationships/slideLayout" Target="../slideLayouts/slideLayout133.xml"/></Relationships>
</file>

<file path=ppt/slides/_rels/slide3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82.xml"/></Relationships>
</file>

<file path=ppt/slides/_rels/slide35.xml.rels><?xml version="1.0" encoding="UTF-8" standalone="yes"?>
<Relationships xmlns="http://schemas.openxmlformats.org/package/2006/relationships"><Relationship Id="rId3" Type="http://schemas.openxmlformats.org/officeDocument/2006/relationships/image" Target="../media/image54.jpg"/><Relationship Id="rId2" Type="http://schemas.openxmlformats.org/officeDocument/2006/relationships/notesSlide" Target="../notesSlides/notesSlide34.xml"/><Relationship Id="rId1" Type="http://schemas.openxmlformats.org/officeDocument/2006/relationships/slideLayout" Target="../slideLayouts/slideLayout95.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slide" Target="slide1.xml"/></Relationships>
</file>

<file path=ppt/slides/_rels/slide3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5.xml"/><Relationship Id="rId1" Type="http://schemas.openxmlformats.org/officeDocument/2006/relationships/slideLayout" Target="../slideLayouts/slideLayout122.xml"/></Relationships>
</file>

<file path=ppt/slides/_rels/slide37.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3"/>
          <a:stretch>
            <a:fillRect/>
          </a:stretch>
        </p:blipFill>
        <p:spPr>
          <a:xfrm>
            <a:off x="3808412" y="3225112"/>
            <a:ext cx="404035" cy="308968"/>
          </a:xfrm>
          <a:prstGeom prst="rect">
            <a:avLst/>
          </a:prstGeom>
        </p:spPr>
      </p:pic>
      <p:sp>
        <p:nvSpPr>
          <p:cNvPr id="2" name="Title 1"/>
          <p:cNvSpPr>
            <a:spLocks noGrp="1"/>
          </p:cNvSpPr>
          <p:nvPr>
            <p:ph type="ctrTitle"/>
          </p:nvPr>
        </p:nvSpPr>
        <p:spPr/>
        <p:txBody>
          <a:bodyPr/>
          <a:lstStyle/>
          <a:p>
            <a:r>
              <a:rPr lang="en-US" dirty="0">
                <a:latin typeface="HP Simplified Light" pitchFamily="34" charset="0"/>
              </a:rPr>
              <a:t/>
            </a:r>
            <a:br>
              <a:rPr lang="en-US" dirty="0">
                <a:latin typeface="HP Simplified Light" pitchFamily="34" charset="0"/>
              </a:rPr>
            </a:br>
            <a:r>
              <a:rPr lang="en-US" dirty="0" smtClean="0">
                <a:latin typeface="HP Simplified Light" pitchFamily="34" charset="0"/>
              </a:rPr>
              <a:t/>
            </a:r>
            <a:br>
              <a:rPr lang="en-US" dirty="0" smtClean="0">
                <a:latin typeface="HP Simplified Light" pitchFamily="34" charset="0"/>
              </a:rPr>
            </a:br>
            <a:endParaRPr lang="en-US" dirty="0"/>
          </a:p>
        </p:txBody>
      </p:sp>
      <p:sp>
        <p:nvSpPr>
          <p:cNvPr id="8" name="Subtitle 7"/>
          <p:cNvSpPr>
            <a:spLocks noGrp="1"/>
          </p:cNvSpPr>
          <p:nvPr>
            <p:ph type="subTitle" idx="1"/>
          </p:nvPr>
        </p:nvSpPr>
        <p:spPr>
          <a:xfrm>
            <a:off x="438798" y="4483021"/>
            <a:ext cx="9141619" cy="1219200"/>
          </a:xfrm>
        </p:spPr>
        <p:txBody>
          <a:bodyPr>
            <a:normAutofit/>
          </a:bodyPr>
          <a:lstStyle/>
          <a:p>
            <a:r>
              <a:rPr lang="en-US" sz="2400" dirty="0" smtClean="0">
                <a:latin typeface="HP Simplified" pitchFamily="34" charset="0"/>
                <a:cs typeface="HP Simplified" pitchFamily="34" charset="0"/>
              </a:rPr>
              <a:t>June 2015</a:t>
            </a:r>
            <a:endParaRPr lang="en-US" sz="2400" dirty="0">
              <a:latin typeface="HP Simplified" pitchFamily="34" charset="0"/>
              <a:cs typeface="HP Simplified" pitchFamily="34" charset="0"/>
            </a:endParaRPr>
          </a:p>
        </p:txBody>
      </p:sp>
      <p:sp>
        <p:nvSpPr>
          <p:cNvPr id="5" name="Title 4"/>
          <p:cNvSpPr txBox="1">
            <a:spLocks/>
          </p:cNvSpPr>
          <p:nvPr/>
        </p:nvSpPr>
        <p:spPr bwMode="black">
          <a:xfrm>
            <a:off x="433965" y="2220180"/>
            <a:ext cx="10376366" cy="965906"/>
          </a:xfrm>
          <a:prstGeom prst="rect">
            <a:avLst/>
          </a:prstGeom>
          <a:ln>
            <a:noFill/>
          </a:ln>
        </p:spPr>
        <p:txBody>
          <a:bodyPr vert="horz" wrap="square" lIns="0" tIns="0" rIns="0" bIns="0" rtlCol="0" anchor="b" anchorCtr="0">
            <a:noAutofit/>
          </a:bodyPr>
          <a:lstStyle/>
          <a:p>
            <a:pPr defTabSz="609448">
              <a:lnSpc>
                <a:spcPct val="90000"/>
              </a:lnSpc>
              <a:spcBef>
                <a:spcPct val="0"/>
              </a:spcBef>
              <a:defRPr/>
            </a:pPr>
            <a:r>
              <a:rPr lang="en-US" sz="3732" b="1" spc="-133" dirty="0" smtClean="0">
                <a:solidFill>
                  <a:schemeClr val="accent1"/>
                </a:solidFill>
                <a:latin typeface="HP Simplified" pitchFamily="34" charset="0"/>
                <a:ea typeface="+mj-ea"/>
                <a:cs typeface="HP Simplified" pitchFamily="34" charset="0"/>
              </a:rPr>
              <a:t>A year in the life of HP Security research</a:t>
            </a:r>
            <a:endParaRPr lang="en-US" sz="3732" b="1" spc="-133" dirty="0">
              <a:solidFill>
                <a:srgbClr val="000000"/>
              </a:solidFill>
              <a:latin typeface="HP Simplified" pitchFamily="34" charset="0"/>
              <a:ea typeface="+mj-ea"/>
              <a:cs typeface="HP Simplified" pitchFamily="34" charset="0"/>
            </a:endParaRPr>
          </a:p>
        </p:txBody>
      </p:sp>
      <p:sp>
        <p:nvSpPr>
          <p:cNvPr id="7" name="Subtitle 5"/>
          <p:cNvSpPr txBox="1">
            <a:spLocks/>
          </p:cNvSpPr>
          <p:nvPr/>
        </p:nvSpPr>
        <p:spPr bwMode="black">
          <a:xfrm>
            <a:off x="410526" y="3225112"/>
            <a:ext cx="9141619" cy="1218883"/>
          </a:xfrm>
          <a:prstGeom prst="rect">
            <a:avLst/>
          </a:prstGeom>
        </p:spPr>
        <p:txBody>
          <a:bodyPr vert="horz" wrap="square" lIns="0" tIns="0" rIns="0" bIns="0" rtlCol="0">
            <a:noAutofit/>
          </a:bodyPr>
          <a:lstStyle/>
          <a:p>
            <a:pPr>
              <a:lnSpc>
                <a:spcPct val="90000"/>
              </a:lnSpc>
              <a:spcBef>
                <a:spcPts val="1200"/>
              </a:spcBef>
              <a:spcAft>
                <a:spcPts val="533"/>
              </a:spcAft>
              <a:buSzPct val="100000"/>
              <a:defRPr/>
            </a:pPr>
            <a:r>
              <a:rPr lang="en-US" sz="2400" dirty="0">
                <a:solidFill>
                  <a:srgbClr val="000000"/>
                </a:solidFill>
                <a:latin typeface="HP Simplified" pitchFamily="34" charset="0"/>
                <a:cs typeface="HP Simplified" pitchFamily="34" charset="0"/>
              </a:rPr>
              <a:t>Mark </a:t>
            </a:r>
            <a:r>
              <a:rPr lang="en-US" sz="2400" dirty="0" smtClean="0">
                <a:solidFill>
                  <a:srgbClr val="000000"/>
                </a:solidFill>
                <a:latin typeface="HP Simplified" pitchFamily="34" charset="0"/>
                <a:cs typeface="HP Simplified" pitchFamily="34" charset="0"/>
              </a:rPr>
              <a:t>Painter  (@</a:t>
            </a:r>
            <a:r>
              <a:rPr lang="en-US" sz="2400" dirty="0" err="1" smtClean="0">
                <a:solidFill>
                  <a:srgbClr val="000000"/>
                </a:solidFill>
                <a:latin typeface="HP Simplified" pitchFamily="34" charset="0"/>
                <a:cs typeface="HP Simplified" pitchFamily="34" charset="0"/>
              </a:rPr>
              <a:t>secpainter</a:t>
            </a:r>
            <a:r>
              <a:rPr lang="en-US" sz="2400" dirty="0" smtClean="0">
                <a:solidFill>
                  <a:srgbClr val="000000"/>
                </a:solidFill>
                <a:latin typeface="HP Simplified" pitchFamily="34" charset="0"/>
                <a:cs typeface="HP Simplified" pitchFamily="34" charset="0"/>
              </a:rPr>
              <a:t>)</a:t>
            </a:r>
            <a:br>
              <a:rPr lang="en-US" sz="2400" dirty="0" smtClean="0">
                <a:solidFill>
                  <a:srgbClr val="000000"/>
                </a:solidFill>
                <a:latin typeface="HP Simplified" pitchFamily="34" charset="0"/>
                <a:cs typeface="HP Simplified" pitchFamily="34" charset="0"/>
              </a:rPr>
            </a:br>
            <a:r>
              <a:rPr lang="en-US" sz="2400" dirty="0" smtClean="0">
                <a:solidFill>
                  <a:srgbClr val="000000"/>
                </a:solidFill>
                <a:latin typeface="HP Simplified" pitchFamily="34" charset="0"/>
                <a:cs typeface="HP Simplified" pitchFamily="34" charset="0"/>
              </a:rPr>
              <a:t>HP </a:t>
            </a:r>
            <a:r>
              <a:rPr lang="en-US" sz="2400" dirty="0">
                <a:solidFill>
                  <a:srgbClr val="000000"/>
                </a:solidFill>
                <a:latin typeface="HP Simplified" pitchFamily="34" charset="0"/>
                <a:cs typeface="HP Simplified" pitchFamily="34" charset="0"/>
              </a:rPr>
              <a:t>Enterprise Security </a:t>
            </a:r>
            <a:r>
              <a:rPr lang="en-US" sz="2400" dirty="0" smtClean="0">
                <a:solidFill>
                  <a:srgbClr val="000000"/>
                </a:solidFill>
                <a:latin typeface="HP Simplified" pitchFamily="34" charset="0"/>
                <a:cs typeface="HP Simplified" pitchFamily="34" charset="0"/>
              </a:rPr>
              <a:t>Products</a:t>
            </a:r>
            <a:br>
              <a:rPr lang="en-US" sz="2400" dirty="0" smtClean="0">
                <a:solidFill>
                  <a:srgbClr val="000000"/>
                </a:solidFill>
                <a:latin typeface="HP Simplified" pitchFamily="34" charset="0"/>
                <a:cs typeface="HP Simplified" pitchFamily="34" charset="0"/>
              </a:rPr>
            </a:br>
            <a:r>
              <a:rPr lang="en-US" sz="2400" dirty="0" smtClean="0">
                <a:solidFill>
                  <a:srgbClr val="000000"/>
                </a:solidFill>
                <a:latin typeface="HP Simplified" pitchFamily="34" charset="0"/>
                <a:cs typeface="HP Simplified" pitchFamily="34" charset="0"/>
              </a:rPr>
              <a:t>Security Evangelist</a:t>
            </a:r>
          </a:p>
          <a:p>
            <a:pPr>
              <a:lnSpc>
                <a:spcPct val="90000"/>
              </a:lnSpc>
              <a:spcBef>
                <a:spcPts val="1200"/>
              </a:spcBef>
              <a:spcAft>
                <a:spcPts val="533"/>
              </a:spcAft>
              <a:buSzPct val="100000"/>
              <a:defRPr/>
            </a:pPr>
            <a:r>
              <a:rPr lang="en-US" sz="2400" dirty="0" smtClean="0">
                <a:solidFill>
                  <a:srgbClr val="000000"/>
                </a:solidFill>
                <a:latin typeface="HP Simplified" pitchFamily="34" charset="0"/>
                <a:cs typeface="HP Simplified" pitchFamily="34" charset="0"/>
              </a:rPr>
              <a:t> </a:t>
            </a:r>
            <a:endParaRPr lang="en-US" sz="2400" dirty="0">
              <a:solidFill>
                <a:srgbClr val="000000"/>
              </a:solidFill>
              <a:latin typeface="HP Simplified" pitchFamily="34" charset="0"/>
              <a:cs typeface="HP Simplified" pitchFamily="34" charset="0"/>
            </a:endParaRPr>
          </a:p>
        </p:txBody>
      </p:sp>
      <p:sp>
        <p:nvSpPr>
          <p:cNvPr id="3" name="AutoShape 2" descr="data:image/jpeg;base64,/9j/4AAQSkZJRgABAQAAAQABAAD/2wCEAAkGBxEREhMQDxQPDxIUERAYEhIQFxERFRQXFRMWFxUVFxYYHCggGSYmGxYTITEhJSovLjA6Fx82ODMsOSgwLywBCgoKDg0OGhAQGiwkICUsLSwrKywsLDcsLCwsLzAsLCwuLiwsLCwsLCwsLCwsLCwsLCwvLCwsLCwsLCwsLCwsNP/AABEIAMIBAwMBEQACEQEDEQH/xAAcAAEAAgMBAQEAAAAAAAAAAAAABgcDBAUBCAL/xABHEAACAgEBBQQGBAsDDQAAAAABAgADBBEFBhIhMQcTQVEiYXGBkaEUMkJSIzQ1cnSDkrGys8FTo9IVNkNUY3OCk6K0wtHx/8QAGgEBAAMBAQEAAAAAAAAAAAAAAAEEBQYDAv/EADIRAQACAQICCAYBAwUAAAAAAAABAgMEEQUxEiEzQVFxgbETMmGRwdE0IkJSFCNDoeH/2gAMAwEAAhEDEQA/ALxgICAgICAgICAgICAgICAgICAgICAgICAgICAgICAgICAgICAgICAgICAgICAgICAgICAgICAgICAgICAgICAgICAgICAgICAgICAgICAgICAgICAgICAgICAgICAgICAgICAgICAgICAgICAgICBiychK1L2MqKBzZiFA9pMmtZtO0RvKLWisbzKFbZ7SqK9VxkbIP3zrXX7tRxH4e+aeHhWS3Xkno+7Py8RpXqpG/siOfv7n2/VsWgeVSgfNtTNHHw3T15xv5qV9dmt37eTkWbezGOpycr3W2D9xlmNPhjlSPtDwnPln+6fu8/y3l/6zl/8AOu/xSf8AT4v8I+0Hxsn+U/eW7ib359f1cixh5WcNg/6gTPK+h09udfs+66rNX+77pLsrtOcaDKpVx4vSeE/sMdD8RKOXhFf+O33/AGt4+JWj567+SdbG2/jZY1x7Fcgekh9F19qnn7+kyc2nyYZ2vH6aOLPjyx/TP7dSeL2ICAgICAgICAgICAgICAgICAgICAgICBwd6N6KcJPS9O1h6FSnmfWfuj1y1pdJfUT1cu+VbUamuGOvn4Kh27t7IzH4r21APo1ryRPYP6nnOj0+mx4I2pHr3sTNnvlne0+nc5k93iQEBAQED90XMjB0ZkZTqrKSCPYRItWLRtMbwmJmJ3hZO6G//GVoziFY8lv6Kx8A46A+vp7JiazhvR/rw8vD9NbTa7f+nJ91hAzHab2AgICAgICAgICAgICAgICAgICAgIHA3u3jTCp4uTWtqKk8z94+octfcPGWtJpZ1F9u6Ocq2p1EYab9/dClc3LsudrbWLux1Zj/AE8h5CdRSlaVitY2iGBa9rzNrc2GfT5ICAgICAgICBYXZ5vcQVw8ltVOgosbwPhWx8j4H3eUxuI6Lq+Ljjzj8/tqaLVbT8O/pKzZiNYgICAgICAgICAgICAgICAgICAgYsm9a1Z3IVVUsxPgANSZNazado5omYiN5URvJtl8y97m1A6VqfsoOg/qfbOs02CMOOKR6+bnM+act5tPp5OZPd4kBAQEBAQEBAQEC6Nwdv8A0vHAsOt1Wi2ebcvRf3gfEGcxr9N8HJ1cp5fpv6PP8XH1845pPKS2QEBAQEBAQEBAQEBAQEBAQEBAg3artXu6ExlOjXNq35iaE/FuH4GanCsPSyTee73Z3EcvRpFI7/ZVM6BjEBAQEBAQEBAQEBAkG4m1fo2ZWSdEsIrfy0Y+ifc2nzlPX4fi4Z8Y64WtHl+HljwnqXfOXdAQEBAQEBAQEBAQEBAQEBAQEBApftIzO8zrF8KlrQfDib5sfhOl4bj6OnifHrYOuv0s0x4dSMS+pkBAQED9V1sxCqGZj0VQWJ9gHORMxEbzKYiZnaGXJwra+dtdtQPQ2I6A+8iRXJS3yzE+UptS1ecTHowT6fJAQEBAezl5QPoHYeZ3+PTd9+qtj7So1+es4/NT4eS1PCZdNhv06RbxhvTzehAQEBAQEBAQEBAQEBAQEBAQKA3ht48rJY+ORd8rGA+QE67T16OGkfSPZzWad8lp+sufPZ5EBAQPUQsQqjUkgAeZJ0A+MiZiI3lMRv1QvTdfd2rCqCoAbCB3tn2mPjz8B5CcpqdTfPfeZ6u6HRafBXFXaOffLrX0K6lHVXUjQqwBBHkQZXrM1neHtMRMbSpXfnYK4eTw1691YvHWDz4eejJ69D+8Tp9DqZz497c46pYGrwfCvtHKeSPS6qkBAQEC6ezi3i2fTr9k2r8LX0+Wk5niMbai3p7N/Qzvgqk0orZAQEBAQEBAQEBAQEBAQEBAQPnzbS6ZOQPLIvH9406/B14q+Uezmcvz28592nPV5kBAQMuJf3dldnXgsrbTz4WDafKfN69Ks18Yl9Vt0bRPg+hMTJWxFsrIZHUMpHiCNROOtWazNZ5w6etotG8M0hKpu1bPWzJrqUgmms8ZHgzkHh9wVT750HCcc1xTae+fZi8RvFskVjuQmajPICAgIFzdma6bPq9b3H+9Yf0nNcS/kW9PZvaDsI9fdKZQXCAgICAgICAgICAgICAgICAgUbvzi91nZA6BnDj18ahj8yfhOp0F+lp6/Tq+zntXXo5rfdwpbViAgICBM+zXbN65NeKH1pfvCUbnwkIzaqfDmOY6TM4lgpOOcm3XG3uv6HNeMkU36pTTtC2tdi4oehgjtaqFtASAVYnh15a8hzmXw/DTNl2vyiN1/W5bY8e9VMuxJLMSxJJJJ1JJ6knxnTx1dUMKZmebyEEBAQEC990MXusLHQ8j3Skj1v6Z+bGcnq79PPe31dHpq9HFWPo7ErvcgICAgICAgICAgICAgICAgIFadrezSGpygORBrc+sasn/AJ/ATb4Tl6rY584ZPEsfXF/SfwrubLLICAgIEj7O/wAoUfrf5TylxH+Nb091vRdvHqm3az+J1/pCfwWTL4T20+X5hf4j2Ueapp0LFICAgIG/sHZxyciqgfbccWngo5uf2QZ46jLGLFa/hH/b1w4/iZIqv9RoNByHhORdK9gICAgICAgICAgICAgICAgICBzt4NlrlY9lDcuJfRP3WHNW9x0nrgzTiyReO55ZsUZKTWVC5OO1btXYCroxVgfAg6GdbW0WiLV5S5uazWdp5wxz6QQEBAkfZ3+UKP1v8p5S4j/Gt6e63ou3j1TbtZ/E6/0hP4LJl8J7afL8wv8AEeyjzVNOhYpAQEBAszsr2Hwq2ZYNC4K1a/cB9JveRp7vXMLiuo3mMUd3Pz/8a/DsO0Tknv5eSw5kNMgICAgICAgICAgICAgICAgICAgV/wBpO65sBzKF1sUfhkHV1H2wPEgdfMeya3DdX0J+Feeru8/Bm67TTb/crz71XibzHewEBAkfZ3+UKP1v8p5S4j/Gt6e63ou3j1TbtZ/E6/0hP4LJl8J7afL8wv8AEeyjzVNOhYpAQEDu7obuvm3BeYpQg3P6vuA+Z+XXy1qazVRgpv3zy/azptPOa23d3ruoqVFVEAVVACgcgABoAJy8zMzvLoIiIjaGSQkgICAgICAgICAgICAgICAgICAgeGBXG+u4pJbIwl5nU2UDlqfFq/8AD8PKbOi4jtEY8s+U/tlavRb/ANeP1hXJBBIOoIOhB5EHyIm2y3kIIEj7O/yhR+t/lPKXEf41vT3W9F28eqbdrP4nX+kJ/BZMvhPbT5fmF/iPZR5qmnQsUgIHf3W3VuzWBGtdIPp2kfEJ94/ISpqtZTBG3O3h+1nT6W+afCPH9Lk2Ts2rGqWmleFF+JPixPiT5zmcuW+W3TvPW3seOuOvRq3J8PsgICAgICAgICAgICAgICAgICAgICAgRzeTc/GzNWI7q7+1r01P5w6N+/1y5ptbkwdUdceEqufSUy9fKfFW+2dx83H1IT6Qn36NWPvT6w92vtm1h4jhyc52n6/tlZdFlx928fRG2BBIIII6g8iPaJeid+uFRI+zv8oUfrf5TylxH+Nb091vRdvHqm3ax+J1/pCfy7Jl8J7afL8wv8R7KPNUpM6FiulsvYWVk6dxTY4P29OFP220Hznjl1OLF89tvf7PXHgyZPlr+k93f7N0Qh81ha39kmoT/ibq3y98x9RxW1urFG3172lh4dEdeSd/p3J9TUqAKgCqBoFUAADyAEypmZneWlEREbQ/chJAQEBAQEBAQEBAQEBAQEBAQEBAQEBAQEBA1c3ZtNw0uqqtH+0VX/eJ90yXp8szD4tjrb5o3aOJuvh02LdVSldi68LKWGmoIPLXToTPW+qzXp0LWmYeddNipbpVrtLa2rsmnJQV5Cd4oYMASw5gEa8iPAmeeLNfFPSpO0vvJipkja0bsGHu5h1HWvHoU/e4FLftHnPu+pzX+a8/d810+KvKsOoBPB7PYCAgICAgICAgICAgICAgICAgc/b+1UxMa7KsBK01s5VeraDko9ZOg98CqN2+0ja2ZlVlaKRid/UlxrqucVK7AHit4tAdD1IA8dITsn+7W/GLn5F+PjcRFIT8I/oCwsWBFanmQOE8z5++EJDXmVsdFetj5Kyk/IwI5kb9Yq7Qr2Yur3MWFj8lrqIrLhSx+sx5DQefXXlAk1uQi6BmVSenEQNfZrAyQIj2nby37OxFyMYVM5vrT8KrMujBieSsp8B4wK+p7XdpUiq7MxaTj26lGrW2rjVSA5rZnYEjXoflCdlyVbSpKJZxoquisvGQpKsNQdCYQy2ZVagFnRQehZlAPsJ6wPVvUnhVlJ010BBOnnpAr/sy36yNoW5aZQx0ShayhrDpyZrAeIs5H2R5QLBpuVxqjKw81IYfEQP2TAwY+dVYSK7KrCv1gjKxHtAPKBXG8naRkJtJdnYVNVgW2lLbH43Y8RU2cIUgDhUnmdeYMJWdCFd7M34ybNt3bMcY4x6+90YK4s9GpXGrF+Hx8oE8GfURqLKiNQNeNdNT0HWBmttVAWchVA1LMQAB5knpArffHtBux8/DxcM4l1F5x+NzxWEd5kGshXRwo5eYMDe3G3n2hk5OXXnVJRTSGNT93ZVqBay6lnYg+iAdRp1gTanMqc6I9bkdQrKx+AMDPAQEBAQEBAQEDnbxYlF2NdTlMEpsrZLGYhAA3LXiPTmRAoPdXOt2dtJ9n13DIxr71x7TUQVcW6ItqeCsvGNdPusOeghJ2Y/RcW/LzMh3X6FQ/dIpQNbxCytgARqToF6afW58oEd2pjKlNWbi4dmFUbLBVf35uLtX4DVQVIKnn0PPygSjM2ZU28L1XOyp34uLlkUlxQuQF1I00Nmi+fOBHe/O0nte6vJzc+9/wKKRwVKeZJ18B9ULyAAJJgX32YYF9GEtWRkV5TK7gd23eCoDQGnvNfT4WDezp4Qhx+3f8mr+lU/wvBCndq49tWNgW5Noysd1tavFFjK1SK694h+5xeY8vVD6Szfm7G2hmtTiYNuTbTiKvGLjUK0rUN6Nemh4e8A5nmeWkIhFbbS2xa1Y8SJtawIp5gA4StoAeg1JOnrMDrUbGOztpbLNdjM14wbGbThI76wI9fLqunLnAjqbQtrqzaqwe7velbm58lR7WRD+cdf2DA+lNxdm0Y2Dj14pV6u6VhYv+kLjiZ/eTCEP7edq3U4lNVRZFvtZbSuoJVU1FevrP8MJhWe8Gya9lLhZmBmLde6d4e74RwFVVvsn6pOqlW6/GB1NnbvV37fbGsNir3xvOnDxcZRcnhOo0042I89PXzgfQsIUZj/5x5/+7zP+1X/5CUE2Pu6l2zsrNLkfRnxVFXCCr96QpYnwPMdPI+4OvtTad2TTsrCvuavHNa8VjkleeTbXxv8Ae4ERdNfOB5tPYdGDtXGx8a8ZSDIwWLjgJUtcuqMV5EgAHl94Qltbs7Rpxjtp70a1LEeo11nu2c25LoV4vsjQnU+QMIaGBjGjN2ZfVjNgLfdjtSRa13eI1yKWBPNRo2hHiD05wl9PQ+SAgICAgICAgcvefY4zcW7ELmoXIV4wA3DzB14SRr0gRDc/snxsG5cmy18q2vnVqorrRtCOLhBJJ58tTp46a84Tu/Gz+yPEryL7nssuquS9RSwA4Bd1IcHUkc9DoNPXCHOs7EqSvB9Ny+EMSqstZVdevo9NenMadOkJ3dna/ZhRkZ1eebbE4Xx3eoKpV2p4dOZ5qCEUEc4Q09v9j2Nfc91F12J3hY2VoqumrHVuHUgrqT05j1QndMN0d3KtnYyYlLO6KXPFZw6ksdT0AA5+EIYd9t102njjGex6QLUfiQKx9EEaaH2wIZg9iGGjh7b8i5QQWr0qQPp9liBrp7NITu6e8XZXjZWS2VXdk4jWDS1aCoDeiFOmo1XUAAjmD5QhqN2P0fRfof0m/h+km/j4a9dTSKuHTppoNYTu6m0+zqu/Iw8k32qcSvGRVCoQ/cPxAsTzGvqhDU2b2UY9VWZS91toy1QEsqA1Mjs6OmniGbx8oN0m3O3e/wAn44xRdZkIrMUNgUMoY6leXhrqffA2N49gUZ9DY+SpZCQQVOjIw6Mp8D/7MCFbD7G8LHuW6yy/JCMGWuzu1QkHVS/CuraeXIeqE7u3jbiVptN9rC2wu/FrUQnANahX169BCEugQxez6oZ920Rdbx3Lapr0ThHeViskHry01gaOzuyymnCycAZFxTIeli5WviXuiCABpoddIGbJ7LsS3CpwrHtLUd53WSvAtg43LMpGhUjU9CPDwMJ3cjZ/Ytj02U2jKyGNVtb8JWoKxRwwHIagcoN2/i9k2Kv0tbLb7Vy9CR6CmthabVdCB1DHx19esI3amD2OUV2U2/S8tzTYjIrd2V9Bw6qBp6I1B108zCd1nQggICAgICAgICAgICAgICAgICAgICAgICAgICAgICAgICAgICAgICAgICAgICAgICAgICAgICAgICAgICAgICAgICAgICAgICAgICAgICAgICAgICAgICAgICAgICAgICAgICAgICAgICAgICAgICAgICAgICAgICAgICAgICAgICAgICAgICAgf//Z"/>
          <p:cNvSpPr>
            <a:spLocks noChangeAspect="1" noChangeArrowheads="1"/>
          </p:cNvSpPr>
          <p:nvPr/>
        </p:nvSpPr>
        <p:spPr bwMode="auto">
          <a:xfrm>
            <a:off x="207379" y="-191673"/>
            <a:ext cx="406294" cy="40629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888" tIns="60944" rIns="121888" bIns="60944" numCol="1" anchor="t" anchorCtr="0" compatLnSpc="1">
            <a:prstTxWarp prst="textNoShape">
              <a:avLst/>
            </a:prstTxWarp>
          </a:bodyPr>
          <a:lstStyle/>
          <a:p>
            <a:endParaRPr lang="en-US" sz="2399"/>
          </a:p>
        </p:txBody>
      </p:sp>
      <p:sp>
        <p:nvSpPr>
          <p:cNvPr id="4" name="AutoShape 4" descr="data:image/jpeg;base64,/9j/4AAQSkZJRgABAQAAAQABAAD/2wCEAAkGBxEREhMQDxQPDxIUERAYEhIQFxERFRQXFRMWFxUVFxYYHCggGSYmGxYTITEhJSovLjA6Fx82ODMsOSgwLywBCgoKDg0OGhAQGiwkICUsLSwrKywsLDcsLCwsLzAsLCwuLiwsLCwsLCwsLCwsLCwsLCwvLCwsLCwsLCwsLCwsNP/AABEIAMIBAwMBEQACEQEDEQH/xAAcAAEAAgMBAQEAAAAAAAAAAAAABgcDBAUBCAL/xABHEAACAgEBBQQGBAsDDQAAAAABAgADBBEFBhIhMQcTQVEiYXGBkaEUMkJSIzQ1cnSDkrGys8FTo9IVNkNUY3OCk6K0wtHx/8QAGgEBAAMBAQEAAAAAAAAAAAAAAAEEBQYDAv/EADIRAQACAQICCAYBAwUAAAAAAAABAgMEEQUxEiEzQVFxgbETMmGRwdE0IkJSFCNDoeH/2gAMAwEAAhEDEQA/ALxgICAgICAgICAgICAgICAgICAgICAgICAgICAgICAgICAgICAgICAgICAgICAgICAgICAgICAgICAgICAgICAgICAgICAgICAgICAgICAgICAgICAgICAgICAgICAgICAgICAgICAgICAgICAgICBiychK1L2MqKBzZiFA9pMmtZtO0RvKLWisbzKFbZ7SqK9VxkbIP3zrXX7tRxH4e+aeHhWS3Xkno+7Py8RpXqpG/siOfv7n2/VsWgeVSgfNtTNHHw3T15xv5qV9dmt37eTkWbezGOpycr3W2D9xlmNPhjlSPtDwnPln+6fu8/y3l/6zl/8AOu/xSf8AT4v8I+0Hxsn+U/eW7ib359f1cixh5WcNg/6gTPK+h09udfs+66rNX+77pLsrtOcaDKpVx4vSeE/sMdD8RKOXhFf+O33/AGt4+JWj567+SdbG2/jZY1x7Fcgekh9F19qnn7+kyc2nyYZ2vH6aOLPjyx/TP7dSeL2ICAgICAgICAgICAgICAgICAgICAgICBwd6N6KcJPS9O1h6FSnmfWfuj1y1pdJfUT1cu+VbUamuGOvn4Kh27t7IzH4r21APo1ryRPYP6nnOj0+mx4I2pHr3sTNnvlne0+nc5k93iQEBAQED90XMjB0ZkZTqrKSCPYRItWLRtMbwmJmJ3hZO6G//GVoziFY8lv6Kx8A46A+vp7JiazhvR/rw8vD9NbTa7f+nJ91hAzHab2AgICAgICAgICAgICAgICAgICAgIHA3u3jTCp4uTWtqKk8z94+octfcPGWtJpZ1F9u6Ocq2p1EYab9/dClc3LsudrbWLux1Zj/AE8h5CdRSlaVitY2iGBa9rzNrc2GfT5ICAgICAgICBYXZ5vcQVw8ltVOgosbwPhWx8j4H3eUxuI6Lq+Ljjzj8/tqaLVbT8O/pKzZiNYgICAgICAgICAgICAgICAgICAgYsm9a1Z3IVVUsxPgANSZNazado5omYiN5URvJtl8y97m1A6VqfsoOg/qfbOs02CMOOKR6+bnM+act5tPp5OZPd4kBAQEBAQEBAQEC6Nwdv8A0vHAsOt1Wi2ebcvRf3gfEGcxr9N8HJ1cp5fpv6PP8XH1845pPKS2QEBAQEBAQEBAQEBAQEBAQEBAg3artXu6ExlOjXNq35iaE/FuH4GanCsPSyTee73Z3EcvRpFI7/ZVM6BjEBAQEBAQEBAQEBAkG4m1fo2ZWSdEsIrfy0Y+ifc2nzlPX4fi4Z8Y64WtHl+HljwnqXfOXdAQEBAQEBAQEBAQEBAQEBAQEBApftIzO8zrF8KlrQfDib5sfhOl4bj6OnifHrYOuv0s0x4dSMS+pkBAQED9V1sxCqGZj0VQWJ9gHORMxEbzKYiZnaGXJwra+dtdtQPQ2I6A+8iRXJS3yzE+UptS1ecTHowT6fJAQEBAezl5QPoHYeZ3+PTd9+qtj7So1+es4/NT4eS1PCZdNhv06RbxhvTzehAQEBAQEBAQEBAQEBAQEBAQKA3ht48rJY+ORd8rGA+QE67T16OGkfSPZzWad8lp+sufPZ5EBAQPUQsQqjUkgAeZJ0A+MiZiI3lMRv1QvTdfd2rCqCoAbCB3tn2mPjz8B5CcpqdTfPfeZ6u6HRafBXFXaOffLrX0K6lHVXUjQqwBBHkQZXrM1neHtMRMbSpXfnYK4eTw1691YvHWDz4eejJ69D+8Tp9DqZz497c46pYGrwfCvtHKeSPS6qkBAQEC6ezi3i2fTr9k2r8LX0+Wk5niMbai3p7N/Qzvgqk0orZAQEBAQEBAQEBAQEBAQEBAQPnzbS6ZOQPLIvH9406/B14q+Uezmcvz28592nPV5kBAQMuJf3dldnXgsrbTz4WDafKfN69Ks18Yl9Vt0bRPg+hMTJWxFsrIZHUMpHiCNROOtWazNZ5w6etotG8M0hKpu1bPWzJrqUgmms8ZHgzkHh9wVT750HCcc1xTae+fZi8RvFskVjuQmajPICAgIFzdma6bPq9b3H+9Yf0nNcS/kW9PZvaDsI9fdKZQXCAgICAgICAgICAgICAgICAgUbvzi91nZA6BnDj18ahj8yfhOp0F+lp6/Tq+zntXXo5rfdwpbViAgICBM+zXbN65NeKH1pfvCUbnwkIzaqfDmOY6TM4lgpOOcm3XG3uv6HNeMkU36pTTtC2tdi4oehgjtaqFtASAVYnh15a8hzmXw/DTNl2vyiN1/W5bY8e9VMuxJLMSxJJJJ1JJ6knxnTx1dUMKZmebyEEBAQEC990MXusLHQ8j3Skj1v6Z+bGcnq79PPe31dHpq9HFWPo7ErvcgICAgICAgICAgICAgICAgIFadrezSGpygORBrc+sasn/AJ/ATb4Tl6rY584ZPEsfXF/SfwrubLLICAgIEj7O/wAoUfrf5TylxH+Nb091vRdvHqm3az+J1/pCfwWTL4T20+X5hf4j2Ueapp0LFICAgIG/sHZxyciqgfbccWngo5uf2QZ46jLGLFa/hH/b1w4/iZIqv9RoNByHhORdK9gICAgICAgICAgICAgICAgICBzt4NlrlY9lDcuJfRP3WHNW9x0nrgzTiyReO55ZsUZKTWVC5OO1btXYCroxVgfAg6GdbW0WiLV5S5uazWdp5wxz6QQEBAkfZ3+UKP1v8p5S4j/Gt6e63ou3j1TbtZ/E6/0hP4LJl8J7afL8wv8AEeyjzVNOhYpAQEBAszsr2Hwq2ZYNC4K1a/cB9JveRp7vXMLiuo3mMUd3Pz/8a/DsO0Tknv5eSw5kNMgICAgICAgICAgICAgICAgICAgV/wBpO65sBzKF1sUfhkHV1H2wPEgdfMeya3DdX0J+Feeru8/Bm67TTb/crz71XibzHewEBAkfZ3+UKP1v8p5S4j/Gt6e63ou3j1TbtZ/E6/0hP4LJl8J7afL8wv8AEeyjzVNOhYpAQEDu7obuvm3BeYpQg3P6vuA+Z+XXy1qazVRgpv3zy/azptPOa23d3ruoqVFVEAVVACgcgABoAJy8zMzvLoIiIjaGSQkgICAgICAgICAgICAgICAgICAgeGBXG+u4pJbIwl5nU2UDlqfFq/8AD8PKbOi4jtEY8s+U/tlavRb/ANeP1hXJBBIOoIOhB5EHyIm2y3kIIEj7O/yhR+t/lPKXEf41vT3W9F28eqbdrP4nX+kJ/BZMvhPbT5fmF/iPZR5qmnQsUgIHf3W3VuzWBGtdIPp2kfEJ94/ISpqtZTBG3O3h+1nT6W+afCPH9Lk2Ts2rGqWmleFF+JPixPiT5zmcuW+W3TvPW3seOuOvRq3J8PsgICAgICAgICAgICAgICAgICAgICAgRzeTc/GzNWI7q7+1r01P5w6N+/1y5ptbkwdUdceEqufSUy9fKfFW+2dx83H1IT6Qn36NWPvT6w92vtm1h4jhyc52n6/tlZdFlx928fRG2BBIIII6g8iPaJeid+uFRI+zv8oUfrf5TylxH+Nb091vRdvHqm3ax+J1/pCfy7Jl8J7afL8wv8R7KPNUpM6FiulsvYWVk6dxTY4P29OFP220Hznjl1OLF89tvf7PXHgyZPlr+k93f7N0Qh81ha39kmoT/ibq3y98x9RxW1urFG3172lh4dEdeSd/p3J9TUqAKgCqBoFUAADyAEypmZneWlEREbQ/chJAQEBAQEBAQEBAQEBAQEBAQEBAQEBAQEBA1c3ZtNw0uqqtH+0VX/eJ90yXp8szD4tjrb5o3aOJuvh02LdVSldi68LKWGmoIPLXToTPW+qzXp0LWmYeddNipbpVrtLa2rsmnJQV5Cd4oYMASw5gEa8iPAmeeLNfFPSpO0vvJipkja0bsGHu5h1HWvHoU/e4FLftHnPu+pzX+a8/d810+KvKsOoBPB7PYCAgICAgICAgICAgICAgICAgc/b+1UxMa7KsBK01s5VeraDko9ZOg98CqN2+0ja2ZlVlaKRid/UlxrqucVK7AHit4tAdD1IA8dITsn+7W/GLn5F+PjcRFIT8I/oCwsWBFanmQOE8z5++EJDXmVsdFetj5Kyk/IwI5kb9Yq7Qr2Yur3MWFj8lrqIrLhSx+sx5DQefXXlAk1uQi6BmVSenEQNfZrAyQIj2nby37OxFyMYVM5vrT8KrMujBieSsp8B4wK+p7XdpUiq7MxaTj26lGrW2rjVSA5rZnYEjXoflCdlyVbSpKJZxoquisvGQpKsNQdCYQy2ZVagFnRQehZlAPsJ6wPVvUnhVlJ010BBOnnpAr/sy36yNoW5aZQx0ShayhrDpyZrAeIs5H2R5QLBpuVxqjKw81IYfEQP2TAwY+dVYSK7KrCv1gjKxHtAPKBXG8naRkJtJdnYVNVgW2lLbH43Y8RU2cIUgDhUnmdeYMJWdCFd7M34ybNt3bMcY4x6+90YK4s9GpXGrF+Hx8oE8GfURqLKiNQNeNdNT0HWBmttVAWchVA1LMQAB5knpArffHtBux8/DxcM4l1F5x+NzxWEd5kGshXRwo5eYMDe3G3n2hk5OXXnVJRTSGNT93ZVqBay6lnYg+iAdRp1gTanMqc6I9bkdQrKx+AMDPAQEBAQEBAQEDnbxYlF2NdTlMEpsrZLGYhAA3LXiPTmRAoPdXOt2dtJ9n13DIxr71x7TUQVcW6ItqeCsvGNdPusOeghJ2Y/RcW/LzMh3X6FQ/dIpQNbxCytgARqToF6afW58oEd2pjKlNWbi4dmFUbLBVf35uLtX4DVQVIKnn0PPygSjM2ZU28L1XOyp34uLlkUlxQuQF1I00Nmi+fOBHe/O0nte6vJzc+9/wKKRwVKeZJ18B9ULyAAJJgX32YYF9GEtWRkV5TK7gd23eCoDQGnvNfT4WDezp4Qhx+3f8mr+lU/wvBCndq49tWNgW5Noysd1tavFFjK1SK694h+5xeY8vVD6Szfm7G2hmtTiYNuTbTiKvGLjUK0rUN6Nemh4e8A5nmeWkIhFbbS2xa1Y8SJtawIp5gA4StoAeg1JOnrMDrUbGOztpbLNdjM14wbGbThI76wI9fLqunLnAjqbQtrqzaqwe7velbm58lR7WRD+cdf2DA+lNxdm0Y2Dj14pV6u6VhYv+kLjiZ/eTCEP7edq3U4lNVRZFvtZbSuoJVU1FevrP8MJhWe8Gya9lLhZmBmLde6d4e74RwFVVvsn6pOqlW6/GB1NnbvV37fbGsNir3xvOnDxcZRcnhOo0042I89PXzgfQsIUZj/5x5/+7zP+1X/5CUE2Pu6l2zsrNLkfRnxVFXCCr96QpYnwPMdPI+4OvtTad2TTsrCvuavHNa8VjkleeTbXxv8Ae4ERdNfOB5tPYdGDtXGx8a8ZSDIwWLjgJUtcuqMV5EgAHl94Qltbs7Rpxjtp70a1LEeo11nu2c25LoV4vsjQnU+QMIaGBjGjN2ZfVjNgLfdjtSRa13eI1yKWBPNRo2hHiD05wl9PQ+SAgICAgICAgcvefY4zcW7ELmoXIV4wA3DzB14SRr0gRDc/snxsG5cmy18q2vnVqorrRtCOLhBJJ58tTp46a84Tu/Gz+yPEryL7nssuquS9RSwA4Bd1IcHUkc9DoNPXCHOs7EqSvB9Ny+EMSqstZVdevo9NenMadOkJ3dna/ZhRkZ1eebbE4Xx3eoKpV2p4dOZ5qCEUEc4Q09v9j2Nfc91F12J3hY2VoqumrHVuHUgrqT05j1QndMN0d3KtnYyYlLO6KXPFZw6ksdT0AA5+EIYd9t102njjGex6QLUfiQKx9EEaaH2wIZg9iGGjh7b8i5QQWr0qQPp9liBrp7NITu6e8XZXjZWS2VXdk4jWDS1aCoDeiFOmo1XUAAjmD5QhqN2P0fRfof0m/h+km/j4a9dTSKuHTppoNYTu6m0+zqu/Iw8k32qcSvGRVCoQ/cPxAsTzGvqhDU2b2UY9VWZS91toy1QEsqA1Mjs6OmniGbx8oN0m3O3e/wAn44xRdZkIrMUNgUMoY6leXhrqffA2N49gUZ9DY+SpZCQQVOjIw6Mp8D/7MCFbD7G8LHuW6yy/JCMGWuzu1QkHVS/CuraeXIeqE7u3jbiVptN9rC2wu/FrUQnANahX169BCEugQxez6oZ920Rdbx3Lapr0ThHeViskHry01gaOzuyymnCycAZFxTIeli5WviXuiCABpoddIGbJ7LsS3CpwrHtLUd53WSvAtg43LMpGhUjU9CPDwMJ3cjZ/Ytj02U2jKyGNVtb8JWoKxRwwHIagcoN2/i9k2Kv0tbLb7Vy9CR6CmthabVdCB1DHx19esI3amD2OUV2U2/S8tzTYjIrd2V9Bw6qBp6I1B108zCd1nQggICAgICAgICAgICAgICAgICAgICAgICAgICAgICAgICAgICAgICAgICAgICAgICAgICAgICAgICAgICAgICAgICAgICAgICAgICAgICAgICAgICAgICAgICAgICAgICAgICAgICAgICAgICAgICAgICAgICAgICAgICAgICAgICAgICAgICAgf//Z"/>
          <p:cNvSpPr>
            <a:spLocks noChangeAspect="1" noChangeArrowheads="1"/>
          </p:cNvSpPr>
          <p:nvPr/>
        </p:nvSpPr>
        <p:spPr bwMode="auto">
          <a:xfrm>
            <a:off x="410526" y="11474"/>
            <a:ext cx="406294" cy="40629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888" tIns="60944" rIns="121888" bIns="60944" numCol="1" anchor="t" anchorCtr="0" compatLnSpc="1">
            <a:prstTxWarp prst="textNoShape">
              <a:avLst/>
            </a:prstTxWarp>
          </a:bodyPr>
          <a:lstStyle/>
          <a:p>
            <a:endParaRPr lang="en-US" sz="2399"/>
          </a:p>
        </p:txBody>
      </p:sp>
      <p:sp>
        <p:nvSpPr>
          <p:cNvPr id="6" name="AutoShape 6" descr="data:image/jpeg;base64,/9j/4AAQSkZJRgABAQAAAQABAAD/2wCEAAkGBxEREhMQDxQPDxIUERAYEhIQFxERFRQXFRMWFxUVFxYYHCggGSYmGxYTITEhJSovLjA6Fx82ODMsOSgwLywBCgoKDg0OGhAQGiwkICUsLSwrKywsLDcsLCwsLzAsLCwuLiwsLCwsLCwsLCwsLCwsLCwvLCwsLCwsLCwsLCwsNP/AABEIAMIBAwMBEQACEQEDEQH/xAAcAAEAAgMBAQEAAAAAAAAAAAAABgcDBAUBCAL/xABHEAACAgEBBQQGBAsDDQAAAAABAgADBBEFBhIhMQcTQVEiYXGBkaEUMkJSIzQ1cnSDkrGys8FTo9IVNkNUY3OCk6K0wtHx/8QAGgEBAAMBAQEAAAAAAAAAAAAAAAEEBQYDAv/EADIRAQACAQICCAYBAwUAAAAAAAABAgMEEQUxEiEzQVFxgbETMmGRwdE0IkJSFCNDoeH/2gAMAwEAAhEDEQA/ALxgICAgICAgICAgICAgICAgICAgICAgICAgICAgICAgICAgICAgICAgICAgICAgICAgICAgICAgICAgICAgICAgICAgICAgICAgICAgICAgICAgICAgICAgICAgICAgICAgICAgICAgICAgICAgICBiychK1L2MqKBzZiFA9pMmtZtO0RvKLWisbzKFbZ7SqK9VxkbIP3zrXX7tRxH4e+aeHhWS3Xkno+7Py8RpXqpG/siOfv7n2/VsWgeVSgfNtTNHHw3T15xv5qV9dmt37eTkWbezGOpycr3W2D9xlmNPhjlSPtDwnPln+6fu8/y3l/6zl/8AOu/xSf8AT4v8I+0Hxsn+U/eW7ib359f1cixh5WcNg/6gTPK+h09udfs+66rNX+77pLsrtOcaDKpVx4vSeE/sMdD8RKOXhFf+O33/AGt4+JWj567+SdbG2/jZY1x7Fcgekh9F19qnn7+kyc2nyYZ2vH6aOLPjyx/TP7dSeL2ICAgICAgICAgICAgICAgICAgICAgICBwd6N6KcJPS9O1h6FSnmfWfuj1y1pdJfUT1cu+VbUamuGOvn4Kh27t7IzH4r21APo1ryRPYP6nnOj0+mx4I2pHr3sTNnvlne0+nc5k93iQEBAQED90XMjB0ZkZTqrKSCPYRItWLRtMbwmJmJ3hZO6G//GVoziFY8lv6Kx8A46A+vp7JiazhvR/rw8vD9NbTa7f+nJ91hAzHab2AgICAgICAgICAgICAgICAgICAgIHA3u3jTCp4uTWtqKk8z94+octfcPGWtJpZ1F9u6Ocq2p1EYab9/dClc3LsudrbWLux1Zj/AE8h5CdRSlaVitY2iGBa9rzNrc2GfT5ICAgICAgICBYXZ5vcQVw8ltVOgosbwPhWx8j4H3eUxuI6Lq+Ljjzj8/tqaLVbT8O/pKzZiNYgICAgICAgICAgICAgICAgICAgYsm9a1Z3IVVUsxPgANSZNazado5omYiN5URvJtl8y97m1A6VqfsoOg/qfbOs02CMOOKR6+bnM+act5tPp5OZPd4kBAQEBAQEBAQEC6Nwdv8A0vHAsOt1Wi2ebcvRf3gfEGcxr9N8HJ1cp5fpv6PP8XH1845pPKS2QEBAQEBAQEBAQEBAQEBAQEBAg3artXu6ExlOjXNq35iaE/FuH4GanCsPSyTee73Z3EcvRpFI7/ZVM6BjEBAQEBAQEBAQEBAkG4m1fo2ZWSdEsIrfy0Y+ifc2nzlPX4fi4Z8Y64WtHl+HljwnqXfOXdAQEBAQEBAQEBAQEBAQEBAQEBApftIzO8zrF8KlrQfDib5sfhOl4bj6OnifHrYOuv0s0x4dSMS+pkBAQED9V1sxCqGZj0VQWJ9gHORMxEbzKYiZnaGXJwra+dtdtQPQ2I6A+8iRXJS3yzE+UptS1ecTHowT6fJAQEBAezl5QPoHYeZ3+PTd9+qtj7So1+es4/NT4eS1PCZdNhv06RbxhvTzehAQEBAQEBAQEBAQEBAQEBAQKA3ht48rJY+ORd8rGA+QE67T16OGkfSPZzWad8lp+sufPZ5EBAQPUQsQqjUkgAeZJ0A+MiZiI3lMRv1QvTdfd2rCqCoAbCB3tn2mPjz8B5CcpqdTfPfeZ6u6HRafBXFXaOffLrX0K6lHVXUjQqwBBHkQZXrM1neHtMRMbSpXfnYK4eTw1691YvHWDz4eejJ69D+8Tp9DqZz497c46pYGrwfCvtHKeSPS6qkBAQEC6ezi3i2fTr9k2r8LX0+Wk5niMbai3p7N/Qzvgqk0orZAQEBAQEBAQEBAQEBAQEBAQPnzbS6ZOQPLIvH9406/B14q+Uezmcvz28592nPV5kBAQMuJf3dldnXgsrbTz4WDafKfN69Ks18Yl9Vt0bRPg+hMTJWxFsrIZHUMpHiCNROOtWazNZ5w6etotG8M0hKpu1bPWzJrqUgmms8ZHgzkHh9wVT750HCcc1xTae+fZi8RvFskVjuQmajPICAgIFzdma6bPq9b3H+9Yf0nNcS/kW9PZvaDsI9fdKZQXCAgICAgICAgICAgICAgICAgUbvzi91nZA6BnDj18ahj8yfhOp0F+lp6/Tq+zntXXo5rfdwpbViAgICBM+zXbN65NeKH1pfvCUbnwkIzaqfDmOY6TM4lgpOOcm3XG3uv6HNeMkU36pTTtC2tdi4oehgjtaqFtASAVYnh15a8hzmXw/DTNl2vyiN1/W5bY8e9VMuxJLMSxJJJJ1JJ6knxnTx1dUMKZmebyEEBAQEC990MXusLHQ8j3Skj1v6Z+bGcnq79PPe31dHpq9HFWPo7ErvcgICAgICAgICAgICAgICAgIFadrezSGpygORBrc+sasn/AJ/ATb4Tl6rY584ZPEsfXF/SfwrubLLICAgIEj7O/wAoUfrf5TylxH+Nb091vRdvHqm3az+J1/pCfwWTL4T20+X5hf4j2Ueapp0LFICAgIG/sHZxyciqgfbccWngo5uf2QZ46jLGLFa/hH/b1w4/iZIqv9RoNByHhORdK9gICAgICAgICAgICAgICAgICBzt4NlrlY9lDcuJfRP3WHNW9x0nrgzTiyReO55ZsUZKTWVC5OO1btXYCroxVgfAg6GdbW0WiLV5S5uazWdp5wxz6QQEBAkfZ3+UKP1v8p5S4j/Gt6e63ou3j1TbtZ/E6/0hP4LJl8J7afL8wv8AEeyjzVNOhYpAQEBAszsr2Hwq2ZYNC4K1a/cB9JveRp7vXMLiuo3mMUd3Pz/8a/DsO0Tknv5eSw5kNMgICAgICAgICAgICAgICAgICAgV/wBpO65sBzKF1sUfhkHV1H2wPEgdfMeya3DdX0J+Feeru8/Bm67TTb/crz71XibzHewEBAkfZ3+UKP1v8p5S4j/Gt6e63ou3j1TbtZ/E6/0hP4LJl8J7afL8wv8AEeyjzVNOhYpAQEDu7obuvm3BeYpQg3P6vuA+Z+XXy1qazVRgpv3zy/azptPOa23d3ruoqVFVEAVVACgcgABoAJy8zMzvLoIiIjaGSQkgICAgICAgICAgICAgICAgICAgeGBXG+u4pJbIwl5nU2UDlqfFq/8AD8PKbOi4jtEY8s+U/tlavRb/ANeP1hXJBBIOoIOhB5EHyIm2y3kIIEj7O/yhR+t/lPKXEf41vT3W9F28eqbdrP4nX+kJ/BZMvhPbT5fmF/iPZR5qmnQsUgIHf3W3VuzWBGtdIPp2kfEJ94/ISpqtZTBG3O3h+1nT6W+afCPH9Lk2Ts2rGqWmleFF+JPixPiT5zmcuW+W3TvPW3seOuOvRq3J8PsgICAgICAgICAgICAgICAgICAgICAgRzeTc/GzNWI7q7+1r01P5w6N+/1y5ptbkwdUdceEqufSUy9fKfFW+2dx83H1IT6Qn36NWPvT6w92vtm1h4jhyc52n6/tlZdFlx928fRG2BBIIII6g8iPaJeid+uFRI+zv8oUfrf5TylxH+Nb091vRdvHqm3ax+J1/pCfy7Jl8J7afL8wv8R7KPNUpM6FiulsvYWVk6dxTY4P29OFP220Hznjl1OLF89tvf7PXHgyZPlr+k93f7N0Qh81ha39kmoT/ibq3y98x9RxW1urFG3172lh4dEdeSd/p3J9TUqAKgCqBoFUAADyAEypmZneWlEREbQ/chJAQEBAQEBAQEBAQEBAQEBAQEBAQEBAQEBA1c3ZtNw0uqqtH+0VX/eJ90yXp8szD4tjrb5o3aOJuvh02LdVSldi68LKWGmoIPLXToTPW+qzXp0LWmYeddNipbpVrtLa2rsmnJQV5Cd4oYMASw5gEa8iPAmeeLNfFPSpO0vvJipkja0bsGHu5h1HWvHoU/e4FLftHnPu+pzX+a8/d810+KvKsOoBPB7PYCAgICAgICAgICAgICAgICAgc/b+1UxMa7KsBK01s5VeraDko9ZOg98CqN2+0ja2ZlVlaKRid/UlxrqucVK7AHit4tAdD1IA8dITsn+7W/GLn5F+PjcRFIT8I/oCwsWBFanmQOE8z5++EJDXmVsdFetj5Kyk/IwI5kb9Yq7Qr2Yur3MWFj8lrqIrLhSx+sx5DQefXXlAk1uQi6BmVSenEQNfZrAyQIj2nby37OxFyMYVM5vrT8KrMujBieSsp8B4wK+p7XdpUiq7MxaTj26lGrW2rjVSA5rZnYEjXoflCdlyVbSpKJZxoquisvGQpKsNQdCYQy2ZVagFnRQehZlAPsJ6wPVvUnhVlJ010BBOnnpAr/sy36yNoW5aZQx0ShayhrDpyZrAeIs5H2R5QLBpuVxqjKw81IYfEQP2TAwY+dVYSK7KrCv1gjKxHtAPKBXG8naRkJtJdnYVNVgW2lLbH43Y8RU2cIUgDhUnmdeYMJWdCFd7M34ybNt3bMcY4x6+90YK4s9GpXGrF+Hx8oE8GfURqLKiNQNeNdNT0HWBmttVAWchVA1LMQAB5knpArffHtBux8/DxcM4l1F5x+NzxWEd5kGshXRwo5eYMDe3G3n2hk5OXXnVJRTSGNT93ZVqBay6lnYg+iAdRp1gTanMqc6I9bkdQrKx+AMDPAQEBAQEBAQEDnbxYlF2NdTlMEpsrZLGYhAA3LXiPTmRAoPdXOt2dtJ9n13DIxr71x7TUQVcW6ItqeCsvGNdPusOeghJ2Y/RcW/LzMh3X6FQ/dIpQNbxCytgARqToF6afW58oEd2pjKlNWbi4dmFUbLBVf35uLtX4DVQVIKnn0PPygSjM2ZU28L1XOyp34uLlkUlxQuQF1I00Nmi+fOBHe/O0nte6vJzc+9/wKKRwVKeZJ18B9ULyAAJJgX32YYF9GEtWRkV5TK7gd23eCoDQGnvNfT4WDezp4Qhx+3f8mr+lU/wvBCndq49tWNgW5Noysd1tavFFjK1SK694h+5xeY8vVD6Szfm7G2hmtTiYNuTbTiKvGLjUK0rUN6Nemh4e8A5nmeWkIhFbbS2xa1Y8SJtawIp5gA4StoAeg1JOnrMDrUbGOztpbLNdjM14wbGbThI76wI9fLqunLnAjqbQtrqzaqwe7velbm58lR7WRD+cdf2DA+lNxdm0Y2Dj14pV6u6VhYv+kLjiZ/eTCEP7edq3U4lNVRZFvtZbSuoJVU1FevrP8MJhWe8Gya9lLhZmBmLde6d4e74RwFVVvsn6pOqlW6/GB1NnbvV37fbGsNir3xvOnDxcZRcnhOo0042I89PXzgfQsIUZj/5x5/+7zP+1X/5CUE2Pu6l2zsrNLkfRnxVFXCCr96QpYnwPMdPI+4OvtTad2TTsrCvuavHNa8VjkleeTbXxv8Ae4ERdNfOB5tPYdGDtXGx8a8ZSDIwWLjgJUtcuqMV5EgAHl94Qltbs7Rpxjtp70a1LEeo11nu2c25LoV4vsjQnU+QMIaGBjGjN2ZfVjNgLfdjtSRa13eI1yKWBPNRo2hHiD05wl9PQ+SAgICAgICAgcvefY4zcW7ELmoXIV4wA3DzB14SRr0gRDc/snxsG5cmy18q2vnVqorrRtCOLhBJJ58tTp46a84Tu/Gz+yPEryL7nssuquS9RSwA4Bd1IcHUkc9DoNPXCHOs7EqSvB9Ny+EMSqstZVdevo9NenMadOkJ3dna/ZhRkZ1eebbE4Xx3eoKpV2p4dOZ5qCEUEc4Q09v9j2Nfc91F12J3hY2VoqumrHVuHUgrqT05j1QndMN0d3KtnYyYlLO6KXPFZw6ksdT0AA5+EIYd9t102njjGex6QLUfiQKx9EEaaH2wIZg9iGGjh7b8i5QQWr0qQPp9liBrp7NITu6e8XZXjZWS2VXdk4jWDS1aCoDeiFOmo1XUAAjmD5QhqN2P0fRfof0m/h+km/j4a9dTSKuHTppoNYTu6m0+zqu/Iw8k32qcSvGRVCoQ/cPxAsTzGvqhDU2b2UY9VWZS91toy1QEsqA1Mjs6OmniGbx8oN0m3O3e/wAn44xRdZkIrMUNgUMoY6leXhrqffA2N49gUZ9DY+SpZCQQVOjIw6Mp8D/7MCFbD7G8LHuW6yy/JCMGWuzu1QkHVS/CuraeXIeqE7u3jbiVptN9rC2wu/FrUQnANahX169BCEugQxez6oZ920Rdbx3Lapr0ThHeViskHry01gaOzuyymnCycAZFxTIeli5WviXuiCABpoddIGbJ7LsS3CpwrHtLUd53WSvAtg43LMpGhUjU9CPDwMJ3cjZ/Ytj02U2jKyGNVtb8JWoKxRwwHIagcoN2/i9k2Kv0tbLb7Vy9CR6CmthabVdCB1DHx19esI3amD2OUV2U2/S8tzTYjIrd2V9Bw6qBp6I1B108zCd1nQggICAgICAgICAgICAgICAgICAgICAgICAgICAgICAgICAgICAgICAgICAgICAgICAgICAgICAgICAgICAgICAgICAgICAgICAgICAgICAgICAgICAgICAgICAgICAgICAgICAgICAgICAgICAgICAgICAgICAgICAgICAgICAgICAgICAgICAgf//Z"/>
          <p:cNvSpPr>
            <a:spLocks noChangeAspect="1" noChangeArrowheads="1"/>
          </p:cNvSpPr>
          <p:nvPr/>
        </p:nvSpPr>
        <p:spPr bwMode="auto">
          <a:xfrm>
            <a:off x="613673" y="214621"/>
            <a:ext cx="406294" cy="40629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888" tIns="60944" rIns="121888" bIns="60944" numCol="1" anchor="t" anchorCtr="0" compatLnSpc="1">
            <a:prstTxWarp prst="textNoShape">
              <a:avLst/>
            </a:prstTxWarp>
          </a:bodyPr>
          <a:lstStyle/>
          <a:p>
            <a:endParaRPr lang="en-US" sz="2399"/>
          </a:p>
        </p:txBody>
      </p:sp>
    </p:spTree>
    <p:extLst>
      <p:ext uri="{BB962C8B-B14F-4D97-AF65-F5344CB8AC3E}">
        <p14:creationId xmlns:p14="http://schemas.microsoft.com/office/powerpoint/2010/main" val="14329281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descr="1.jpg"/>
          <p:cNvPicPr>
            <a:picLocks noChangeAspect="1"/>
          </p:cNvPicPr>
          <p:nvPr/>
        </p:nvPicPr>
        <p:blipFill rotWithShape="1">
          <a:blip r:embed="rId3">
            <a:extLst>
              <a:ext uri="{28A0092B-C50C-407E-A947-70E740481C1C}">
                <a14:useLocalDpi xmlns:a14="http://schemas.microsoft.com/office/drawing/2010/main" val="0"/>
              </a:ext>
            </a:extLst>
          </a:blip>
          <a:srcRect l="17329" r="19188"/>
          <a:stretch/>
        </p:blipFill>
        <p:spPr>
          <a:xfrm>
            <a:off x="0" y="18558"/>
            <a:ext cx="12229454" cy="6856214"/>
          </a:xfrm>
          <a:prstGeom prst="rect">
            <a:avLst/>
          </a:prstGeom>
        </p:spPr>
      </p:pic>
      <p:sp>
        <p:nvSpPr>
          <p:cNvPr id="42" name="Rectangle 41"/>
          <p:cNvSpPr/>
          <p:nvPr/>
        </p:nvSpPr>
        <p:spPr>
          <a:xfrm>
            <a:off x="0" y="892"/>
            <a:ext cx="12229454" cy="1893908"/>
          </a:xfrm>
          <a:prstGeom prst="rect">
            <a:avLst/>
          </a:prstGeom>
          <a:gradFill flip="none" rotWithShape="1">
            <a:gsLst>
              <a:gs pos="9000">
                <a:schemeClr val="tx1">
                  <a:alpha val="0"/>
                </a:schemeClr>
              </a:gs>
              <a:gs pos="100000">
                <a:schemeClr val="tx2">
                  <a:lumMod val="50000"/>
                  <a:alpha val="13000"/>
                </a:schemeClr>
              </a:gs>
              <a:gs pos="76000">
                <a:schemeClr val="tx2">
                  <a:lumMod val="50000"/>
                  <a:alpha val="20000"/>
                </a:schemeClr>
              </a:gs>
              <a:gs pos="43000">
                <a:schemeClr val="tx2">
                  <a:lumMod val="50000"/>
                  <a:alpha val="20000"/>
                </a:schemeClr>
              </a:gs>
            </a:gsLst>
            <a:lin ang="16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a:solidFill>
                <a:prstClr val="white"/>
              </a:solidFill>
              <a:latin typeface="Calibri"/>
            </a:endParaRPr>
          </a:p>
        </p:txBody>
      </p:sp>
      <p:sp>
        <p:nvSpPr>
          <p:cNvPr id="5" name="TextBox 4"/>
          <p:cNvSpPr txBox="1"/>
          <p:nvPr/>
        </p:nvSpPr>
        <p:spPr>
          <a:xfrm>
            <a:off x="12053394" y="-961562"/>
            <a:ext cx="184731" cy="461537"/>
          </a:xfrm>
          <a:prstGeom prst="rect">
            <a:avLst/>
          </a:prstGeom>
          <a:noFill/>
        </p:spPr>
        <p:txBody>
          <a:bodyPr wrap="none" rtlCol="0">
            <a:spAutoFit/>
          </a:bodyPr>
          <a:lstStyle/>
          <a:p>
            <a:endParaRPr lang="en-US" sz="2399" dirty="0">
              <a:solidFill>
                <a:prstClr val="black"/>
              </a:solidFill>
              <a:latin typeface="Calibri"/>
            </a:endParaRPr>
          </a:p>
        </p:txBody>
      </p:sp>
      <p:sp>
        <p:nvSpPr>
          <p:cNvPr id="21" name="TextBox 20"/>
          <p:cNvSpPr txBox="1"/>
          <p:nvPr/>
        </p:nvSpPr>
        <p:spPr>
          <a:xfrm>
            <a:off x="217434" y="27685"/>
            <a:ext cx="11725920" cy="887422"/>
          </a:xfrm>
          <a:prstGeom prst="rect">
            <a:avLst/>
          </a:prstGeom>
          <a:noFill/>
        </p:spPr>
        <p:txBody>
          <a:bodyPr wrap="square" rtlCol="0">
            <a:spAutoFit/>
          </a:bodyPr>
          <a:lstStyle/>
          <a:p>
            <a:pPr>
              <a:lnSpc>
                <a:spcPts val="6212"/>
              </a:lnSpc>
            </a:pPr>
            <a:r>
              <a:rPr lang="en-US" sz="4799" dirty="0">
                <a:solidFill>
                  <a:srgbClr val="FFFFFF"/>
                </a:solidFill>
                <a:latin typeface="HP Simplified Light" panose="020B0404020204020204" pitchFamily="34" charset="0"/>
                <a:cs typeface="HP Simplified Light"/>
              </a:rPr>
              <a:t>Attack Life Cycle</a:t>
            </a:r>
          </a:p>
        </p:txBody>
      </p:sp>
      <p:sp>
        <p:nvSpPr>
          <p:cNvPr id="3" name="TextBox 2"/>
          <p:cNvSpPr txBox="1"/>
          <p:nvPr/>
        </p:nvSpPr>
        <p:spPr>
          <a:xfrm>
            <a:off x="4889073" y="-1354313"/>
            <a:ext cx="184731" cy="461537"/>
          </a:xfrm>
          <a:prstGeom prst="rect">
            <a:avLst/>
          </a:prstGeom>
          <a:noFill/>
        </p:spPr>
        <p:txBody>
          <a:bodyPr wrap="none" rtlCol="0">
            <a:spAutoFit/>
          </a:bodyPr>
          <a:lstStyle/>
          <a:p>
            <a:endParaRPr lang="en-US" sz="2399" dirty="0">
              <a:solidFill>
                <a:prstClr val="black"/>
              </a:solidFill>
              <a:latin typeface="Calibri"/>
            </a:endParaRPr>
          </a:p>
        </p:txBody>
      </p:sp>
      <p:grpSp>
        <p:nvGrpSpPr>
          <p:cNvPr id="4" name="Group 3"/>
          <p:cNvGrpSpPr/>
          <p:nvPr/>
        </p:nvGrpSpPr>
        <p:grpSpPr>
          <a:xfrm>
            <a:off x="242436" y="792248"/>
            <a:ext cx="11717850" cy="5439904"/>
            <a:chOff x="181874" y="593670"/>
            <a:chExt cx="8790677" cy="4080991"/>
          </a:xfrm>
        </p:grpSpPr>
        <p:pic>
          <p:nvPicPr>
            <p:cNvPr id="2" name="Picture 1"/>
            <p:cNvPicPr>
              <a:picLocks noChangeAspect="1"/>
            </p:cNvPicPr>
            <p:nvPr/>
          </p:nvPicPr>
          <p:blipFill>
            <a:blip r:embed="rId4">
              <a:alphaModFix amt="48000"/>
            </a:blip>
            <a:stretch>
              <a:fillRect/>
            </a:stretch>
          </p:blipFill>
          <p:spPr>
            <a:xfrm>
              <a:off x="447996" y="593670"/>
              <a:ext cx="8369270" cy="4080991"/>
            </a:xfrm>
            <a:prstGeom prst="rect">
              <a:avLst/>
            </a:prstGeom>
          </p:spPr>
        </p:pic>
        <p:sp>
          <p:nvSpPr>
            <p:cNvPr id="49" name="Round Diagonal Corner Rectangle 48"/>
            <p:cNvSpPr/>
            <p:nvPr/>
          </p:nvSpPr>
          <p:spPr>
            <a:xfrm>
              <a:off x="2135646" y="959077"/>
              <a:ext cx="1716780" cy="461723"/>
            </a:xfrm>
            <a:prstGeom prst="round2DiagRect">
              <a:avLst>
                <a:gd name="adj1" fmla="val 0"/>
                <a:gd name="adj2" fmla="val 19191"/>
              </a:avLst>
            </a:prstGeom>
            <a:solidFill>
              <a:srgbClr val="208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solidFill>
                  <a:prstClr val="white"/>
                </a:solidFill>
                <a:latin typeface="Calibri"/>
              </a:endParaRPr>
            </a:p>
          </p:txBody>
        </p:sp>
        <p:grpSp>
          <p:nvGrpSpPr>
            <p:cNvPr id="50" name="Group 49"/>
            <p:cNvGrpSpPr/>
            <p:nvPr/>
          </p:nvGrpSpPr>
          <p:grpSpPr>
            <a:xfrm>
              <a:off x="1756207" y="902018"/>
              <a:ext cx="2108919" cy="613358"/>
              <a:chOff x="2204074" y="969237"/>
              <a:chExt cx="2108919" cy="613358"/>
            </a:xfrm>
          </p:grpSpPr>
          <p:sp>
            <p:nvSpPr>
              <p:cNvPr id="51" name="TextBox 36"/>
              <p:cNvSpPr txBox="1">
                <a:spLocks noChangeArrowheads="1"/>
              </p:cNvSpPr>
              <p:nvPr/>
            </p:nvSpPr>
            <p:spPr bwMode="auto">
              <a:xfrm>
                <a:off x="2918500" y="1273335"/>
                <a:ext cx="1394493" cy="23217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defTabSz="912813">
                  <a:defRPr>
                    <a:solidFill>
                      <a:schemeClr val="tx1"/>
                    </a:solidFill>
                    <a:latin typeface="HP Simplified" panose="020B0604020204020204" pitchFamily="34" charset="0"/>
                    <a:ea typeface="ヒラギノ角ゴ Pro W3" pitchFamily="126" charset="-128"/>
                  </a:defRPr>
                </a:lvl1pPr>
                <a:lvl2pPr marL="742950" indent="-285750" defTabSz="912813">
                  <a:defRPr>
                    <a:solidFill>
                      <a:schemeClr val="tx1"/>
                    </a:solidFill>
                    <a:latin typeface="HP Simplified" panose="020B0604020204020204" pitchFamily="34" charset="0"/>
                    <a:ea typeface="ヒラギノ角ゴ Pro W3" pitchFamily="126" charset="-128"/>
                  </a:defRPr>
                </a:lvl2pPr>
                <a:lvl3pPr marL="1143000" indent="-228600" defTabSz="912813">
                  <a:defRPr>
                    <a:solidFill>
                      <a:schemeClr val="tx1"/>
                    </a:solidFill>
                    <a:latin typeface="HP Simplified" panose="020B0604020204020204" pitchFamily="34" charset="0"/>
                    <a:ea typeface="ヒラギノ角ゴ Pro W3" pitchFamily="126" charset="-128"/>
                  </a:defRPr>
                </a:lvl3pPr>
                <a:lvl4pPr marL="1600200" indent="-228600" defTabSz="912813">
                  <a:defRPr>
                    <a:solidFill>
                      <a:schemeClr val="tx1"/>
                    </a:solidFill>
                    <a:latin typeface="HP Simplified" panose="020B0604020204020204" pitchFamily="34" charset="0"/>
                    <a:ea typeface="ヒラギノ角ゴ Pro W3" pitchFamily="126" charset="-128"/>
                  </a:defRPr>
                </a:lvl4pPr>
                <a:lvl5pPr marL="2057400" indent="-228600" defTabSz="912813">
                  <a:defRPr>
                    <a:solidFill>
                      <a:schemeClr val="tx1"/>
                    </a:solidFill>
                    <a:latin typeface="HP Simplified" panose="020B0604020204020204" pitchFamily="34" charset="0"/>
                    <a:ea typeface="ヒラギノ角ゴ Pro W3" pitchFamily="126" charset="-128"/>
                  </a:defRPr>
                </a:lvl5pPr>
                <a:lvl6pPr marL="2514600" indent="-228600" defTabSz="912813" eaLnBrk="0" fontAlgn="base" hangingPunct="0">
                  <a:spcBef>
                    <a:spcPct val="0"/>
                  </a:spcBef>
                  <a:spcAft>
                    <a:spcPct val="0"/>
                  </a:spcAft>
                  <a:defRPr>
                    <a:solidFill>
                      <a:schemeClr val="tx1"/>
                    </a:solidFill>
                    <a:latin typeface="HP Simplified" panose="020B0604020204020204" pitchFamily="34" charset="0"/>
                    <a:ea typeface="ヒラギノ角ゴ Pro W3" pitchFamily="126" charset="-128"/>
                  </a:defRPr>
                </a:lvl6pPr>
                <a:lvl7pPr marL="2971800" indent="-228600" defTabSz="912813" eaLnBrk="0" fontAlgn="base" hangingPunct="0">
                  <a:spcBef>
                    <a:spcPct val="0"/>
                  </a:spcBef>
                  <a:spcAft>
                    <a:spcPct val="0"/>
                  </a:spcAft>
                  <a:defRPr>
                    <a:solidFill>
                      <a:schemeClr val="tx1"/>
                    </a:solidFill>
                    <a:latin typeface="HP Simplified" panose="020B0604020204020204" pitchFamily="34" charset="0"/>
                    <a:ea typeface="ヒラギノ角ゴ Pro W3" pitchFamily="126" charset="-128"/>
                  </a:defRPr>
                </a:lvl7pPr>
                <a:lvl8pPr marL="3429000" indent="-228600" defTabSz="912813" eaLnBrk="0" fontAlgn="base" hangingPunct="0">
                  <a:spcBef>
                    <a:spcPct val="0"/>
                  </a:spcBef>
                  <a:spcAft>
                    <a:spcPct val="0"/>
                  </a:spcAft>
                  <a:defRPr>
                    <a:solidFill>
                      <a:schemeClr val="tx1"/>
                    </a:solidFill>
                    <a:latin typeface="HP Simplified" panose="020B0604020204020204" pitchFamily="34" charset="0"/>
                    <a:ea typeface="ヒラギノ角ゴ Pro W3" pitchFamily="126" charset="-128"/>
                  </a:defRPr>
                </a:lvl8pPr>
                <a:lvl9pPr marL="3886200" indent="-228600" defTabSz="912813" eaLnBrk="0" fontAlgn="base" hangingPunct="0">
                  <a:spcBef>
                    <a:spcPct val="0"/>
                  </a:spcBef>
                  <a:spcAft>
                    <a:spcPct val="0"/>
                  </a:spcAft>
                  <a:defRPr>
                    <a:solidFill>
                      <a:schemeClr val="tx1"/>
                    </a:solidFill>
                    <a:latin typeface="HP Simplified" panose="020B0604020204020204" pitchFamily="34" charset="0"/>
                    <a:ea typeface="ヒラギノ角ゴ Pro W3" pitchFamily="126" charset="-128"/>
                  </a:defRPr>
                </a:lvl9pPr>
              </a:lstStyle>
              <a:p>
                <a:pPr eaLnBrk="0" fontAlgn="base" hangingPunct="0">
                  <a:lnSpc>
                    <a:spcPct val="90000"/>
                  </a:lnSpc>
                  <a:spcBef>
                    <a:spcPct val="0"/>
                  </a:spcBef>
                  <a:spcAft>
                    <a:spcPct val="0"/>
                  </a:spcAft>
                </a:pPr>
                <a:r>
                  <a:rPr lang="en-US" sz="1200" dirty="0">
                    <a:solidFill>
                      <a:prstClr val="black"/>
                    </a:solidFill>
                  </a:rPr>
                  <a:t>Research Potential Targets</a:t>
                </a:r>
              </a:p>
            </p:txBody>
          </p:sp>
          <p:sp>
            <p:nvSpPr>
              <p:cNvPr id="52" name="TextBox 4"/>
              <p:cNvSpPr txBox="1">
                <a:spLocks noChangeArrowheads="1"/>
              </p:cNvSpPr>
              <p:nvPr/>
            </p:nvSpPr>
            <p:spPr bwMode="auto">
              <a:xfrm>
                <a:off x="2486216" y="1081458"/>
                <a:ext cx="1504326" cy="31398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defTabSz="912813">
                  <a:defRPr>
                    <a:solidFill>
                      <a:schemeClr val="tx1"/>
                    </a:solidFill>
                    <a:latin typeface="HP Simplified" panose="020B0604020204020204" pitchFamily="34" charset="0"/>
                    <a:ea typeface="ヒラギノ角ゴ Pro W3" pitchFamily="126" charset="-128"/>
                  </a:defRPr>
                </a:lvl1pPr>
                <a:lvl2pPr marL="742950" indent="-285750" defTabSz="912813">
                  <a:defRPr>
                    <a:solidFill>
                      <a:schemeClr val="tx1"/>
                    </a:solidFill>
                    <a:latin typeface="HP Simplified" panose="020B0604020204020204" pitchFamily="34" charset="0"/>
                    <a:ea typeface="ヒラギノ角ゴ Pro W3" pitchFamily="126" charset="-128"/>
                  </a:defRPr>
                </a:lvl2pPr>
                <a:lvl3pPr marL="1143000" indent="-228600" defTabSz="912813">
                  <a:defRPr>
                    <a:solidFill>
                      <a:schemeClr val="tx1"/>
                    </a:solidFill>
                    <a:latin typeface="HP Simplified" panose="020B0604020204020204" pitchFamily="34" charset="0"/>
                    <a:ea typeface="ヒラギノ角ゴ Pro W3" pitchFamily="126" charset="-128"/>
                  </a:defRPr>
                </a:lvl3pPr>
                <a:lvl4pPr marL="1600200" indent="-228600" defTabSz="912813">
                  <a:defRPr>
                    <a:solidFill>
                      <a:schemeClr val="tx1"/>
                    </a:solidFill>
                    <a:latin typeface="HP Simplified" panose="020B0604020204020204" pitchFamily="34" charset="0"/>
                    <a:ea typeface="ヒラギノ角ゴ Pro W3" pitchFamily="126" charset="-128"/>
                  </a:defRPr>
                </a:lvl4pPr>
                <a:lvl5pPr marL="2057400" indent="-228600" defTabSz="912813">
                  <a:defRPr>
                    <a:solidFill>
                      <a:schemeClr val="tx1"/>
                    </a:solidFill>
                    <a:latin typeface="HP Simplified" panose="020B0604020204020204" pitchFamily="34" charset="0"/>
                    <a:ea typeface="ヒラギノ角ゴ Pro W3" pitchFamily="126" charset="-128"/>
                  </a:defRPr>
                </a:lvl5pPr>
                <a:lvl6pPr marL="2514600" indent="-228600" defTabSz="912813" eaLnBrk="0" fontAlgn="base" hangingPunct="0">
                  <a:spcBef>
                    <a:spcPct val="0"/>
                  </a:spcBef>
                  <a:spcAft>
                    <a:spcPct val="0"/>
                  </a:spcAft>
                  <a:defRPr>
                    <a:solidFill>
                      <a:schemeClr val="tx1"/>
                    </a:solidFill>
                    <a:latin typeface="HP Simplified" panose="020B0604020204020204" pitchFamily="34" charset="0"/>
                    <a:ea typeface="ヒラギノ角ゴ Pro W3" pitchFamily="126" charset="-128"/>
                  </a:defRPr>
                </a:lvl6pPr>
                <a:lvl7pPr marL="2971800" indent="-228600" defTabSz="912813" eaLnBrk="0" fontAlgn="base" hangingPunct="0">
                  <a:spcBef>
                    <a:spcPct val="0"/>
                  </a:spcBef>
                  <a:spcAft>
                    <a:spcPct val="0"/>
                  </a:spcAft>
                  <a:defRPr>
                    <a:solidFill>
                      <a:schemeClr val="tx1"/>
                    </a:solidFill>
                    <a:latin typeface="HP Simplified" panose="020B0604020204020204" pitchFamily="34" charset="0"/>
                    <a:ea typeface="ヒラギノ角ゴ Pro W3" pitchFamily="126" charset="-128"/>
                  </a:defRPr>
                </a:lvl7pPr>
                <a:lvl8pPr marL="3429000" indent="-228600" defTabSz="912813" eaLnBrk="0" fontAlgn="base" hangingPunct="0">
                  <a:spcBef>
                    <a:spcPct val="0"/>
                  </a:spcBef>
                  <a:spcAft>
                    <a:spcPct val="0"/>
                  </a:spcAft>
                  <a:defRPr>
                    <a:solidFill>
                      <a:schemeClr val="tx1"/>
                    </a:solidFill>
                    <a:latin typeface="HP Simplified" panose="020B0604020204020204" pitchFamily="34" charset="0"/>
                    <a:ea typeface="ヒラギノ角ゴ Pro W3" pitchFamily="126" charset="-128"/>
                  </a:defRPr>
                </a:lvl8pPr>
                <a:lvl9pPr marL="3886200" indent="-228600" defTabSz="912813" eaLnBrk="0" fontAlgn="base" hangingPunct="0">
                  <a:spcBef>
                    <a:spcPct val="0"/>
                  </a:spcBef>
                  <a:spcAft>
                    <a:spcPct val="0"/>
                  </a:spcAft>
                  <a:defRPr>
                    <a:solidFill>
                      <a:schemeClr val="tx1"/>
                    </a:solidFill>
                    <a:latin typeface="HP Simplified" panose="020B0604020204020204" pitchFamily="34" charset="0"/>
                    <a:ea typeface="ヒラギノ角ゴ Pro W3" pitchFamily="126" charset="-128"/>
                  </a:defRPr>
                </a:lvl9pPr>
              </a:lstStyle>
              <a:p>
                <a:pPr algn="ctr" eaLnBrk="0" fontAlgn="base" hangingPunct="0">
                  <a:lnSpc>
                    <a:spcPct val="90000"/>
                  </a:lnSpc>
                  <a:spcBef>
                    <a:spcPct val="0"/>
                  </a:spcBef>
                  <a:spcAft>
                    <a:spcPct val="0"/>
                  </a:spcAft>
                </a:pPr>
                <a:r>
                  <a:rPr lang="en-US" sz="1900" dirty="0">
                    <a:solidFill>
                      <a:prstClr val="white"/>
                    </a:solidFill>
                  </a:rPr>
                  <a:t>Research</a:t>
                </a:r>
              </a:p>
            </p:txBody>
          </p:sp>
          <p:pic>
            <p:nvPicPr>
              <p:cNvPr id="53" name="Picture 52" descr="LilIcons.png"/>
              <p:cNvPicPr>
                <a:picLocks noChangeAspect="1"/>
              </p:cNvPicPr>
              <p:nvPr/>
            </p:nvPicPr>
            <p:blipFill rotWithShape="1">
              <a:blip r:embed="rId5" cstate="print">
                <a:extLst>
                  <a:ext uri="{28A0092B-C50C-407E-A947-70E740481C1C}">
                    <a14:useLocalDpi xmlns:a14="http://schemas.microsoft.com/office/drawing/2010/main" val="0"/>
                  </a:ext>
                </a:extLst>
              </a:blip>
              <a:srcRect r="69703" b="51165"/>
              <a:stretch/>
            </p:blipFill>
            <p:spPr>
              <a:xfrm>
                <a:off x="2204074" y="969237"/>
                <a:ext cx="584604" cy="613358"/>
              </a:xfrm>
              <a:prstGeom prst="rect">
                <a:avLst/>
              </a:prstGeom>
            </p:spPr>
          </p:pic>
        </p:grpSp>
        <p:sp>
          <p:nvSpPr>
            <p:cNvPr id="60" name="Round Diagonal Corner Rectangle 59"/>
            <p:cNvSpPr/>
            <p:nvPr/>
          </p:nvSpPr>
          <p:spPr>
            <a:xfrm>
              <a:off x="5939059" y="959077"/>
              <a:ext cx="1776129" cy="461723"/>
            </a:xfrm>
            <a:prstGeom prst="round2DiagRect">
              <a:avLst>
                <a:gd name="adj1" fmla="val 0"/>
                <a:gd name="adj2" fmla="val 19191"/>
              </a:avLst>
            </a:prstGeom>
            <a:solidFill>
              <a:srgbClr val="208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solidFill>
                  <a:prstClr val="white"/>
                </a:solidFill>
                <a:latin typeface="Calibri"/>
              </a:endParaRPr>
            </a:p>
          </p:txBody>
        </p:sp>
        <p:grpSp>
          <p:nvGrpSpPr>
            <p:cNvPr id="61" name="Group 60"/>
            <p:cNvGrpSpPr/>
            <p:nvPr/>
          </p:nvGrpSpPr>
          <p:grpSpPr>
            <a:xfrm>
              <a:off x="5570295" y="882877"/>
              <a:ext cx="2151219" cy="630245"/>
              <a:chOff x="4879501" y="959077"/>
              <a:chExt cx="2151219" cy="630245"/>
            </a:xfrm>
          </p:grpSpPr>
          <p:sp>
            <p:nvSpPr>
              <p:cNvPr id="62" name="TextBox 5"/>
              <p:cNvSpPr txBox="1">
                <a:spLocks noChangeArrowheads="1"/>
              </p:cNvSpPr>
              <p:nvPr/>
            </p:nvSpPr>
            <p:spPr bwMode="auto">
              <a:xfrm>
                <a:off x="5564404" y="1071298"/>
                <a:ext cx="1283437" cy="31398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defTabSz="912813">
                  <a:defRPr>
                    <a:solidFill>
                      <a:schemeClr val="tx1"/>
                    </a:solidFill>
                    <a:latin typeface="HP Simplified" panose="020B0604020204020204" pitchFamily="34" charset="0"/>
                    <a:ea typeface="ヒラギノ角ゴ Pro W3" pitchFamily="126" charset="-128"/>
                  </a:defRPr>
                </a:lvl1pPr>
                <a:lvl2pPr marL="742950" indent="-285750" defTabSz="912813">
                  <a:defRPr>
                    <a:solidFill>
                      <a:schemeClr val="tx1"/>
                    </a:solidFill>
                    <a:latin typeface="HP Simplified" panose="020B0604020204020204" pitchFamily="34" charset="0"/>
                    <a:ea typeface="ヒラギノ角ゴ Pro W3" pitchFamily="126" charset="-128"/>
                  </a:defRPr>
                </a:lvl2pPr>
                <a:lvl3pPr marL="1143000" indent="-228600" defTabSz="912813">
                  <a:defRPr>
                    <a:solidFill>
                      <a:schemeClr val="tx1"/>
                    </a:solidFill>
                    <a:latin typeface="HP Simplified" panose="020B0604020204020204" pitchFamily="34" charset="0"/>
                    <a:ea typeface="ヒラギノ角ゴ Pro W3" pitchFamily="126" charset="-128"/>
                  </a:defRPr>
                </a:lvl3pPr>
                <a:lvl4pPr marL="1600200" indent="-228600" defTabSz="912813">
                  <a:defRPr>
                    <a:solidFill>
                      <a:schemeClr val="tx1"/>
                    </a:solidFill>
                    <a:latin typeface="HP Simplified" panose="020B0604020204020204" pitchFamily="34" charset="0"/>
                    <a:ea typeface="ヒラギノ角ゴ Pro W3" pitchFamily="126" charset="-128"/>
                  </a:defRPr>
                </a:lvl4pPr>
                <a:lvl5pPr marL="2057400" indent="-228600" defTabSz="912813">
                  <a:defRPr>
                    <a:solidFill>
                      <a:schemeClr val="tx1"/>
                    </a:solidFill>
                    <a:latin typeface="HP Simplified" panose="020B0604020204020204" pitchFamily="34" charset="0"/>
                    <a:ea typeface="ヒラギノ角ゴ Pro W3" pitchFamily="126" charset="-128"/>
                  </a:defRPr>
                </a:lvl5pPr>
                <a:lvl6pPr marL="2514600" indent="-228600" defTabSz="912813" eaLnBrk="0" fontAlgn="base" hangingPunct="0">
                  <a:spcBef>
                    <a:spcPct val="0"/>
                  </a:spcBef>
                  <a:spcAft>
                    <a:spcPct val="0"/>
                  </a:spcAft>
                  <a:defRPr>
                    <a:solidFill>
                      <a:schemeClr val="tx1"/>
                    </a:solidFill>
                    <a:latin typeface="HP Simplified" panose="020B0604020204020204" pitchFamily="34" charset="0"/>
                    <a:ea typeface="ヒラギノ角ゴ Pro W3" pitchFamily="126" charset="-128"/>
                  </a:defRPr>
                </a:lvl6pPr>
                <a:lvl7pPr marL="2971800" indent="-228600" defTabSz="912813" eaLnBrk="0" fontAlgn="base" hangingPunct="0">
                  <a:spcBef>
                    <a:spcPct val="0"/>
                  </a:spcBef>
                  <a:spcAft>
                    <a:spcPct val="0"/>
                  </a:spcAft>
                  <a:defRPr>
                    <a:solidFill>
                      <a:schemeClr val="tx1"/>
                    </a:solidFill>
                    <a:latin typeface="HP Simplified" panose="020B0604020204020204" pitchFamily="34" charset="0"/>
                    <a:ea typeface="ヒラギノ角ゴ Pro W3" pitchFamily="126" charset="-128"/>
                  </a:defRPr>
                </a:lvl7pPr>
                <a:lvl8pPr marL="3429000" indent="-228600" defTabSz="912813" eaLnBrk="0" fontAlgn="base" hangingPunct="0">
                  <a:spcBef>
                    <a:spcPct val="0"/>
                  </a:spcBef>
                  <a:spcAft>
                    <a:spcPct val="0"/>
                  </a:spcAft>
                  <a:defRPr>
                    <a:solidFill>
                      <a:schemeClr val="tx1"/>
                    </a:solidFill>
                    <a:latin typeface="HP Simplified" panose="020B0604020204020204" pitchFamily="34" charset="0"/>
                    <a:ea typeface="ヒラギノ角ゴ Pro W3" pitchFamily="126" charset="-128"/>
                  </a:defRPr>
                </a:lvl8pPr>
                <a:lvl9pPr marL="3886200" indent="-228600" defTabSz="912813" eaLnBrk="0" fontAlgn="base" hangingPunct="0">
                  <a:spcBef>
                    <a:spcPct val="0"/>
                  </a:spcBef>
                  <a:spcAft>
                    <a:spcPct val="0"/>
                  </a:spcAft>
                  <a:defRPr>
                    <a:solidFill>
                      <a:schemeClr val="tx1"/>
                    </a:solidFill>
                    <a:latin typeface="HP Simplified" panose="020B0604020204020204" pitchFamily="34" charset="0"/>
                    <a:ea typeface="ヒラギノ角ゴ Pro W3" pitchFamily="126" charset="-128"/>
                  </a:defRPr>
                </a:lvl9pPr>
              </a:lstStyle>
              <a:p>
                <a:pPr eaLnBrk="0" fontAlgn="base" hangingPunct="0">
                  <a:lnSpc>
                    <a:spcPct val="90000"/>
                  </a:lnSpc>
                  <a:spcBef>
                    <a:spcPct val="0"/>
                  </a:spcBef>
                  <a:spcAft>
                    <a:spcPct val="0"/>
                  </a:spcAft>
                </a:pPr>
                <a:r>
                  <a:rPr lang="en-US" sz="1900" dirty="0">
                    <a:solidFill>
                      <a:srgbClr val="FFFFFF"/>
                    </a:solidFill>
                  </a:rPr>
                  <a:t>Infiltration</a:t>
                </a:r>
              </a:p>
            </p:txBody>
          </p:sp>
          <p:sp>
            <p:nvSpPr>
              <p:cNvPr id="63" name="TextBox 36"/>
              <p:cNvSpPr txBox="1">
                <a:spLocks noChangeArrowheads="1"/>
              </p:cNvSpPr>
              <p:nvPr/>
            </p:nvSpPr>
            <p:spPr bwMode="auto">
              <a:xfrm>
                <a:off x="5554244" y="1275175"/>
                <a:ext cx="1476476" cy="314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defTabSz="912813">
                  <a:defRPr>
                    <a:solidFill>
                      <a:schemeClr val="tx1"/>
                    </a:solidFill>
                    <a:latin typeface="HP Simplified" panose="020B0604020204020204" pitchFamily="34" charset="0"/>
                    <a:ea typeface="ヒラギノ角ゴ Pro W3" pitchFamily="126" charset="-128"/>
                  </a:defRPr>
                </a:lvl1pPr>
                <a:lvl2pPr marL="742950" indent="-285750" defTabSz="912813">
                  <a:defRPr>
                    <a:solidFill>
                      <a:schemeClr val="tx1"/>
                    </a:solidFill>
                    <a:latin typeface="HP Simplified" panose="020B0604020204020204" pitchFamily="34" charset="0"/>
                    <a:ea typeface="ヒラギノ角ゴ Pro W3" pitchFamily="126" charset="-128"/>
                  </a:defRPr>
                </a:lvl2pPr>
                <a:lvl3pPr marL="1143000" indent="-228600" defTabSz="912813">
                  <a:defRPr>
                    <a:solidFill>
                      <a:schemeClr val="tx1"/>
                    </a:solidFill>
                    <a:latin typeface="HP Simplified" panose="020B0604020204020204" pitchFamily="34" charset="0"/>
                    <a:ea typeface="ヒラギノ角ゴ Pro W3" pitchFamily="126" charset="-128"/>
                  </a:defRPr>
                </a:lvl3pPr>
                <a:lvl4pPr marL="1600200" indent="-228600" defTabSz="912813">
                  <a:defRPr>
                    <a:solidFill>
                      <a:schemeClr val="tx1"/>
                    </a:solidFill>
                    <a:latin typeface="HP Simplified" panose="020B0604020204020204" pitchFamily="34" charset="0"/>
                    <a:ea typeface="ヒラギノ角ゴ Pro W3" pitchFamily="126" charset="-128"/>
                  </a:defRPr>
                </a:lvl4pPr>
                <a:lvl5pPr marL="2057400" indent="-228600" defTabSz="912813">
                  <a:defRPr>
                    <a:solidFill>
                      <a:schemeClr val="tx1"/>
                    </a:solidFill>
                    <a:latin typeface="HP Simplified" panose="020B0604020204020204" pitchFamily="34" charset="0"/>
                    <a:ea typeface="ヒラギノ角ゴ Pro W3" pitchFamily="126" charset="-128"/>
                  </a:defRPr>
                </a:lvl5pPr>
                <a:lvl6pPr marL="2514600" indent="-228600" defTabSz="912813" eaLnBrk="0" fontAlgn="base" hangingPunct="0">
                  <a:spcBef>
                    <a:spcPct val="0"/>
                  </a:spcBef>
                  <a:spcAft>
                    <a:spcPct val="0"/>
                  </a:spcAft>
                  <a:defRPr>
                    <a:solidFill>
                      <a:schemeClr val="tx1"/>
                    </a:solidFill>
                    <a:latin typeface="HP Simplified" panose="020B0604020204020204" pitchFamily="34" charset="0"/>
                    <a:ea typeface="ヒラギノ角ゴ Pro W3" pitchFamily="126" charset="-128"/>
                  </a:defRPr>
                </a:lvl6pPr>
                <a:lvl7pPr marL="2971800" indent="-228600" defTabSz="912813" eaLnBrk="0" fontAlgn="base" hangingPunct="0">
                  <a:spcBef>
                    <a:spcPct val="0"/>
                  </a:spcBef>
                  <a:spcAft>
                    <a:spcPct val="0"/>
                  </a:spcAft>
                  <a:defRPr>
                    <a:solidFill>
                      <a:schemeClr val="tx1"/>
                    </a:solidFill>
                    <a:latin typeface="HP Simplified" panose="020B0604020204020204" pitchFamily="34" charset="0"/>
                    <a:ea typeface="ヒラギノ角ゴ Pro W3" pitchFamily="126" charset="-128"/>
                  </a:defRPr>
                </a:lvl7pPr>
                <a:lvl8pPr marL="3429000" indent="-228600" defTabSz="912813" eaLnBrk="0" fontAlgn="base" hangingPunct="0">
                  <a:spcBef>
                    <a:spcPct val="0"/>
                  </a:spcBef>
                  <a:spcAft>
                    <a:spcPct val="0"/>
                  </a:spcAft>
                  <a:defRPr>
                    <a:solidFill>
                      <a:schemeClr val="tx1"/>
                    </a:solidFill>
                    <a:latin typeface="HP Simplified" panose="020B0604020204020204" pitchFamily="34" charset="0"/>
                    <a:ea typeface="ヒラギノ角ゴ Pro W3" pitchFamily="126" charset="-128"/>
                  </a:defRPr>
                </a:lvl8pPr>
                <a:lvl9pPr marL="3886200" indent="-228600" defTabSz="912813" eaLnBrk="0" fontAlgn="base" hangingPunct="0">
                  <a:spcBef>
                    <a:spcPct val="0"/>
                  </a:spcBef>
                  <a:spcAft>
                    <a:spcPct val="0"/>
                  </a:spcAft>
                  <a:defRPr>
                    <a:solidFill>
                      <a:schemeClr val="tx1"/>
                    </a:solidFill>
                    <a:latin typeface="HP Simplified" panose="020B0604020204020204" pitchFamily="34" charset="0"/>
                    <a:ea typeface="ヒラギノ角ゴ Pro W3" pitchFamily="126" charset="-128"/>
                  </a:defRPr>
                </a:lvl9pPr>
              </a:lstStyle>
              <a:p>
                <a:pPr eaLnBrk="0" fontAlgn="base" hangingPunct="0">
                  <a:lnSpc>
                    <a:spcPct val="90000"/>
                  </a:lnSpc>
                  <a:spcBef>
                    <a:spcPct val="0"/>
                  </a:spcBef>
                  <a:spcAft>
                    <a:spcPct val="0"/>
                  </a:spcAft>
                </a:pPr>
                <a:r>
                  <a:rPr lang="en-US" sz="1200" dirty="0">
                    <a:solidFill>
                      <a:srgbClr val="000000"/>
                    </a:solidFill>
                  </a:rPr>
                  <a:t>Phishing Attack and Malware</a:t>
                </a:r>
              </a:p>
            </p:txBody>
          </p:sp>
          <p:pic>
            <p:nvPicPr>
              <p:cNvPr id="64" name="Picture 63" descr="LilIcons.png"/>
              <p:cNvPicPr>
                <a:picLocks noChangeAspect="1"/>
              </p:cNvPicPr>
              <p:nvPr/>
            </p:nvPicPr>
            <p:blipFill rotWithShape="1">
              <a:blip r:embed="rId6" cstate="print">
                <a:extLst>
                  <a:ext uri="{28A0092B-C50C-407E-A947-70E740481C1C}">
                    <a14:useLocalDpi xmlns:a14="http://schemas.microsoft.com/office/drawing/2010/main" val="0"/>
                  </a:ext>
                </a:extLst>
              </a:blip>
              <a:srcRect l="33131" r="33698" b="50629"/>
              <a:stretch/>
            </p:blipFill>
            <p:spPr>
              <a:xfrm>
                <a:off x="4879501" y="959077"/>
                <a:ext cx="640080" cy="620085"/>
              </a:xfrm>
              <a:prstGeom prst="rect">
                <a:avLst/>
              </a:prstGeom>
            </p:spPr>
          </p:pic>
        </p:grpSp>
        <p:sp>
          <p:nvSpPr>
            <p:cNvPr id="65" name="Round Diagonal Corner Rectangle 64"/>
            <p:cNvSpPr/>
            <p:nvPr/>
          </p:nvSpPr>
          <p:spPr>
            <a:xfrm>
              <a:off x="459494" y="2340590"/>
              <a:ext cx="1776129" cy="461723"/>
            </a:xfrm>
            <a:prstGeom prst="round2DiagRect">
              <a:avLst>
                <a:gd name="adj1" fmla="val 0"/>
                <a:gd name="adj2" fmla="val 19191"/>
              </a:avLst>
            </a:prstGeom>
            <a:solidFill>
              <a:srgbClr val="208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solidFill>
                  <a:prstClr val="white"/>
                </a:solidFill>
                <a:latin typeface="Calibri"/>
              </a:endParaRPr>
            </a:p>
          </p:txBody>
        </p:sp>
        <p:grpSp>
          <p:nvGrpSpPr>
            <p:cNvPr id="66" name="Group 65"/>
            <p:cNvGrpSpPr/>
            <p:nvPr/>
          </p:nvGrpSpPr>
          <p:grpSpPr>
            <a:xfrm rot="5400000">
              <a:off x="971742" y="1483219"/>
              <a:ext cx="605740" cy="2185475"/>
              <a:chOff x="561026" y="1538522"/>
              <a:chExt cx="605740" cy="2185475"/>
            </a:xfrm>
          </p:grpSpPr>
          <p:grpSp>
            <p:nvGrpSpPr>
              <p:cNvPr id="67" name="Group 66"/>
              <p:cNvGrpSpPr/>
              <p:nvPr/>
            </p:nvGrpSpPr>
            <p:grpSpPr>
              <a:xfrm>
                <a:off x="561026" y="1841826"/>
                <a:ext cx="605740" cy="1882171"/>
                <a:chOff x="561026" y="1841826"/>
                <a:chExt cx="605740" cy="1882171"/>
              </a:xfrm>
            </p:grpSpPr>
            <p:sp>
              <p:nvSpPr>
                <p:cNvPr id="69" name="TextBox 8"/>
                <p:cNvSpPr txBox="1">
                  <a:spLocks noChangeArrowheads="1"/>
                </p:cNvSpPr>
                <p:nvPr/>
              </p:nvSpPr>
              <p:spPr bwMode="auto">
                <a:xfrm rot="16200000">
                  <a:off x="115848" y="2415649"/>
                  <a:ext cx="1448692" cy="30104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defTabSz="912813">
                    <a:defRPr>
                      <a:solidFill>
                        <a:schemeClr val="tx1"/>
                      </a:solidFill>
                      <a:latin typeface="HP Simplified" panose="020B0604020204020204" pitchFamily="34" charset="0"/>
                      <a:ea typeface="ヒラギノ角ゴ Pro W3" pitchFamily="126" charset="-128"/>
                    </a:defRPr>
                  </a:lvl1pPr>
                  <a:lvl2pPr marL="742950" indent="-285750" defTabSz="912813">
                    <a:defRPr>
                      <a:solidFill>
                        <a:schemeClr val="tx1"/>
                      </a:solidFill>
                      <a:latin typeface="HP Simplified" panose="020B0604020204020204" pitchFamily="34" charset="0"/>
                      <a:ea typeface="ヒラギノ角ゴ Pro W3" pitchFamily="126" charset="-128"/>
                    </a:defRPr>
                  </a:lvl2pPr>
                  <a:lvl3pPr marL="1143000" indent="-228600" defTabSz="912813">
                    <a:defRPr>
                      <a:solidFill>
                        <a:schemeClr val="tx1"/>
                      </a:solidFill>
                      <a:latin typeface="HP Simplified" panose="020B0604020204020204" pitchFamily="34" charset="0"/>
                      <a:ea typeface="ヒラギノ角ゴ Pro W3" pitchFamily="126" charset="-128"/>
                    </a:defRPr>
                  </a:lvl3pPr>
                  <a:lvl4pPr marL="1600200" indent="-228600" defTabSz="912813">
                    <a:defRPr>
                      <a:solidFill>
                        <a:schemeClr val="tx1"/>
                      </a:solidFill>
                      <a:latin typeface="HP Simplified" panose="020B0604020204020204" pitchFamily="34" charset="0"/>
                      <a:ea typeface="ヒラギノ角ゴ Pro W3" pitchFamily="126" charset="-128"/>
                    </a:defRPr>
                  </a:lvl4pPr>
                  <a:lvl5pPr marL="2057400" indent="-228600" defTabSz="912813">
                    <a:defRPr>
                      <a:solidFill>
                        <a:schemeClr val="tx1"/>
                      </a:solidFill>
                      <a:latin typeface="HP Simplified" panose="020B0604020204020204" pitchFamily="34" charset="0"/>
                      <a:ea typeface="ヒラギノ角ゴ Pro W3" pitchFamily="126" charset="-128"/>
                    </a:defRPr>
                  </a:lvl5pPr>
                  <a:lvl6pPr marL="2514600" indent="-228600" defTabSz="912813" eaLnBrk="0" fontAlgn="base" hangingPunct="0">
                    <a:spcBef>
                      <a:spcPct val="0"/>
                    </a:spcBef>
                    <a:spcAft>
                      <a:spcPct val="0"/>
                    </a:spcAft>
                    <a:defRPr>
                      <a:solidFill>
                        <a:schemeClr val="tx1"/>
                      </a:solidFill>
                      <a:latin typeface="HP Simplified" panose="020B0604020204020204" pitchFamily="34" charset="0"/>
                      <a:ea typeface="ヒラギノ角ゴ Pro W3" pitchFamily="126" charset="-128"/>
                    </a:defRPr>
                  </a:lvl6pPr>
                  <a:lvl7pPr marL="2971800" indent="-228600" defTabSz="912813" eaLnBrk="0" fontAlgn="base" hangingPunct="0">
                    <a:spcBef>
                      <a:spcPct val="0"/>
                    </a:spcBef>
                    <a:spcAft>
                      <a:spcPct val="0"/>
                    </a:spcAft>
                    <a:defRPr>
                      <a:solidFill>
                        <a:schemeClr val="tx1"/>
                      </a:solidFill>
                      <a:latin typeface="HP Simplified" panose="020B0604020204020204" pitchFamily="34" charset="0"/>
                      <a:ea typeface="ヒラギノ角ゴ Pro W3" pitchFamily="126" charset="-128"/>
                    </a:defRPr>
                  </a:lvl7pPr>
                  <a:lvl8pPr marL="3429000" indent="-228600" defTabSz="912813" eaLnBrk="0" fontAlgn="base" hangingPunct="0">
                    <a:spcBef>
                      <a:spcPct val="0"/>
                    </a:spcBef>
                    <a:spcAft>
                      <a:spcPct val="0"/>
                    </a:spcAft>
                    <a:defRPr>
                      <a:solidFill>
                        <a:schemeClr val="tx1"/>
                      </a:solidFill>
                      <a:latin typeface="HP Simplified" panose="020B0604020204020204" pitchFamily="34" charset="0"/>
                      <a:ea typeface="ヒラギノ角ゴ Pro W3" pitchFamily="126" charset="-128"/>
                    </a:defRPr>
                  </a:lvl8pPr>
                  <a:lvl9pPr marL="3886200" indent="-228600" defTabSz="912813" eaLnBrk="0" fontAlgn="base" hangingPunct="0">
                    <a:spcBef>
                      <a:spcPct val="0"/>
                    </a:spcBef>
                    <a:spcAft>
                      <a:spcPct val="0"/>
                    </a:spcAft>
                    <a:defRPr>
                      <a:solidFill>
                        <a:schemeClr val="tx1"/>
                      </a:solidFill>
                      <a:latin typeface="HP Simplified" panose="020B0604020204020204" pitchFamily="34" charset="0"/>
                      <a:ea typeface="ヒラギノ角ゴ Pro W3" pitchFamily="126" charset="-128"/>
                    </a:defRPr>
                  </a:lvl9pPr>
                </a:lstStyle>
                <a:p>
                  <a:pPr algn="ctr" eaLnBrk="0" fontAlgn="base" hangingPunct="0">
                    <a:lnSpc>
                      <a:spcPct val="90000"/>
                    </a:lnSpc>
                    <a:spcBef>
                      <a:spcPct val="0"/>
                    </a:spcBef>
                    <a:spcAft>
                      <a:spcPct val="0"/>
                    </a:spcAft>
                  </a:pPr>
                  <a:r>
                    <a:rPr lang="en-US" sz="1900" dirty="0">
                      <a:solidFill>
                        <a:srgbClr val="FFFFFF"/>
                      </a:solidFill>
                    </a:rPr>
                    <a:t>Monetization</a:t>
                  </a:r>
                </a:p>
              </p:txBody>
            </p:sp>
            <p:pic>
              <p:nvPicPr>
                <p:cNvPr id="70" name="Picture 69" descr="LilIcons.png"/>
                <p:cNvPicPr>
                  <a:picLocks noChangeAspect="1"/>
                </p:cNvPicPr>
                <p:nvPr/>
              </p:nvPicPr>
              <p:blipFill rotWithShape="1">
                <a:blip r:embed="rId6" cstate="print">
                  <a:extLst>
                    <a:ext uri="{28A0092B-C50C-407E-A947-70E740481C1C}">
                      <a14:useLocalDpi xmlns:a14="http://schemas.microsoft.com/office/drawing/2010/main" val="0"/>
                    </a:ext>
                  </a:extLst>
                </a:blip>
                <a:srcRect t="51771" r="65601"/>
                <a:stretch/>
              </p:blipFill>
              <p:spPr>
                <a:xfrm rot="16200000">
                  <a:off x="532018" y="3089249"/>
                  <a:ext cx="663756" cy="605740"/>
                </a:xfrm>
                <a:prstGeom prst="rect">
                  <a:avLst/>
                </a:prstGeom>
              </p:spPr>
            </p:pic>
          </p:grpSp>
          <p:sp>
            <p:nvSpPr>
              <p:cNvPr id="68" name="TextBox 36"/>
              <p:cNvSpPr txBox="1">
                <a:spLocks noChangeArrowheads="1"/>
              </p:cNvSpPr>
              <p:nvPr/>
            </p:nvSpPr>
            <p:spPr bwMode="auto">
              <a:xfrm rot="16200000">
                <a:off x="244748" y="2178565"/>
                <a:ext cx="1512258" cy="23217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defTabSz="912813">
                  <a:defRPr>
                    <a:solidFill>
                      <a:schemeClr val="tx1"/>
                    </a:solidFill>
                    <a:latin typeface="HP Simplified" panose="020B0604020204020204" pitchFamily="34" charset="0"/>
                    <a:ea typeface="ヒラギノ角ゴ Pro W3" pitchFamily="126" charset="-128"/>
                  </a:defRPr>
                </a:lvl1pPr>
                <a:lvl2pPr marL="742950" indent="-285750" defTabSz="912813">
                  <a:defRPr>
                    <a:solidFill>
                      <a:schemeClr val="tx1"/>
                    </a:solidFill>
                    <a:latin typeface="HP Simplified" panose="020B0604020204020204" pitchFamily="34" charset="0"/>
                    <a:ea typeface="ヒラギノ角ゴ Pro W3" pitchFamily="126" charset="-128"/>
                  </a:defRPr>
                </a:lvl2pPr>
                <a:lvl3pPr marL="1143000" indent="-228600" defTabSz="912813">
                  <a:defRPr>
                    <a:solidFill>
                      <a:schemeClr val="tx1"/>
                    </a:solidFill>
                    <a:latin typeface="HP Simplified" panose="020B0604020204020204" pitchFamily="34" charset="0"/>
                    <a:ea typeface="ヒラギノ角ゴ Pro W3" pitchFamily="126" charset="-128"/>
                  </a:defRPr>
                </a:lvl3pPr>
                <a:lvl4pPr marL="1600200" indent="-228600" defTabSz="912813">
                  <a:defRPr>
                    <a:solidFill>
                      <a:schemeClr val="tx1"/>
                    </a:solidFill>
                    <a:latin typeface="HP Simplified" panose="020B0604020204020204" pitchFamily="34" charset="0"/>
                    <a:ea typeface="ヒラギノ角ゴ Pro W3" pitchFamily="126" charset="-128"/>
                  </a:defRPr>
                </a:lvl4pPr>
                <a:lvl5pPr marL="2057400" indent="-228600" defTabSz="912813">
                  <a:defRPr>
                    <a:solidFill>
                      <a:schemeClr val="tx1"/>
                    </a:solidFill>
                    <a:latin typeface="HP Simplified" panose="020B0604020204020204" pitchFamily="34" charset="0"/>
                    <a:ea typeface="ヒラギノ角ゴ Pro W3" pitchFamily="126" charset="-128"/>
                  </a:defRPr>
                </a:lvl5pPr>
                <a:lvl6pPr marL="2514600" indent="-228600" defTabSz="912813" eaLnBrk="0" fontAlgn="base" hangingPunct="0">
                  <a:spcBef>
                    <a:spcPct val="0"/>
                  </a:spcBef>
                  <a:spcAft>
                    <a:spcPct val="0"/>
                  </a:spcAft>
                  <a:defRPr>
                    <a:solidFill>
                      <a:schemeClr val="tx1"/>
                    </a:solidFill>
                    <a:latin typeface="HP Simplified" panose="020B0604020204020204" pitchFamily="34" charset="0"/>
                    <a:ea typeface="ヒラギノ角ゴ Pro W3" pitchFamily="126" charset="-128"/>
                  </a:defRPr>
                </a:lvl6pPr>
                <a:lvl7pPr marL="2971800" indent="-228600" defTabSz="912813" eaLnBrk="0" fontAlgn="base" hangingPunct="0">
                  <a:spcBef>
                    <a:spcPct val="0"/>
                  </a:spcBef>
                  <a:spcAft>
                    <a:spcPct val="0"/>
                  </a:spcAft>
                  <a:defRPr>
                    <a:solidFill>
                      <a:schemeClr val="tx1"/>
                    </a:solidFill>
                    <a:latin typeface="HP Simplified" panose="020B0604020204020204" pitchFamily="34" charset="0"/>
                    <a:ea typeface="ヒラギノ角ゴ Pro W3" pitchFamily="126" charset="-128"/>
                  </a:defRPr>
                </a:lvl7pPr>
                <a:lvl8pPr marL="3429000" indent="-228600" defTabSz="912813" eaLnBrk="0" fontAlgn="base" hangingPunct="0">
                  <a:spcBef>
                    <a:spcPct val="0"/>
                  </a:spcBef>
                  <a:spcAft>
                    <a:spcPct val="0"/>
                  </a:spcAft>
                  <a:defRPr>
                    <a:solidFill>
                      <a:schemeClr val="tx1"/>
                    </a:solidFill>
                    <a:latin typeface="HP Simplified" panose="020B0604020204020204" pitchFamily="34" charset="0"/>
                    <a:ea typeface="ヒラギノ角ゴ Pro W3" pitchFamily="126" charset="-128"/>
                  </a:defRPr>
                </a:lvl8pPr>
                <a:lvl9pPr marL="3886200" indent="-228600" defTabSz="912813" eaLnBrk="0" fontAlgn="base" hangingPunct="0">
                  <a:spcBef>
                    <a:spcPct val="0"/>
                  </a:spcBef>
                  <a:spcAft>
                    <a:spcPct val="0"/>
                  </a:spcAft>
                  <a:defRPr>
                    <a:solidFill>
                      <a:schemeClr val="tx1"/>
                    </a:solidFill>
                    <a:latin typeface="HP Simplified" panose="020B0604020204020204" pitchFamily="34" charset="0"/>
                    <a:ea typeface="ヒラギノ角ゴ Pro W3" pitchFamily="126" charset="-128"/>
                  </a:defRPr>
                </a:lvl9pPr>
              </a:lstStyle>
              <a:p>
                <a:pPr eaLnBrk="0" fontAlgn="base" hangingPunct="0">
                  <a:lnSpc>
                    <a:spcPct val="90000"/>
                  </a:lnSpc>
                  <a:spcBef>
                    <a:spcPct val="0"/>
                  </a:spcBef>
                  <a:spcAft>
                    <a:spcPct val="0"/>
                  </a:spcAft>
                </a:pPr>
                <a:r>
                  <a:rPr lang="en-US" sz="1200" dirty="0">
                    <a:solidFill>
                      <a:srgbClr val="000000"/>
                    </a:solidFill>
                  </a:rPr>
                  <a:t>Data Sold on Black Market</a:t>
                </a:r>
              </a:p>
            </p:txBody>
          </p:sp>
        </p:grpSp>
        <p:sp>
          <p:nvSpPr>
            <p:cNvPr id="71" name="Round Diagonal Corner Rectangle 70"/>
            <p:cNvSpPr/>
            <p:nvPr/>
          </p:nvSpPr>
          <p:spPr>
            <a:xfrm>
              <a:off x="7079828" y="2340590"/>
              <a:ext cx="1892723" cy="461723"/>
            </a:xfrm>
            <a:prstGeom prst="round2DiagRect">
              <a:avLst>
                <a:gd name="adj1" fmla="val 0"/>
                <a:gd name="adj2" fmla="val 19191"/>
              </a:avLst>
            </a:prstGeom>
            <a:solidFill>
              <a:srgbClr val="208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solidFill>
                  <a:prstClr val="white"/>
                </a:solidFill>
                <a:latin typeface="Calibri"/>
              </a:endParaRPr>
            </a:p>
          </p:txBody>
        </p:sp>
        <p:grpSp>
          <p:nvGrpSpPr>
            <p:cNvPr id="72" name="Group 71"/>
            <p:cNvGrpSpPr/>
            <p:nvPr/>
          </p:nvGrpSpPr>
          <p:grpSpPr>
            <a:xfrm rot="16200000">
              <a:off x="7549790" y="1500516"/>
              <a:ext cx="630245" cy="2215276"/>
              <a:chOff x="7816871" y="1519847"/>
              <a:chExt cx="630245" cy="2215276"/>
            </a:xfrm>
          </p:grpSpPr>
          <p:sp>
            <p:nvSpPr>
              <p:cNvPr id="73" name="TextBox 9"/>
              <p:cNvSpPr txBox="1">
                <a:spLocks noChangeArrowheads="1"/>
              </p:cNvSpPr>
              <p:nvPr/>
            </p:nvSpPr>
            <p:spPr bwMode="auto">
              <a:xfrm rot="5400000">
                <a:off x="7622175" y="2584064"/>
                <a:ext cx="1194688" cy="29950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defTabSz="912813">
                  <a:defRPr>
                    <a:solidFill>
                      <a:schemeClr val="tx1"/>
                    </a:solidFill>
                    <a:latin typeface="HP Simplified" panose="020B0604020204020204" pitchFamily="34" charset="0"/>
                    <a:ea typeface="ヒラギノ角ゴ Pro W3" pitchFamily="126" charset="-128"/>
                  </a:defRPr>
                </a:lvl1pPr>
                <a:lvl2pPr marL="742950" indent="-285750" defTabSz="912813">
                  <a:defRPr>
                    <a:solidFill>
                      <a:schemeClr val="tx1"/>
                    </a:solidFill>
                    <a:latin typeface="HP Simplified" panose="020B0604020204020204" pitchFamily="34" charset="0"/>
                    <a:ea typeface="ヒラギノ角ゴ Pro W3" pitchFamily="126" charset="-128"/>
                  </a:defRPr>
                </a:lvl2pPr>
                <a:lvl3pPr marL="1143000" indent="-228600" defTabSz="912813">
                  <a:defRPr>
                    <a:solidFill>
                      <a:schemeClr val="tx1"/>
                    </a:solidFill>
                    <a:latin typeface="HP Simplified" panose="020B0604020204020204" pitchFamily="34" charset="0"/>
                    <a:ea typeface="ヒラギノ角ゴ Pro W3" pitchFamily="126" charset="-128"/>
                  </a:defRPr>
                </a:lvl3pPr>
                <a:lvl4pPr marL="1600200" indent="-228600" defTabSz="912813">
                  <a:defRPr>
                    <a:solidFill>
                      <a:schemeClr val="tx1"/>
                    </a:solidFill>
                    <a:latin typeface="HP Simplified" panose="020B0604020204020204" pitchFamily="34" charset="0"/>
                    <a:ea typeface="ヒラギノ角ゴ Pro W3" pitchFamily="126" charset="-128"/>
                  </a:defRPr>
                </a:lvl4pPr>
                <a:lvl5pPr marL="2057400" indent="-228600" defTabSz="912813">
                  <a:defRPr>
                    <a:solidFill>
                      <a:schemeClr val="tx1"/>
                    </a:solidFill>
                    <a:latin typeface="HP Simplified" panose="020B0604020204020204" pitchFamily="34" charset="0"/>
                    <a:ea typeface="ヒラギノ角ゴ Pro W3" pitchFamily="126" charset="-128"/>
                  </a:defRPr>
                </a:lvl5pPr>
                <a:lvl6pPr marL="2514600" indent="-228600" defTabSz="912813" eaLnBrk="0" fontAlgn="base" hangingPunct="0">
                  <a:spcBef>
                    <a:spcPct val="0"/>
                  </a:spcBef>
                  <a:spcAft>
                    <a:spcPct val="0"/>
                  </a:spcAft>
                  <a:defRPr>
                    <a:solidFill>
                      <a:schemeClr val="tx1"/>
                    </a:solidFill>
                    <a:latin typeface="HP Simplified" panose="020B0604020204020204" pitchFamily="34" charset="0"/>
                    <a:ea typeface="ヒラギノ角ゴ Pro W3" pitchFamily="126" charset="-128"/>
                  </a:defRPr>
                </a:lvl6pPr>
                <a:lvl7pPr marL="2971800" indent="-228600" defTabSz="912813" eaLnBrk="0" fontAlgn="base" hangingPunct="0">
                  <a:spcBef>
                    <a:spcPct val="0"/>
                  </a:spcBef>
                  <a:spcAft>
                    <a:spcPct val="0"/>
                  </a:spcAft>
                  <a:defRPr>
                    <a:solidFill>
                      <a:schemeClr val="tx1"/>
                    </a:solidFill>
                    <a:latin typeface="HP Simplified" panose="020B0604020204020204" pitchFamily="34" charset="0"/>
                    <a:ea typeface="ヒラギノ角ゴ Pro W3" pitchFamily="126" charset="-128"/>
                  </a:defRPr>
                </a:lvl7pPr>
                <a:lvl8pPr marL="3429000" indent="-228600" defTabSz="912813" eaLnBrk="0" fontAlgn="base" hangingPunct="0">
                  <a:spcBef>
                    <a:spcPct val="0"/>
                  </a:spcBef>
                  <a:spcAft>
                    <a:spcPct val="0"/>
                  </a:spcAft>
                  <a:defRPr>
                    <a:solidFill>
                      <a:schemeClr val="tx1"/>
                    </a:solidFill>
                    <a:latin typeface="HP Simplified" panose="020B0604020204020204" pitchFamily="34" charset="0"/>
                    <a:ea typeface="ヒラギノ角ゴ Pro W3" pitchFamily="126" charset="-128"/>
                  </a:defRPr>
                </a:lvl8pPr>
                <a:lvl9pPr marL="3886200" indent="-228600" defTabSz="912813" eaLnBrk="0" fontAlgn="base" hangingPunct="0">
                  <a:spcBef>
                    <a:spcPct val="0"/>
                  </a:spcBef>
                  <a:spcAft>
                    <a:spcPct val="0"/>
                  </a:spcAft>
                  <a:defRPr>
                    <a:solidFill>
                      <a:schemeClr val="tx1"/>
                    </a:solidFill>
                    <a:latin typeface="HP Simplified" panose="020B0604020204020204" pitchFamily="34" charset="0"/>
                    <a:ea typeface="ヒラギノ角ゴ Pro W3" pitchFamily="126" charset="-128"/>
                  </a:defRPr>
                </a:lvl9pPr>
              </a:lstStyle>
              <a:p>
                <a:pPr eaLnBrk="0" fontAlgn="base" hangingPunct="0">
                  <a:lnSpc>
                    <a:spcPct val="90000"/>
                  </a:lnSpc>
                  <a:spcBef>
                    <a:spcPct val="0"/>
                  </a:spcBef>
                  <a:spcAft>
                    <a:spcPct val="0"/>
                  </a:spcAft>
                </a:pPr>
                <a:r>
                  <a:rPr lang="en-US" sz="1900" dirty="0">
                    <a:solidFill>
                      <a:prstClr val="white"/>
                    </a:solidFill>
                  </a:rPr>
                  <a:t>Discovery</a:t>
                </a:r>
              </a:p>
            </p:txBody>
          </p:sp>
          <p:pic>
            <p:nvPicPr>
              <p:cNvPr id="74" name="Picture 73" descr="LilIcons.png"/>
              <p:cNvPicPr>
                <a:picLocks noChangeAspect="1"/>
              </p:cNvPicPr>
              <p:nvPr/>
            </p:nvPicPr>
            <p:blipFill rotWithShape="1">
              <a:blip r:embed="rId5" cstate="print">
                <a:extLst>
                  <a:ext uri="{28A0092B-C50C-407E-A947-70E740481C1C}">
                    <a14:useLocalDpi xmlns:a14="http://schemas.microsoft.com/office/drawing/2010/main" val="0"/>
                  </a:ext>
                </a:extLst>
              </a:blip>
              <a:srcRect l="66941" b="49820"/>
              <a:stretch/>
            </p:blipFill>
            <p:spPr>
              <a:xfrm rot="5400000">
                <a:off x="7813040" y="1523678"/>
                <a:ext cx="637908" cy="630245"/>
              </a:xfrm>
              <a:prstGeom prst="rect">
                <a:avLst/>
              </a:prstGeom>
            </p:spPr>
          </p:pic>
          <p:sp>
            <p:nvSpPr>
              <p:cNvPr id="75" name="TextBox 36"/>
              <p:cNvSpPr txBox="1">
                <a:spLocks noChangeArrowheads="1"/>
              </p:cNvSpPr>
              <p:nvPr/>
            </p:nvSpPr>
            <p:spPr bwMode="auto">
              <a:xfrm rot="5400000">
                <a:off x="7233634" y="2808065"/>
                <a:ext cx="1590988" cy="26312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defTabSz="912813">
                  <a:defRPr>
                    <a:solidFill>
                      <a:schemeClr val="tx1"/>
                    </a:solidFill>
                    <a:latin typeface="HP Simplified" panose="020B0604020204020204" pitchFamily="34" charset="0"/>
                    <a:ea typeface="ヒラギノ角ゴ Pro W3" pitchFamily="126" charset="-128"/>
                  </a:defRPr>
                </a:lvl1pPr>
                <a:lvl2pPr marL="742950" indent="-285750" defTabSz="912813">
                  <a:defRPr>
                    <a:solidFill>
                      <a:schemeClr val="tx1"/>
                    </a:solidFill>
                    <a:latin typeface="HP Simplified" panose="020B0604020204020204" pitchFamily="34" charset="0"/>
                    <a:ea typeface="ヒラギノ角ゴ Pro W3" pitchFamily="126" charset="-128"/>
                  </a:defRPr>
                </a:lvl2pPr>
                <a:lvl3pPr marL="1143000" indent="-228600" defTabSz="912813">
                  <a:defRPr>
                    <a:solidFill>
                      <a:schemeClr val="tx1"/>
                    </a:solidFill>
                    <a:latin typeface="HP Simplified" panose="020B0604020204020204" pitchFamily="34" charset="0"/>
                    <a:ea typeface="ヒラギノ角ゴ Pro W3" pitchFamily="126" charset="-128"/>
                  </a:defRPr>
                </a:lvl3pPr>
                <a:lvl4pPr marL="1600200" indent="-228600" defTabSz="912813">
                  <a:defRPr>
                    <a:solidFill>
                      <a:schemeClr val="tx1"/>
                    </a:solidFill>
                    <a:latin typeface="HP Simplified" panose="020B0604020204020204" pitchFamily="34" charset="0"/>
                    <a:ea typeface="ヒラギノ角ゴ Pro W3" pitchFamily="126" charset="-128"/>
                  </a:defRPr>
                </a:lvl4pPr>
                <a:lvl5pPr marL="2057400" indent="-228600" defTabSz="912813">
                  <a:defRPr>
                    <a:solidFill>
                      <a:schemeClr val="tx1"/>
                    </a:solidFill>
                    <a:latin typeface="HP Simplified" panose="020B0604020204020204" pitchFamily="34" charset="0"/>
                    <a:ea typeface="ヒラギノ角ゴ Pro W3" pitchFamily="126" charset="-128"/>
                  </a:defRPr>
                </a:lvl5pPr>
                <a:lvl6pPr marL="2514600" indent="-228600" defTabSz="912813" eaLnBrk="0" fontAlgn="base" hangingPunct="0">
                  <a:spcBef>
                    <a:spcPct val="0"/>
                  </a:spcBef>
                  <a:spcAft>
                    <a:spcPct val="0"/>
                  </a:spcAft>
                  <a:defRPr>
                    <a:solidFill>
                      <a:schemeClr val="tx1"/>
                    </a:solidFill>
                    <a:latin typeface="HP Simplified" panose="020B0604020204020204" pitchFamily="34" charset="0"/>
                    <a:ea typeface="ヒラギノ角ゴ Pro W3" pitchFamily="126" charset="-128"/>
                  </a:defRPr>
                </a:lvl6pPr>
                <a:lvl7pPr marL="2971800" indent="-228600" defTabSz="912813" eaLnBrk="0" fontAlgn="base" hangingPunct="0">
                  <a:spcBef>
                    <a:spcPct val="0"/>
                  </a:spcBef>
                  <a:spcAft>
                    <a:spcPct val="0"/>
                  </a:spcAft>
                  <a:defRPr>
                    <a:solidFill>
                      <a:schemeClr val="tx1"/>
                    </a:solidFill>
                    <a:latin typeface="HP Simplified" panose="020B0604020204020204" pitchFamily="34" charset="0"/>
                    <a:ea typeface="ヒラギノ角ゴ Pro W3" pitchFamily="126" charset="-128"/>
                  </a:defRPr>
                </a:lvl7pPr>
                <a:lvl8pPr marL="3429000" indent="-228600" defTabSz="912813" eaLnBrk="0" fontAlgn="base" hangingPunct="0">
                  <a:spcBef>
                    <a:spcPct val="0"/>
                  </a:spcBef>
                  <a:spcAft>
                    <a:spcPct val="0"/>
                  </a:spcAft>
                  <a:defRPr>
                    <a:solidFill>
                      <a:schemeClr val="tx1"/>
                    </a:solidFill>
                    <a:latin typeface="HP Simplified" panose="020B0604020204020204" pitchFamily="34" charset="0"/>
                    <a:ea typeface="ヒラギノ角ゴ Pro W3" pitchFamily="126" charset="-128"/>
                  </a:defRPr>
                </a:lvl8pPr>
                <a:lvl9pPr marL="3886200" indent="-228600" defTabSz="912813" eaLnBrk="0" fontAlgn="base" hangingPunct="0">
                  <a:spcBef>
                    <a:spcPct val="0"/>
                  </a:spcBef>
                  <a:spcAft>
                    <a:spcPct val="0"/>
                  </a:spcAft>
                  <a:defRPr>
                    <a:solidFill>
                      <a:schemeClr val="tx1"/>
                    </a:solidFill>
                    <a:latin typeface="HP Simplified" panose="020B0604020204020204" pitchFamily="34" charset="0"/>
                    <a:ea typeface="ヒラギノ角ゴ Pro W3" pitchFamily="126" charset="-128"/>
                  </a:defRPr>
                </a:lvl9pPr>
              </a:lstStyle>
              <a:p>
                <a:pPr eaLnBrk="0" fontAlgn="base" hangingPunct="0">
                  <a:lnSpc>
                    <a:spcPct val="90000"/>
                  </a:lnSpc>
                  <a:spcBef>
                    <a:spcPct val="0"/>
                  </a:spcBef>
                  <a:spcAft>
                    <a:spcPct val="0"/>
                  </a:spcAft>
                </a:pPr>
                <a:r>
                  <a:rPr lang="en-US" sz="1200" dirty="0">
                    <a:solidFill>
                      <a:prstClr val="black"/>
                    </a:solidFill>
                  </a:rPr>
                  <a:t>Mapping Breached Environment</a:t>
                </a:r>
              </a:p>
            </p:txBody>
          </p:sp>
        </p:grpSp>
        <p:sp>
          <p:nvSpPr>
            <p:cNvPr id="76" name="Round Diagonal Corner Rectangle 75"/>
            <p:cNvSpPr/>
            <p:nvPr/>
          </p:nvSpPr>
          <p:spPr>
            <a:xfrm>
              <a:off x="5916794" y="3791505"/>
              <a:ext cx="1157106" cy="461723"/>
            </a:xfrm>
            <a:prstGeom prst="round2DiagRect">
              <a:avLst>
                <a:gd name="adj1" fmla="val 0"/>
                <a:gd name="adj2" fmla="val 19191"/>
              </a:avLst>
            </a:prstGeom>
            <a:solidFill>
              <a:srgbClr val="208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solidFill>
                  <a:prstClr val="white"/>
                </a:solidFill>
                <a:latin typeface="Calibri"/>
              </a:endParaRPr>
            </a:p>
          </p:txBody>
        </p:sp>
        <p:grpSp>
          <p:nvGrpSpPr>
            <p:cNvPr id="77" name="Group 76"/>
            <p:cNvGrpSpPr/>
            <p:nvPr/>
          </p:nvGrpSpPr>
          <p:grpSpPr>
            <a:xfrm>
              <a:off x="5613399" y="3718846"/>
              <a:ext cx="1745718" cy="615896"/>
              <a:chOff x="5132603" y="3725196"/>
              <a:chExt cx="1745718" cy="615896"/>
            </a:xfrm>
          </p:grpSpPr>
          <p:sp>
            <p:nvSpPr>
              <p:cNvPr id="78" name="TextBox 7"/>
              <p:cNvSpPr txBox="1">
                <a:spLocks noChangeArrowheads="1"/>
              </p:cNvSpPr>
              <p:nvPr/>
            </p:nvSpPr>
            <p:spPr bwMode="auto">
              <a:xfrm>
                <a:off x="5351941" y="3847223"/>
                <a:ext cx="1526380" cy="31237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defTabSz="912813">
                  <a:defRPr>
                    <a:solidFill>
                      <a:schemeClr val="tx1"/>
                    </a:solidFill>
                    <a:latin typeface="HP Simplified" panose="020B0604020204020204" pitchFamily="34" charset="0"/>
                    <a:ea typeface="ヒラギノ角ゴ Pro W3" pitchFamily="126" charset="-128"/>
                  </a:defRPr>
                </a:lvl1pPr>
                <a:lvl2pPr marL="742950" indent="-285750" defTabSz="912813">
                  <a:defRPr>
                    <a:solidFill>
                      <a:schemeClr val="tx1"/>
                    </a:solidFill>
                    <a:latin typeface="HP Simplified" panose="020B0604020204020204" pitchFamily="34" charset="0"/>
                    <a:ea typeface="ヒラギノ角ゴ Pro W3" pitchFamily="126" charset="-128"/>
                  </a:defRPr>
                </a:lvl2pPr>
                <a:lvl3pPr marL="1143000" indent="-228600" defTabSz="912813">
                  <a:defRPr>
                    <a:solidFill>
                      <a:schemeClr val="tx1"/>
                    </a:solidFill>
                    <a:latin typeface="HP Simplified" panose="020B0604020204020204" pitchFamily="34" charset="0"/>
                    <a:ea typeface="ヒラギノ角ゴ Pro W3" pitchFamily="126" charset="-128"/>
                  </a:defRPr>
                </a:lvl3pPr>
                <a:lvl4pPr marL="1600200" indent="-228600" defTabSz="912813">
                  <a:defRPr>
                    <a:solidFill>
                      <a:schemeClr val="tx1"/>
                    </a:solidFill>
                    <a:latin typeface="HP Simplified" panose="020B0604020204020204" pitchFamily="34" charset="0"/>
                    <a:ea typeface="ヒラギノ角ゴ Pro W3" pitchFamily="126" charset="-128"/>
                  </a:defRPr>
                </a:lvl4pPr>
                <a:lvl5pPr marL="2057400" indent="-228600" defTabSz="912813">
                  <a:defRPr>
                    <a:solidFill>
                      <a:schemeClr val="tx1"/>
                    </a:solidFill>
                    <a:latin typeface="HP Simplified" panose="020B0604020204020204" pitchFamily="34" charset="0"/>
                    <a:ea typeface="ヒラギノ角ゴ Pro W3" pitchFamily="126" charset="-128"/>
                  </a:defRPr>
                </a:lvl5pPr>
                <a:lvl6pPr marL="2514600" indent="-228600" defTabSz="912813" eaLnBrk="0" fontAlgn="base" hangingPunct="0">
                  <a:spcBef>
                    <a:spcPct val="0"/>
                  </a:spcBef>
                  <a:spcAft>
                    <a:spcPct val="0"/>
                  </a:spcAft>
                  <a:defRPr>
                    <a:solidFill>
                      <a:schemeClr val="tx1"/>
                    </a:solidFill>
                    <a:latin typeface="HP Simplified" panose="020B0604020204020204" pitchFamily="34" charset="0"/>
                    <a:ea typeface="ヒラギノ角ゴ Pro W3" pitchFamily="126" charset="-128"/>
                  </a:defRPr>
                </a:lvl6pPr>
                <a:lvl7pPr marL="2971800" indent="-228600" defTabSz="912813" eaLnBrk="0" fontAlgn="base" hangingPunct="0">
                  <a:spcBef>
                    <a:spcPct val="0"/>
                  </a:spcBef>
                  <a:spcAft>
                    <a:spcPct val="0"/>
                  </a:spcAft>
                  <a:defRPr>
                    <a:solidFill>
                      <a:schemeClr val="tx1"/>
                    </a:solidFill>
                    <a:latin typeface="HP Simplified" panose="020B0604020204020204" pitchFamily="34" charset="0"/>
                    <a:ea typeface="ヒラギノ角ゴ Pro W3" pitchFamily="126" charset="-128"/>
                  </a:defRPr>
                </a:lvl7pPr>
                <a:lvl8pPr marL="3429000" indent="-228600" defTabSz="912813" eaLnBrk="0" fontAlgn="base" hangingPunct="0">
                  <a:spcBef>
                    <a:spcPct val="0"/>
                  </a:spcBef>
                  <a:spcAft>
                    <a:spcPct val="0"/>
                  </a:spcAft>
                  <a:defRPr>
                    <a:solidFill>
                      <a:schemeClr val="tx1"/>
                    </a:solidFill>
                    <a:latin typeface="HP Simplified" panose="020B0604020204020204" pitchFamily="34" charset="0"/>
                    <a:ea typeface="ヒラギノ角ゴ Pro W3" pitchFamily="126" charset="-128"/>
                  </a:defRPr>
                </a:lvl8pPr>
                <a:lvl9pPr marL="3886200" indent="-228600" defTabSz="912813" eaLnBrk="0" fontAlgn="base" hangingPunct="0">
                  <a:spcBef>
                    <a:spcPct val="0"/>
                  </a:spcBef>
                  <a:spcAft>
                    <a:spcPct val="0"/>
                  </a:spcAft>
                  <a:defRPr>
                    <a:solidFill>
                      <a:schemeClr val="tx1"/>
                    </a:solidFill>
                    <a:latin typeface="HP Simplified" panose="020B0604020204020204" pitchFamily="34" charset="0"/>
                    <a:ea typeface="ヒラギノ角ゴ Pro W3" pitchFamily="126" charset="-128"/>
                  </a:defRPr>
                </a:lvl9pPr>
              </a:lstStyle>
              <a:p>
                <a:pPr algn="ctr" eaLnBrk="0" fontAlgn="base" hangingPunct="0">
                  <a:lnSpc>
                    <a:spcPct val="90000"/>
                  </a:lnSpc>
                  <a:spcBef>
                    <a:spcPct val="0"/>
                  </a:spcBef>
                  <a:spcAft>
                    <a:spcPct val="0"/>
                  </a:spcAft>
                </a:pPr>
                <a:r>
                  <a:rPr lang="en-US" sz="1900" dirty="0">
                    <a:solidFill>
                      <a:srgbClr val="FFFFFF"/>
                    </a:solidFill>
                  </a:rPr>
                  <a:t>Capture</a:t>
                </a:r>
              </a:p>
            </p:txBody>
          </p:sp>
          <p:pic>
            <p:nvPicPr>
              <p:cNvPr id="79" name="Picture 78" descr="LilIcons.png"/>
              <p:cNvPicPr>
                <a:picLocks noChangeAspect="1"/>
              </p:cNvPicPr>
              <p:nvPr/>
            </p:nvPicPr>
            <p:blipFill rotWithShape="1">
              <a:blip r:embed="rId7" cstate="print">
                <a:extLst>
                  <a:ext uri="{28A0092B-C50C-407E-A947-70E740481C1C}">
                    <a14:useLocalDpi xmlns:a14="http://schemas.microsoft.com/office/drawing/2010/main" val="0"/>
                  </a:ext>
                </a:extLst>
              </a:blip>
              <a:srcRect l="65324" t="50963"/>
              <a:stretch/>
            </p:blipFill>
            <p:spPr>
              <a:xfrm>
                <a:off x="5132603" y="3725196"/>
                <a:ext cx="669118" cy="615896"/>
              </a:xfrm>
              <a:prstGeom prst="rect">
                <a:avLst/>
              </a:prstGeom>
            </p:spPr>
          </p:pic>
          <p:sp>
            <p:nvSpPr>
              <p:cNvPr id="80" name="TextBox 36"/>
              <p:cNvSpPr txBox="1">
                <a:spLocks noChangeArrowheads="1"/>
              </p:cNvSpPr>
              <p:nvPr/>
            </p:nvSpPr>
            <p:spPr bwMode="auto">
              <a:xfrm>
                <a:off x="5842361" y="4057644"/>
                <a:ext cx="667940" cy="26312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defTabSz="912813">
                  <a:defRPr>
                    <a:solidFill>
                      <a:schemeClr val="tx1"/>
                    </a:solidFill>
                    <a:latin typeface="HP Simplified" panose="020B0604020204020204" pitchFamily="34" charset="0"/>
                    <a:ea typeface="ヒラギノ角ゴ Pro W3" pitchFamily="126" charset="-128"/>
                  </a:defRPr>
                </a:lvl1pPr>
                <a:lvl2pPr marL="742950" indent="-285750" defTabSz="912813">
                  <a:defRPr>
                    <a:solidFill>
                      <a:schemeClr val="tx1"/>
                    </a:solidFill>
                    <a:latin typeface="HP Simplified" panose="020B0604020204020204" pitchFamily="34" charset="0"/>
                    <a:ea typeface="ヒラギノ角ゴ Pro W3" pitchFamily="126" charset="-128"/>
                  </a:defRPr>
                </a:lvl2pPr>
                <a:lvl3pPr marL="1143000" indent="-228600" defTabSz="912813">
                  <a:defRPr>
                    <a:solidFill>
                      <a:schemeClr val="tx1"/>
                    </a:solidFill>
                    <a:latin typeface="HP Simplified" panose="020B0604020204020204" pitchFamily="34" charset="0"/>
                    <a:ea typeface="ヒラギノ角ゴ Pro W3" pitchFamily="126" charset="-128"/>
                  </a:defRPr>
                </a:lvl3pPr>
                <a:lvl4pPr marL="1600200" indent="-228600" defTabSz="912813">
                  <a:defRPr>
                    <a:solidFill>
                      <a:schemeClr val="tx1"/>
                    </a:solidFill>
                    <a:latin typeface="HP Simplified" panose="020B0604020204020204" pitchFamily="34" charset="0"/>
                    <a:ea typeface="ヒラギノ角ゴ Pro W3" pitchFamily="126" charset="-128"/>
                  </a:defRPr>
                </a:lvl4pPr>
                <a:lvl5pPr marL="2057400" indent="-228600" defTabSz="912813">
                  <a:defRPr>
                    <a:solidFill>
                      <a:schemeClr val="tx1"/>
                    </a:solidFill>
                    <a:latin typeface="HP Simplified" panose="020B0604020204020204" pitchFamily="34" charset="0"/>
                    <a:ea typeface="ヒラギノ角ゴ Pro W3" pitchFamily="126" charset="-128"/>
                  </a:defRPr>
                </a:lvl5pPr>
                <a:lvl6pPr marL="2514600" indent="-228600" defTabSz="912813" eaLnBrk="0" fontAlgn="base" hangingPunct="0">
                  <a:spcBef>
                    <a:spcPct val="0"/>
                  </a:spcBef>
                  <a:spcAft>
                    <a:spcPct val="0"/>
                  </a:spcAft>
                  <a:defRPr>
                    <a:solidFill>
                      <a:schemeClr val="tx1"/>
                    </a:solidFill>
                    <a:latin typeface="HP Simplified" panose="020B0604020204020204" pitchFamily="34" charset="0"/>
                    <a:ea typeface="ヒラギノ角ゴ Pro W3" pitchFamily="126" charset="-128"/>
                  </a:defRPr>
                </a:lvl6pPr>
                <a:lvl7pPr marL="2971800" indent="-228600" defTabSz="912813" eaLnBrk="0" fontAlgn="base" hangingPunct="0">
                  <a:spcBef>
                    <a:spcPct val="0"/>
                  </a:spcBef>
                  <a:spcAft>
                    <a:spcPct val="0"/>
                  </a:spcAft>
                  <a:defRPr>
                    <a:solidFill>
                      <a:schemeClr val="tx1"/>
                    </a:solidFill>
                    <a:latin typeface="HP Simplified" panose="020B0604020204020204" pitchFamily="34" charset="0"/>
                    <a:ea typeface="ヒラギノ角ゴ Pro W3" pitchFamily="126" charset="-128"/>
                  </a:defRPr>
                </a:lvl7pPr>
                <a:lvl8pPr marL="3429000" indent="-228600" defTabSz="912813" eaLnBrk="0" fontAlgn="base" hangingPunct="0">
                  <a:spcBef>
                    <a:spcPct val="0"/>
                  </a:spcBef>
                  <a:spcAft>
                    <a:spcPct val="0"/>
                  </a:spcAft>
                  <a:defRPr>
                    <a:solidFill>
                      <a:schemeClr val="tx1"/>
                    </a:solidFill>
                    <a:latin typeface="HP Simplified" panose="020B0604020204020204" pitchFamily="34" charset="0"/>
                    <a:ea typeface="ヒラギノ角ゴ Pro W3" pitchFamily="126" charset="-128"/>
                  </a:defRPr>
                </a:lvl8pPr>
                <a:lvl9pPr marL="3886200" indent="-228600" defTabSz="912813" eaLnBrk="0" fontAlgn="base" hangingPunct="0">
                  <a:spcBef>
                    <a:spcPct val="0"/>
                  </a:spcBef>
                  <a:spcAft>
                    <a:spcPct val="0"/>
                  </a:spcAft>
                  <a:defRPr>
                    <a:solidFill>
                      <a:schemeClr val="tx1"/>
                    </a:solidFill>
                    <a:latin typeface="HP Simplified" panose="020B0604020204020204" pitchFamily="34" charset="0"/>
                    <a:ea typeface="ヒラギノ角ゴ Pro W3" pitchFamily="126" charset="-128"/>
                  </a:defRPr>
                </a:lvl9pPr>
              </a:lstStyle>
              <a:p>
                <a:pPr eaLnBrk="0" fontAlgn="base" hangingPunct="0">
                  <a:lnSpc>
                    <a:spcPct val="90000"/>
                  </a:lnSpc>
                  <a:spcBef>
                    <a:spcPct val="0"/>
                  </a:spcBef>
                  <a:spcAft>
                    <a:spcPct val="0"/>
                  </a:spcAft>
                </a:pPr>
                <a:r>
                  <a:rPr lang="en-US" sz="1200" dirty="0">
                    <a:solidFill>
                      <a:prstClr val="black"/>
                    </a:solidFill>
                  </a:rPr>
                  <a:t>Obtain data</a:t>
                </a:r>
              </a:p>
            </p:txBody>
          </p:sp>
        </p:grpSp>
      </p:grpSp>
      <p:sp>
        <p:nvSpPr>
          <p:cNvPr id="41" name="logo"/>
          <p:cNvSpPr>
            <a:spLocks noChangeAspect="1" noEditPoints="1"/>
          </p:cNvSpPr>
          <p:nvPr/>
        </p:nvSpPr>
        <p:spPr bwMode="invGray">
          <a:xfrm>
            <a:off x="11599359" y="6318698"/>
            <a:ext cx="343996" cy="343996"/>
          </a:xfrm>
          <a:custGeom>
            <a:avLst/>
            <a:gdLst>
              <a:gd name="T0" fmla="*/ 864 w 1728"/>
              <a:gd name="T1" fmla="*/ 1728 h 1728"/>
              <a:gd name="T2" fmla="*/ 838 w 1728"/>
              <a:gd name="T3" fmla="*/ 1728 h 1728"/>
              <a:gd name="T4" fmla="*/ 1015 w 1728"/>
              <a:gd name="T5" fmla="*/ 1243 h 1728"/>
              <a:gd name="T6" fmla="*/ 1258 w 1728"/>
              <a:gd name="T7" fmla="*/ 1243 h 1728"/>
              <a:gd name="T8" fmla="*/ 1362 w 1728"/>
              <a:gd name="T9" fmla="*/ 1170 h 1728"/>
              <a:gd name="T10" fmla="*/ 1554 w 1728"/>
              <a:gd name="T11" fmla="*/ 643 h 1728"/>
              <a:gd name="T12" fmla="*/ 1444 w 1728"/>
              <a:gd name="T13" fmla="*/ 487 h 1728"/>
              <a:gd name="T14" fmla="*/ 1107 w 1728"/>
              <a:gd name="T15" fmla="*/ 487 h 1728"/>
              <a:gd name="T16" fmla="*/ 824 w 1728"/>
              <a:gd name="T17" fmla="*/ 1264 h 1728"/>
              <a:gd name="T18" fmla="*/ 824 w 1728"/>
              <a:gd name="T19" fmla="*/ 1264 h 1728"/>
              <a:gd name="T20" fmla="*/ 664 w 1728"/>
              <a:gd name="T21" fmla="*/ 1705 h 1728"/>
              <a:gd name="T22" fmla="*/ 0 w 1728"/>
              <a:gd name="T23" fmla="*/ 864 h 1728"/>
              <a:gd name="T24" fmla="*/ 631 w 1728"/>
              <a:gd name="T25" fmla="*/ 32 h 1728"/>
              <a:gd name="T26" fmla="*/ 465 w 1728"/>
              <a:gd name="T27" fmla="*/ 487 h 1728"/>
              <a:gd name="T28" fmla="*/ 465 w 1728"/>
              <a:gd name="T29" fmla="*/ 487 h 1728"/>
              <a:gd name="T30" fmla="*/ 190 w 1728"/>
              <a:gd name="T31" fmla="*/ 1243 h 1728"/>
              <a:gd name="T32" fmla="*/ 373 w 1728"/>
              <a:gd name="T33" fmla="*/ 1243 h 1728"/>
              <a:gd name="T34" fmla="*/ 607 w 1728"/>
              <a:gd name="T35" fmla="*/ 600 h 1728"/>
              <a:gd name="T36" fmla="*/ 745 w 1728"/>
              <a:gd name="T37" fmla="*/ 600 h 1728"/>
              <a:gd name="T38" fmla="*/ 511 w 1728"/>
              <a:gd name="T39" fmla="*/ 1243 h 1728"/>
              <a:gd name="T40" fmla="*/ 694 w 1728"/>
              <a:gd name="T41" fmla="*/ 1243 h 1728"/>
              <a:gd name="T42" fmla="*/ 912 w 1728"/>
              <a:gd name="T43" fmla="*/ 643 h 1728"/>
              <a:gd name="T44" fmla="*/ 802 w 1728"/>
              <a:gd name="T45" fmla="*/ 487 h 1728"/>
              <a:gd name="T46" fmla="*/ 649 w 1728"/>
              <a:gd name="T47" fmla="*/ 487 h 1728"/>
              <a:gd name="T48" fmla="*/ 825 w 1728"/>
              <a:gd name="T49" fmla="*/ 1 h 1728"/>
              <a:gd name="T50" fmla="*/ 864 w 1728"/>
              <a:gd name="T51" fmla="*/ 0 h 1728"/>
              <a:gd name="T52" fmla="*/ 1728 w 1728"/>
              <a:gd name="T53" fmla="*/ 864 h 1728"/>
              <a:gd name="T54" fmla="*/ 864 w 1728"/>
              <a:gd name="T55" fmla="*/ 1728 h 1728"/>
              <a:gd name="T56" fmla="*/ 1387 w 1728"/>
              <a:gd name="T57" fmla="*/ 600 h 1728"/>
              <a:gd name="T58" fmla="*/ 1249 w 1728"/>
              <a:gd name="T59" fmla="*/ 600 h 1728"/>
              <a:gd name="T60" fmla="*/ 1057 w 1728"/>
              <a:gd name="T61" fmla="*/ 1129 h 1728"/>
              <a:gd name="T62" fmla="*/ 1194 w 1728"/>
              <a:gd name="T63" fmla="*/ 1129 h 1728"/>
              <a:gd name="T64" fmla="*/ 1387 w 1728"/>
              <a:gd name="T65" fmla="*/ 600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28" h="1728">
                <a:moveTo>
                  <a:pt x="864" y="1728"/>
                </a:moveTo>
                <a:cubicBezTo>
                  <a:pt x="856" y="1728"/>
                  <a:pt x="847" y="1728"/>
                  <a:pt x="838" y="1728"/>
                </a:cubicBezTo>
                <a:cubicBezTo>
                  <a:pt x="1015" y="1243"/>
                  <a:pt x="1015" y="1243"/>
                  <a:pt x="1015" y="1243"/>
                </a:cubicBezTo>
                <a:cubicBezTo>
                  <a:pt x="1258" y="1243"/>
                  <a:pt x="1258" y="1243"/>
                  <a:pt x="1258" y="1243"/>
                </a:cubicBezTo>
                <a:cubicBezTo>
                  <a:pt x="1301" y="1243"/>
                  <a:pt x="1347" y="1210"/>
                  <a:pt x="1362" y="1170"/>
                </a:cubicBezTo>
                <a:cubicBezTo>
                  <a:pt x="1554" y="643"/>
                  <a:pt x="1554" y="643"/>
                  <a:pt x="1554" y="643"/>
                </a:cubicBezTo>
                <a:cubicBezTo>
                  <a:pt x="1585" y="557"/>
                  <a:pt x="1536" y="487"/>
                  <a:pt x="1444" y="487"/>
                </a:cubicBezTo>
                <a:cubicBezTo>
                  <a:pt x="1107" y="487"/>
                  <a:pt x="1107" y="487"/>
                  <a:pt x="1107" y="487"/>
                </a:cubicBezTo>
                <a:cubicBezTo>
                  <a:pt x="824" y="1264"/>
                  <a:pt x="824" y="1264"/>
                  <a:pt x="824" y="1264"/>
                </a:cubicBezTo>
                <a:cubicBezTo>
                  <a:pt x="824" y="1264"/>
                  <a:pt x="824" y="1264"/>
                  <a:pt x="824" y="1264"/>
                </a:cubicBezTo>
                <a:cubicBezTo>
                  <a:pt x="664" y="1705"/>
                  <a:pt x="664" y="1705"/>
                  <a:pt x="664" y="1705"/>
                </a:cubicBezTo>
                <a:cubicBezTo>
                  <a:pt x="283" y="1614"/>
                  <a:pt x="0" y="1272"/>
                  <a:pt x="0" y="864"/>
                </a:cubicBezTo>
                <a:cubicBezTo>
                  <a:pt x="0" y="468"/>
                  <a:pt x="267" y="134"/>
                  <a:pt x="631" y="32"/>
                </a:cubicBezTo>
                <a:cubicBezTo>
                  <a:pt x="465" y="487"/>
                  <a:pt x="465" y="487"/>
                  <a:pt x="465" y="487"/>
                </a:cubicBezTo>
                <a:cubicBezTo>
                  <a:pt x="465" y="487"/>
                  <a:pt x="465" y="487"/>
                  <a:pt x="465" y="487"/>
                </a:cubicBezTo>
                <a:cubicBezTo>
                  <a:pt x="190" y="1243"/>
                  <a:pt x="190" y="1243"/>
                  <a:pt x="190" y="1243"/>
                </a:cubicBezTo>
                <a:cubicBezTo>
                  <a:pt x="373" y="1243"/>
                  <a:pt x="373" y="1243"/>
                  <a:pt x="373" y="1243"/>
                </a:cubicBezTo>
                <a:cubicBezTo>
                  <a:pt x="607" y="600"/>
                  <a:pt x="607" y="600"/>
                  <a:pt x="607" y="600"/>
                </a:cubicBezTo>
                <a:cubicBezTo>
                  <a:pt x="745" y="600"/>
                  <a:pt x="745" y="600"/>
                  <a:pt x="745" y="600"/>
                </a:cubicBezTo>
                <a:cubicBezTo>
                  <a:pt x="511" y="1243"/>
                  <a:pt x="511" y="1243"/>
                  <a:pt x="511" y="1243"/>
                </a:cubicBezTo>
                <a:cubicBezTo>
                  <a:pt x="694" y="1243"/>
                  <a:pt x="694" y="1243"/>
                  <a:pt x="694" y="1243"/>
                </a:cubicBezTo>
                <a:cubicBezTo>
                  <a:pt x="912" y="643"/>
                  <a:pt x="912" y="643"/>
                  <a:pt x="912" y="643"/>
                </a:cubicBezTo>
                <a:cubicBezTo>
                  <a:pt x="943" y="557"/>
                  <a:pt x="894" y="487"/>
                  <a:pt x="802" y="487"/>
                </a:cubicBezTo>
                <a:cubicBezTo>
                  <a:pt x="649" y="487"/>
                  <a:pt x="649" y="487"/>
                  <a:pt x="649" y="487"/>
                </a:cubicBezTo>
                <a:cubicBezTo>
                  <a:pt x="825" y="1"/>
                  <a:pt x="825" y="1"/>
                  <a:pt x="825" y="1"/>
                </a:cubicBezTo>
                <a:cubicBezTo>
                  <a:pt x="838" y="1"/>
                  <a:pt x="851" y="0"/>
                  <a:pt x="864" y="0"/>
                </a:cubicBezTo>
                <a:cubicBezTo>
                  <a:pt x="1341" y="0"/>
                  <a:pt x="1728" y="387"/>
                  <a:pt x="1728" y="864"/>
                </a:cubicBezTo>
                <a:cubicBezTo>
                  <a:pt x="1728" y="1341"/>
                  <a:pt x="1341" y="1728"/>
                  <a:pt x="864" y="1728"/>
                </a:cubicBezTo>
                <a:close/>
                <a:moveTo>
                  <a:pt x="1387" y="600"/>
                </a:moveTo>
                <a:cubicBezTo>
                  <a:pt x="1249" y="600"/>
                  <a:pt x="1249" y="600"/>
                  <a:pt x="1249" y="600"/>
                </a:cubicBezTo>
                <a:cubicBezTo>
                  <a:pt x="1057" y="1129"/>
                  <a:pt x="1057" y="1129"/>
                  <a:pt x="1057" y="1129"/>
                </a:cubicBezTo>
                <a:cubicBezTo>
                  <a:pt x="1194" y="1129"/>
                  <a:pt x="1194" y="1129"/>
                  <a:pt x="1194" y="1129"/>
                </a:cubicBezTo>
                <a:lnTo>
                  <a:pt x="1387" y="600"/>
                </a:lnTo>
                <a:close/>
              </a:path>
            </a:pathLst>
          </a:custGeom>
          <a:solidFill>
            <a:sysClr val="window" lastClr="FFFFFF"/>
          </a:solidFill>
          <a:ln>
            <a:noFill/>
          </a:ln>
        </p:spPr>
        <p:txBody>
          <a:bodyPr vert="horz" wrap="square" lIns="121888" tIns="60944" rIns="121888" bIns="60944" numCol="1" anchor="t" anchorCtr="0" compatLnSpc="1">
            <a:prstTxWarp prst="textNoShape">
              <a:avLst/>
            </a:prstTxWarp>
          </a:bodyPr>
          <a:lstStyle/>
          <a:p>
            <a:pPr defTabSz="1218895">
              <a:defRPr/>
            </a:pPr>
            <a:endParaRPr lang="en-US" sz="2399" kern="0">
              <a:solidFill>
                <a:sysClr val="windowText" lastClr="000000"/>
              </a:solidFill>
              <a:latin typeface="Calibri"/>
            </a:endParaRPr>
          </a:p>
        </p:txBody>
      </p:sp>
      <p:sp>
        <p:nvSpPr>
          <p:cNvPr id="40" name="Round Diagonal Corner Rectangle 39"/>
          <p:cNvSpPr/>
          <p:nvPr/>
        </p:nvSpPr>
        <p:spPr>
          <a:xfrm>
            <a:off x="3361247" y="5065204"/>
            <a:ext cx="2682391" cy="615470"/>
          </a:xfrm>
          <a:prstGeom prst="round2DiagRect">
            <a:avLst>
              <a:gd name="adj1" fmla="val 0"/>
              <a:gd name="adj2" fmla="val 19191"/>
            </a:avLst>
          </a:prstGeom>
          <a:solidFill>
            <a:srgbClr val="009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solidFill>
                <a:prstClr val="white"/>
              </a:solidFill>
              <a:latin typeface="Calibri"/>
            </a:endParaRPr>
          </a:p>
        </p:txBody>
      </p:sp>
      <p:sp>
        <p:nvSpPr>
          <p:cNvPr id="43" name="TextBox 6"/>
          <p:cNvSpPr txBox="1">
            <a:spLocks noChangeArrowheads="1"/>
          </p:cNvSpPr>
          <p:nvPr/>
        </p:nvSpPr>
        <p:spPr bwMode="auto">
          <a:xfrm>
            <a:off x="3440361" y="5158166"/>
            <a:ext cx="2723232" cy="46288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defTabSz="912813">
              <a:defRPr>
                <a:solidFill>
                  <a:schemeClr val="tx1"/>
                </a:solidFill>
                <a:latin typeface="HP Simplified" panose="020B0604020204020204" pitchFamily="34" charset="0"/>
                <a:ea typeface="ヒラギノ角ゴ Pro W3" pitchFamily="126" charset="-128"/>
              </a:defRPr>
            </a:lvl1pPr>
            <a:lvl2pPr marL="742950" indent="-285750" defTabSz="912813">
              <a:defRPr>
                <a:solidFill>
                  <a:schemeClr val="tx1"/>
                </a:solidFill>
                <a:latin typeface="HP Simplified" panose="020B0604020204020204" pitchFamily="34" charset="0"/>
                <a:ea typeface="ヒラギノ角ゴ Pro W3" pitchFamily="126" charset="-128"/>
              </a:defRPr>
            </a:lvl2pPr>
            <a:lvl3pPr marL="1143000" indent="-228600" defTabSz="912813">
              <a:defRPr>
                <a:solidFill>
                  <a:schemeClr val="tx1"/>
                </a:solidFill>
                <a:latin typeface="HP Simplified" panose="020B0604020204020204" pitchFamily="34" charset="0"/>
                <a:ea typeface="ヒラギノ角ゴ Pro W3" pitchFamily="126" charset="-128"/>
              </a:defRPr>
            </a:lvl3pPr>
            <a:lvl4pPr marL="1600200" indent="-228600" defTabSz="912813">
              <a:defRPr>
                <a:solidFill>
                  <a:schemeClr val="tx1"/>
                </a:solidFill>
                <a:latin typeface="HP Simplified" panose="020B0604020204020204" pitchFamily="34" charset="0"/>
                <a:ea typeface="ヒラギノ角ゴ Pro W3" pitchFamily="126" charset="-128"/>
              </a:defRPr>
            </a:lvl4pPr>
            <a:lvl5pPr marL="2057400" indent="-228600" defTabSz="912813">
              <a:defRPr>
                <a:solidFill>
                  <a:schemeClr val="tx1"/>
                </a:solidFill>
                <a:latin typeface="HP Simplified" panose="020B0604020204020204" pitchFamily="34" charset="0"/>
                <a:ea typeface="ヒラギノ角ゴ Pro W3" pitchFamily="126" charset="-128"/>
              </a:defRPr>
            </a:lvl5pPr>
            <a:lvl6pPr marL="2514600" indent="-228600" defTabSz="912813" eaLnBrk="0" fontAlgn="base" hangingPunct="0">
              <a:spcBef>
                <a:spcPct val="0"/>
              </a:spcBef>
              <a:spcAft>
                <a:spcPct val="0"/>
              </a:spcAft>
              <a:defRPr>
                <a:solidFill>
                  <a:schemeClr val="tx1"/>
                </a:solidFill>
                <a:latin typeface="HP Simplified" panose="020B0604020204020204" pitchFamily="34" charset="0"/>
                <a:ea typeface="ヒラギノ角ゴ Pro W3" pitchFamily="126" charset="-128"/>
              </a:defRPr>
            </a:lvl6pPr>
            <a:lvl7pPr marL="2971800" indent="-228600" defTabSz="912813" eaLnBrk="0" fontAlgn="base" hangingPunct="0">
              <a:spcBef>
                <a:spcPct val="0"/>
              </a:spcBef>
              <a:spcAft>
                <a:spcPct val="0"/>
              </a:spcAft>
              <a:defRPr>
                <a:solidFill>
                  <a:schemeClr val="tx1"/>
                </a:solidFill>
                <a:latin typeface="HP Simplified" panose="020B0604020204020204" pitchFamily="34" charset="0"/>
                <a:ea typeface="ヒラギノ角ゴ Pro W3" pitchFamily="126" charset="-128"/>
              </a:defRPr>
            </a:lvl7pPr>
            <a:lvl8pPr marL="3429000" indent="-228600" defTabSz="912813" eaLnBrk="0" fontAlgn="base" hangingPunct="0">
              <a:spcBef>
                <a:spcPct val="0"/>
              </a:spcBef>
              <a:spcAft>
                <a:spcPct val="0"/>
              </a:spcAft>
              <a:defRPr>
                <a:solidFill>
                  <a:schemeClr val="tx1"/>
                </a:solidFill>
                <a:latin typeface="HP Simplified" panose="020B0604020204020204" pitchFamily="34" charset="0"/>
                <a:ea typeface="ヒラギノ角ゴ Pro W3" pitchFamily="126" charset="-128"/>
              </a:defRPr>
            </a:lvl8pPr>
            <a:lvl9pPr marL="3886200" indent="-228600" defTabSz="912813" eaLnBrk="0" fontAlgn="base" hangingPunct="0">
              <a:spcBef>
                <a:spcPct val="0"/>
              </a:spcBef>
              <a:spcAft>
                <a:spcPct val="0"/>
              </a:spcAft>
              <a:defRPr>
                <a:solidFill>
                  <a:schemeClr val="tx1"/>
                </a:solidFill>
                <a:latin typeface="HP Simplified" panose="020B0604020204020204" pitchFamily="34" charset="0"/>
                <a:ea typeface="ヒラギノ角ゴ Pro W3" pitchFamily="126" charset="-128"/>
              </a:defRPr>
            </a:lvl9pPr>
          </a:lstStyle>
          <a:p>
            <a:pPr algn="ctr" eaLnBrk="0" fontAlgn="base" hangingPunct="0">
              <a:lnSpc>
                <a:spcPct val="90000"/>
              </a:lnSpc>
              <a:spcBef>
                <a:spcPct val="0"/>
              </a:spcBef>
              <a:spcAft>
                <a:spcPct val="0"/>
              </a:spcAft>
            </a:pPr>
            <a:r>
              <a:rPr lang="en-US" sz="1900" dirty="0">
                <a:solidFill>
                  <a:srgbClr val="FFFFFF"/>
                </a:solidFill>
              </a:rPr>
              <a:t>Exfiltration/Damage</a:t>
            </a:r>
          </a:p>
        </p:txBody>
      </p:sp>
      <p:sp>
        <p:nvSpPr>
          <p:cNvPr id="44" name="TextBox 36"/>
          <p:cNvSpPr txBox="1">
            <a:spLocks noChangeArrowheads="1"/>
          </p:cNvSpPr>
          <p:nvPr/>
        </p:nvSpPr>
        <p:spPr bwMode="auto">
          <a:xfrm>
            <a:off x="3790571" y="5439010"/>
            <a:ext cx="2015819" cy="30948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defTabSz="912813">
              <a:defRPr>
                <a:solidFill>
                  <a:schemeClr val="tx1"/>
                </a:solidFill>
                <a:latin typeface="HP Simplified" panose="020B0604020204020204" pitchFamily="34" charset="0"/>
                <a:ea typeface="ヒラギノ角ゴ Pro W3" pitchFamily="126" charset="-128"/>
              </a:defRPr>
            </a:lvl1pPr>
            <a:lvl2pPr marL="742950" indent="-285750" defTabSz="912813">
              <a:defRPr>
                <a:solidFill>
                  <a:schemeClr val="tx1"/>
                </a:solidFill>
                <a:latin typeface="HP Simplified" panose="020B0604020204020204" pitchFamily="34" charset="0"/>
                <a:ea typeface="ヒラギノ角ゴ Pro W3" pitchFamily="126" charset="-128"/>
              </a:defRPr>
            </a:lvl2pPr>
            <a:lvl3pPr marL="1143000" indent="-228600" defTabSz="912813">
              <a:defRPr>
                <a:solidFill>
                  <a:schemeClr val="tx1"/>
                </a:solidFill>
                <a:latin typeface="HP Simplified" panose="020B0604020204020204" pitchFamily="34" charset="0"/>
                <a:ea typeface="ヒラギノ角ゴ Pro W3" pitchFamily="126" charset="-128"/>
              </a:defRPr>
            </a:lvl3pPr>
            <a:lvl4pPr marL="1600200" indent="-228600" defTabSz="912813">
              <a:defRPr>
                <a:solidFill>
                  <a:schemeClr val="tx1"/>
                </a:solidFill>
                <a:latin typeface="HP Simplified" panose="020B0604020204020204" pitchFamily="34" charset="0"/>
                <a:ea typeface="ヒラギノ角ゴ Pro W3" pitchFamily="126" charset="-128"/>
              </a:defRPr>
            </a:lvl4pPr>
            <a:lvl5pPr marL="2057400" indent="-228600" defTabSz="912813">
              <a:defRPr>
                <a:solidFill>
                  <a:schemeClr val="tx1"/>
                </a:solidFill>
                <a:latin typeface="HP Simplified" panose="020B0604020204020204" pitchFamily="34" charset="0"/>
                <a:ea typeface="ヒラギノ角ゴ Pro W3" pitchFamily="126" charset="-128"/>
              </a:defRPr>
            </a:lvl5pPr>
            <a:lvl6pPr marL="2514600" indent="-228600" defTabSz="912813" eaLnBrk="0" fontAlgn="base" hangingPunct="0">
              <a:spcBef>
                <a:spcPct val="0"/>
              </a:spcBef>
              <a:spcAft>
                <a:spcPct val="0"/>
              </a:spcAft>
              <a:defRPr>
                <a:solidFill>
                  <a:schemeClr val="tx1"/>
                </a:solidFill>
                <a:latin typeface="HP Simplified" panose="020B0604020204020204" pitchFamily="34" charset="0"/>
                <a:ea typeface="ヒラギノ角ゴ Pro W3" pitchFamily="126" charset="-128"/>
              </a:defRPr>
            </a:lvl6pPr>
            <a:lvl7pPr marL="2971800" indent="-228600" defTabSz="912813" eaLnBrk="0" fontAlgn="base" hangingPunct="0">
              <a:spcBef>
                <a:spcPct val="0"/>
              </a:spcBef>
              <a:spcAft>
                <a:spcPct val="0"/>
              </a:spcAft>
              <a:defRPr>
                <a:solidFill>
                  <a:schemeClr val="tx1"/>
                </a:solidFill>
                <a:latin typeface="HP Simplified" panose="020B0604020204020204" pitchFamily="34" charset="0"/>
                <a:ea typeface="ヒラギノ角ゴ Pro W3" pitchFamily="126" charset="-128"/>
              </a:defRPr>
            </a:lvl7pPr>
            <a:lvl8pPr marL="3429000" indent="-228600" defTabSz="912813" eaLnBrk="0" fontAlgn="base" hangingPunct="0">
              <a:spcBef>
                <a:spcPct val="0"/>
              </a:spcBef>
              <a:spcAft>
                <a:spcPct val="0"/>
              </a:spcAft>
              <a:defRPr>
                <a:solidFill>
                  <a:schemeClr val="tx1"/>
                </a:solidFill>
                <a:latin typeface="HP Simplified" panose="020B0604020204020204" pitchFamily="34" charset="0"/>
                <a:ea typeface="ヒラギノ角ゴ Pro W3" pitchFamily="126" charset="-128"/>
              </a:defRPr>
            </a:lvl8pPr>
            <a:lvl9pPr marL="3886200" indent="-228600" defTabSz="912813" eaLnBrk="0" fontAlgn="base" hangingPunct="0">
              <a:spcBef>
                <a:spcPct val="0"/>
              </a:spcBef>
              <a:spcAft>
                <a:spcPct val="0"/>
              </a:spcAft>
              <a:defRPr>
                <a:solidFill>
                  <a:schemeClr val="tx1"/>
                </a:solidFill>
                <a:latin typeface="HP Simplified" panose="020B0604020204020204" pitchFamily="34" charset="0"/>
                <a:ea typeface="ヒラギノ角ゴ Pro W3" pitchFamily="126" charset="-128"/>
              </a:defRPr>
            </a:lvl9pPr>
          </a:lstStyle>
          <a:p>
            <a:pPr eaLnBrk="0" fontAlgn="base" hangingPunct="0">
              <a:lnSpc>
                <a:spcPct val="90000"/>
              </a:lnSpc>
              <a:spcBef>
                <a:spcPct val="0"/>
              </a:spcBef>
              <a:spcAft>
                <a:spcPct val="0"/>
              </a:spcAft>
            </a:pPr>
            <a:r>
              <a:rPr lang="en-US" sz="1200" dirty="0">
                <a:solidFill>
                  <a:srgbClr val="000000"/>
                </a:solidFill>
              </a:rPr>
              <a:t>Exfiltrate/Destroy Stolen Data</a:t>
            </a:r>
          </a:p>
        </p:txBody>
      </p:sp>
      <p:pic>
        <p:nvPicPr>
          <p:cNvPr id="45" name="Picture 44" descr="LilIcons.png"/>
          <p:cNvPicPr>
            <a:picLocks noChangeAspect="1"/>
          </p:cNvPicPr>
          <p:nvPr/>
        </p:nvPicPr>
        <p:blipFill rotWithShape="1">
          <a:blip r:embed="rId5" cstate="print">
            <a:extLst>
              <a:ext uri="{28A0092B-C50C-407E-A947-70E740481C1C}">
                <a14:useLocalDpi xmlns:a14="http://schemas.microsoft.com/office/drawing/2010/main" val="0"/>
              </a:ext>
            </a:extLst>
          </a:blip>
          <a:srcRect l="33638" t="51797" r="34676"/>
          <a:stretch/>
        </p:blipFill>
        <p:spPr>
          <a:xfrm>
            <a:off x="2885823" y="4972038"/>
            <a:ext cx="814992" cy="807006"/>
          </a:xfrm>
          <a:prstGeom prst="rect">
            <a:avLst/>
          </a:prstGeom>
        </p:spPr>
      </p:pic>
    </p:spTree>
    <p:extLst>
      <p:ext uri="{BB962C8B-B14F-4D97-AF65-F5344CB8AC3E}">
        <p14:creationId xmlns:p14="http://schemas.microsoft.com/office/powerpoint/2010/main" val="747362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2407092" y="1430385"/>
            <a:ext cx="2657191" cy="3502661"/>
          </a:xfrm>
          <a:prstGeom prst="rect">
            <a:avLst/>
          </a:prstGeom>
          <a:ln>
            <a:solidFill>
              <a:schemeClr val="tx1"/>
            </a:solidFill>
          </a:ln>
        </p:spPr>
      </p:pic>
      <p:sp>
        <p:nvSpPr>
          <p:cNvPr id="149" name="Rectangle 148"/>
          <p:cNvSpPr/>
          <p:nvPr/>
        </p:nvSpPr>
        <p:spPr>
          <a:xfrm>
            <a:off x="4598373" y="3657559"/>
            <a:ext cx="3078076" cy="317908"/>
          </a:xfrm>
          <a:prstGeom prst="rect">
            <a:avLst/>
          </a:prstGeom>
        </p:spPr>
        <p:txBody>
          <a:bodyPr wrap="square">
            <a:spAutoFit/>
          </a:bodyPr>
          <a:lstStyle/>
          <a:p>
            <a:pPr marL="228543" indent="-228543" defTabSz="609448">
              <a:spcAft>
                <a:spcPts val="800"/>
              </a:spcAft>
              <a:buFont typeface="Arial" pitchFamily="34" charset="0"/>
              <a:buChar char="•"/>
            </a:pPr>
            <a:endParaRPr lang="en-US" sz="1466" dirty="0">
              <a:solidFill>
                <a:prstClr val="black"/>
              </a:solidFill>
            </a:endParaRPr>
          </a:p>
        </p:txBody>
      </p:sp>
      <p:sp>
        <p:nvSpPr>
          <p:cNvPr id="151" name="Rectangle 150"/>
          <p:cNvSpPr/>
          <p:nvPr/>
        </p:nvSpPr>
        <p:spPr>
          <a:xfrm>
            <a:off x="795535" y="4858960"/>
            <a:ext cx="3233546" cy="5996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609448"/>
            <a:endParaRPr lang="en-US" sz="2399" b="1" dirty="0">
              <a:solidFill>
                <a:srgbClr val="FFFFFF"/>
              </a:solidFill>
              <a:latin typeface="HP Simplified Light"/>
              <a:cs typeface="HP Simplified Light"/>
            </a:endParaRPr>
          </a:p>
        </p:txBody>
      </p:sp>
      <p:sp>
        <p:nvSpPr>
          <p:cNvPr id="157" name="TextBox 156"/>
          <p:cNvSpPr txBox="1"/>
          <p:nvPr/>
        </p:nvSpPr>
        <p:spPr>
          <a:xfrm>
            <a:off x="9003921" y="1884470"/>
            <a:ext cx="65" cy="738536"/>
          </a:xfrm>
          <a:prstGeom prst="rect">
            <a:avLst/>
          </a:prstGeom>
          <a:noFill/>
        </p:spPr>
        <p:txBody>
          <a:bodyPr wrap="none" lIns="0" tIns="0" rIns="0" bIns="0" rtlCol="0" anchor="ctr" anchorCtr="0">
            <a:spAutoFit/>
          </a:bodyPr>
          <a:lstStyle/>
          <a:p>
            <a:pPr>
              <a:defRPr/>
            </a:pPr>
            <a:endParaRPr lang="en-US" sz="4799" kern="0" dirty="0">
              <a:solidFill>
                <a:srgbClr val="0096D6"/>
              </a:solidFill>
              <a:latin typeface="HP Simplified"/>
              <a:cs typeface="HP Simplified"/>
            </a:endParaRPr>
          </a:p>
        </p:txBody>
      </p:sp>
      <p:sp>
        <p:nvSpPr>
          <p:cNvPr id="237" name="Rectangle 236"/>
          <p:cNvSpPr/>
          <p:nvPr/>
        </p:nvSpPr>
        <p:spPr>
          <a:xfrm>
            <a:off x="4598375" y="4858960"/>
            <a:ext cx="2732929" cy="5996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609448"/>
            <a:endParaRPr lang="en-US" sz="2399" b="1" dirty="0">
              <a:solidFill>
                <a:srgbClr val="FFFFFF"/>
              </a:solidFill>
              <a:latin typeface="HP Simplified Light"/>
              <a:cs typeface="HP Simplified Light"/>
            </a:endParaRPr>
          </a:p>
        </p:txBody>
      </p:sp>
      <p:sp>
        <p:nvSpPr>
          <p:cNvPr id="103" name="TextBox 102"/>
          <p:cNvSpPr txBox="1"/>
          <p:nvPr/>
        </p:nvSpPr>
        <p:spPr>
          <a:xfrm>
            <a:off x="298694" y="217586"/>
            <a:ext cx="10858157" cy="887422"/>
          </a:xfrm>
          <a:prstGeom prst="rect">
            <a:avLst/>
          </a:prstGeom>
          <a:noFill/>
        </p:spPr>
        <p:txBody>
          <a:bodyPr wrap="square" rtlCol="0">
            <a:spAutoFit/>
          </a:bodyPr>
          <a:lstStyle/>
          <a:p>
            <a:pPr defTabSz="609448">
              <a:lnSpc>
                <a:spcPts val="6212"/>
              </a:lnSpc>
            </a:pPr>
            <a:r>
              <a:rPr lang="en-US" sz="4799" dirty="0" smtClean="0">
                <a:solidFill>
                  <a:srgbClr val="FFFFFF"/>
                </a:solidFill>
                <a:latin typeface="HP Simplified"/>
                <a:cs typeface="HP Simplified"/>
              </a:rPr>
              <a:t>A year in the life of HP Security research</a:t>
            </a:r>
            <a:endParaRPr lang="en-US" sz="4799" dirty="0">
              <a:solidFill>
                <a:srgbClr val="FFFFFF"/>
              </a:solidFill>
              <a:latin typeface="HP Simplified"/>
              <a:cs typeface="HP Simplified"/>
            </a:endParaRPr>
          </a:p>
        </p:txBody>
      </p:sp>
      <p:sp>
        <p:nvSpPr>
          <p:cNvPr id="104" name="TextBox 103"/>
          <p:cNvSpPr txBox="1"/>
          <p:nvPr/>
        </p:nvSpPr>
        <p:spPr>
          <a:xfrm>
            <a:off x="944380" y="588910"/>
            <a:ext cx="10354465" cy="757772"/>
          </a:xfrm>
          <a:prstGeom prst="rect">
            <a:avLst/>
          </a:prstGeom>
          <a:noFill/>
        </p:spPr>
        <p:txBody>
          <a:bodyPr wrap="square" rtlCol="0">
            <a:spAutoFit/>
          </a:bodyPr>
          <a:lstStyle/>
          <a:p>
            <a:pPr defTabSz="609448">
              <a:lnSpc>
                <a:spcPts val="6212"/>
              </a:lnSpc>
            </a:pPr>
            <a:r>
              <a:rPr lang="en-US" sz="2399" dirty="0" smtClean="0">
                <a:solidFill>
                  <a:srgbClr val="FFFFFF"/>
                </a:solidFill>
                <a:latin typeface="HP Simplified Light"/>
                <a:cs typeface="HP Simplified Light"/>
              </a:rPr>
              <a:t> </a:t>
            </a:r>
            <a:endParaRPr lang="en-US" sz="2399" dirty="0">
              <a:solidFill>
                <a:srgbClr val="FFFFFF"/>
              </a:solidFill>
              <a:latin typeface="HP Simplified Light"/>
              <a:cs typeface="HP Simplified Light"/>
            </a:endParaRPr>
          </a:p>
        </p:txBody>
      </p:sp>
      <p:pic>
        <p:nvPicPr>
          <p:cNvPr id="9" name="Picture 1" descr="C:\Users\chungd\Desktop\DVLabs.png"/>
          <p:cNvPicPr>
            <a:picLocks noChangeAspect="1" noChangeArrowheads="1"/>
          </p:cNvPicPr>
          <p:nvPr/>
        </p:nvPicPr>
        <p:blipFill>
          <a:blip r:embed="rId4" cstate="print">
            <a:duotone>
              <a:prstClr val="black"/>
              <a:srgbClr val="0096D6">
                <a:tint val="45000"/>
                <a:satMod val="400000"/>
              </a:srgbClr>
            </a:duotone>
            <a:extLst>
              <a:ext uri="{BEBA8EAE-BF5A-486C-A8C5-ECC9F3942E4B}">
                <a14:imgProps xmlns:a14="http://schemas.microsoft.com/office/drawing/2010/main">
                  <a14:imgLayer r:embed="rId5">
                    <a14:imgEffect>
                      <a14:brightnessContrast bright="-40000" contrast="-40000"/>
                    </a14:imgEffect>
                  </a14:imgLayer>
                </a14:imgProps>
              </a:ext>
            </a:extLst>
          </a:blip>
          <a:srcRect/>
          <a:stretch>
            <a:fillRect/>
          </a:stretch>
        </p:blipFill>
        <p:spPr bwMode="auto">
          <a:xfrm>
            <a:off x="998838" y="1867633"/>
            <a:ext cx="1139631" cy="335094"/>
          </a:xfrm>
          <a:prstGeom prst="rect">
            <a:avLst/>
          </a:prstGeom>
          <a:noFill/>
        </p:spPr>
      </p:pic>
      <p:pic>
        <p:nvPicPr>
          <p:cNvPr id="14" name="Picture 94"/>
          <p:cNvPicPr>
            <a:picLocks noChangeAspect="1" noChangeArrowheads="1"/>
          </p:cNvPicPr>
          <p:nvPr/>
        </p:nvPicPr>
        <p:blipFill>
          <a:blip r:embed="rId6" cstate="print">
            <a:duotone>
              <a:prstClr val="black"/>
              <a:srgbClr val="87898B">
                <a:tint val="45000"/>
                <a:satMod val="400000"/>
              </a:srgbClr>
            </a:duotone>
            <a:extLst>
              <a:ext uri="{28A0092B-C50C-407E-A947-70E740481C1C}">
                <a14:useLocalDpi xmlns:a14="http://schemas.microsoft.com/office/drawing/2010/main" val="0"/>
              </a:ext>
            </a:extLst>
          </a:blip>
          <a:srcRect/>
          <a:stretch>
            <a:fillRect/>
          </a:stretch>
        </p:blipFill>
        <p:spPr bwMode="auto">
          <a:xfrm>
            <a:off x="2332861" y="5464603"/>
            <a:ext cx="871456" cy="34858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16" name="Rectangle 15"/>
          <p:cNvSpPr/>
          <p:nvPr/>
        </p:nvSpPr>
        <p:spPr>
          <a:xfrm>
            <a:off x="1445737" y="4504366"/>
            <a:ext cx="652033" cy="360068"/>
          </a:xfrm>
          <a:prstGeom prst="rect">
            <a:avLst/>
          </a:prstGeom>
          <a:solidFill>
            <a:sysClr val="window" lastClr="FFFFFF">
              <a:lumMod val="75000"/>
            </a:sysClr>
          </a:solidFill>
          <a:ln>
            <a:solidFill>
              <a:sysClr val="window" lastClr="FFFFFF">
                <a:lumMod val="65000"/>
              </a:sysClr>
            </a:solidFill>
          </a:ln>
          <a:effectLst/>
        </p:spPr>
        <p:txBody>
          <a:bodyPr wrap="none" tIns="121888" bIns="121888" anchor="ctr">
            <a:noAutofit/>
          </a:bodyPr>
          <a:lstStyle/>
          <a:p>
            <a:pPr algn="ctr">
              <a:lnSpc>
                <a:spcPct val="80000"/>
              </a:lnSpc>
              <a:spcBef>
                <a:spcPts val="577"/>
              </a:spcBef>
              <a:defRPr/>
            </a:pPr>
            <a:r>
              <a:rPr lang="en-US" sz="2399" b="1" kern="0" dirty="0">
                <a:solidFill>
                  <a:sysClr val="windowText" lastClr="000000"/>
                </a:solidFill>
                <a:latin typeface="HP Simplified"/>
                <a:ea typeface="Adobe Gothic Std B" pitchFamily="34" charset="-128"/>
                <a:cs typeface="Miriam" pitchFamily="34" charset="-79"/>
              </a:rPr>
              <a:t>ESS</a:t>
            </a:r>
            <a:endParaRPr lang="pl-PL" sz="2399" b="1" kern="0" dirty="0">
              <a:solidFill>
                <a:sysClr val="windowText" lastClr="000000"/>
              </a:solidFill>
              <a:latin typeface="HP Simplified"/>
              <a:ea typeface="Adobe Gothic Std B" pitchFamily="34" charset="-128"/>
              <a:cs typeface="Miriam" pitchFamily="34" charset="-79"/>
            </a:endParaRPr>
          </a:p>
        </p:txBody>
      </p:sp>
      <p:pic>
        <p:nvPicPr>
          <p:cNvPr id="3" name="Picture 2"/>
          <p:cNvPicPr>
            <a:picLocks noChangeAspect="1"/>
          </p:cNvPicPr>
          <p:nvPr/>
        </p:nvPicPr>
        <p:blipFill>
          <a:blip r:embed="rId7"/>
          <a:stretch>
            <a:fillRect/>
          </a:stretch>
        </p:blipFill>
        <p:spPr>
          <a:xfrm>
            <a:off x="3488964" y="2623006"/>
            <a:ext cx="2765084" cy="3676650"/>
          </a:xfrm>
          <a:prstGeom prst="rect">
            <a:avLst/>
          </a:prstGeom>
          <a:ln>
            <a:solidFill>
              <a:schemeClr val="tx1"/>
            </a:solidFill>
          </a:ln>
          <a:effectLst>
            <a:softEdge rad="0"/>
          </a:effectLst>
        </p:spPr>
      </p:pic>
      <p:pic>
        <p:nvPicPr>
          <p:cNvPr id="12" name="Picture 11"/>
          <p:cNvPicPr>
            <a:picLocks noChangeAspect="1"/>
          </p:cNvPicPr>
          <p:nvPr/>
        </p:nvPicPr>
        <p:blipFill>
          <a:blip r:embed="rId8"/>
          <a:stretch>
            <a:fillRect/>
          </a:stretch>
        </p:blipFill>
        <p:spPr>
          <a:xfrm>
            <a:off x="9234529" y="1546489"/>
            <a:ext cx="2486025" cy="857250"/>
          </a:xfrm>
          <a:prstGeom prst="rect">
            <a:avLst/>
          </a:prstGeom>
        </p:spPr>
      </p:pic>
      <p:pic>
        <p:nvPicPr>
          <p:cNvPr id="2" name="Picture 1"/>
          <p:cNvPicPr>
            <a:picLocks noChangeAspect="1"/>
          </p:cNvPicPr>
          <p:nvPr/>
        </p:nvPicPr>
        <p:blipFill>
          <a:blip r:embed="rId9"/>
          <a:stretch>
            <a:fillRect/>
          </a:stretch>
        </p:blipFill>
        <p:spPr>
          <a:xfrm>
            <a:off x="6696116" y="5602898"/>
            <a:ext cx="5076825" cy="276225"/>
          </a:xfrm>
          <a:prstGeom prst="rect">
            <a:avLst/>
          </a:prstGeom>
        </p:spPr>
      </p:pic>
      <p:pic>
        <p:nvPicPr>
          <p:cNvPr id="11" name="Picture 10"/>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5944057" y="1079629"/>
            <a:ext cx="3192667" cy="4125039"/>
          </a:xfrm>
          <a:prstGeom prst="rect">
            <a:avLst/>
          </a:prstGeom>
          <a:noFill/>
          <a:ln>
            <a:solidFill>
              <a:schemeClr val="tx1"/>
            </a:solidFill>
          </a:ln>
        </p:spPr>
      </p:pic>
      <p:pic>
        <p:nvPicPr>
          <p:cNvPr id="10" name="Picture 9"/>
          <p:cNvPicPr>
            <a:picLocks noChangeAspect="1"/>
          </p:cNvPicPr>
          <p:nvPr/>
        </p:nvPicPr>
        <p:blipFill>
          <a:blip r:embed="rId11"/>
          <a:stretch>
            <a:fillRect/>
          </a:stretch>
        </p:blipFill>
        <p:spPr>
          <a:xfrm>
            <a:off x="7785196" y="3102926"/>
            <a:ext cx="3371655" cy="861106"/>
          </a:xfrm>
          <a:prstGeom prst="rect">
            <a:avLst/>
          </a:prstGeom>
          <a:effectLst>
            <a:softEdge rad="0"/>
          </a:effectLst>
        </p:spPr>
      </p:pic>
      <p:pic>
        <p:nvPicPr>
          <p:cNvPr id="7" name="Picture 6"/>
          <p:cNvPicPr>
            <a:picLocks noChangeAspect="1"/>
          </p:cNvPicPr>
          <p:nvPr/>
        </p:nvPicPr>
        <p:blipFill>
          <a:blip r:embed="rId12"/>
          <a:stretch>
            <a:fillRect/>
          </a:stretch>
        </p:blipFill>
        <p:spPr>
          <a:xfrm>
            <a:off x="739091" y="2860736"/>
            <a:ext cx="1032662" cy="1014222"/>
          </a:xfrm>
          <a:prstGeom prst="rect">
            <a:avLst/>
          </a:prstGeom>
        </p:spPr>
      </p:pic>
    </p:spTree>
    <p:extLst>
      <p:ext uri="{BB962C8B-B14F-4D97-AF65-F5344CB8AC3E}">
        <p14:creationId xmlns:p14="http://schemas.microsoft.com/office/powerpoint/2010/main" val="3612274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Content Placeholder 26"/>
          <p:cNvSpPr txBox="1">
            <a:spLocks/>
          </p:cNvSpPr>
          <p:nvPr/>
        </p:nvSpPr>
        <p:spPr bwMode="black">
          <a:xfrm>
            <a:off x="5629902" y="1480098"/>
            <a:ext cx="6420931" cy="1923074"/>
          </a:xfrm>
          <a:prstGeom prst="rect">
            <a:avLst/>
          </a:prstGeom>
        </p:spPr>
        <p:txBody>
          <a:bodyPr vert="horz" wrap="square" lIns="0" tIns="121888" rIns="0" bIns="0" rtlCol="0" anchor="ctr">
            <a:noAutofit/>
          </a:bodyPr>
          <a:lstStyle>
            <a:lvl1pPr marL="0" indent="0" algn="l" defTabSz="457200" rtl="0" eaLnBrk="1" latinLnBrk="0" hangingPunct="1">
              <a:lnSpc>
                <a:spcPct val="100000"/>
              </a:lnSpc>
              <a:spcBef>
                <a:spcPts val="0"/>
              </a:spcBef>
              <a:spcAft>
                <a:spcPts val="400"/>
              </a:spcAft>
              <a:buSzPct val="100000"/>
              <a:buFont typeface="Arial"/>
              <a:buNone/>
              <a:defRPr sz="1800" b="1" i="0" kern="1200">
                <a:solidFill>
                  <a:schemeClr val="accent1"/>
                </a:solidFill>
                <a:latin typeface="HP Simplified" pitchFamily="34" charset="0"/>
                <a:ea typeface="+mn-ea"/>
                <a:cs typeface="HP Simplified" pitchFamily="34" charset="0"/>
              </a:defRPr>
            </a:lvl1pPr>
            <a:lvl2pPr marL="0" indent="0" algn="l" defTabSz="430213" rtl="0" eaLnBrk="1" latinLnBrk="0" hangingPunct="1">
              <a:lnSpc>
                <a:spcPct val="100000"/>
              </a:lnSpc>
              <a:spcBef>
                <a:spcPts val="0"/>
              </a:spcBef>
              <a:spcAft>
                <a:spcPts val="400"/>
              </a:spcAft>
              <a:buSzPct val="100000"/>
              <a:buFont typeface="Lucida Grande"/>
              <a:buNone/>
              <a:defRPr sz="1600" b="0" i="0" kern="1200">
                <a:solidFill>
                  <a:srgbClr val="000000"/>
                </a:solidFill>
                <a:latin typeface="HP Simplified" pitchFamily="34" charset="0"/>
                <a:ea typeface="+mn-ea"/>
                <a:cs typeface="HP Simplified" pitchFamily="34" charset="0"/>
              </a:defRPr>
            </a:lvl2pPr>
            <a:lvl3pPr marL="169863" indent="-169863" algn="l" defTabSz="457200" rtl="0" eaLnBrk="1" latinLnBrk="0" hangingPunct="1">
              <a:lnSpc>
                <a:spcPct val="100000"/>
              </a:lnSpc>
              <a:spcBef>
                <a:spcPts val="0"/>
              </a:spcBef>
              <a:spcAft>
                <a:spcPts val="400"/>
              </a:spcAft>
              <a:buFont typeface="Arial"/>
              <a:buChar char="•"/>
              <a:defRPr sz="1400" b="0" i="0" kern="1200">
                <a:solidFill>
                  <a:srgbClr val="000000"/>
                </a:solidFill>
                <a:latin typeface="HP Simplified" pitchFamily="34" charset="0"/>
                <a:ea typeface="+mn-ea"/>
                <a:cs typeface="HP Simplified" pitchFamily="34" charset="0"/>
              </a:defRPr>
            </a:lvl3pPr>
            <a:lvl4pPr marL="341313" indent="-180975" algn="l" defTabSz="457200" rtl="0" eaLnBrk="1" latinLnBrk="0" hangingPunct="1">
              <a:lnSpc>
                <a:spcPct val="100000"/>
              </a:lnSpc>
              <a:spcBef>
                <a:spcPts val="0"/>
              </a:spcBef>
              <a:spcAft>
                <a:spcPts val="400"/>
              </a:spcAft>
              <a:buSzPct val="80000"/>
              <a:buFont typeface="Lucida Grande"/>
              <a:buChar char="−"/>
              <a:defRPr lang="en-US" sz="1400" b="0" i="0" kern="1200">
                <a:solidFill>
                  <a:srgbClr val="000000"/>
                </a:solidFill>
                <a:latin typeface="HP Simplified" pitchFamily="34" charset="0"/>
                <a:ea typeface="+mn-ea"/>
                <a:cs typeface="HP Simplified" pitchFamily="34" charset="0"/>
              </a:defRPr>
            </a:lvl4pPr>
            <a:lvl5pPr marL="469900" indent="-150813" algn="l" defTabSz="457200" rtl="0" eaLnBrk="1" latinLnBrk="0" hangingPunct="1">
              <a:lnSpc>
                <a:spcPct val="100000"/>
              </a:lnSpc>
              <a:spcBef>
                <a:spcPts val="0"/>
              </a:spcBef>
              <a:spcAft>
                <a:spcPts val="400"/>
              </a:spcAft>
              <a:buFont typeface="Arial"/>
              <a:buChar char="•"/>
              <a:tabLst/>
              <a:defRPr sz="1400" b="0" i="0" kern="1200">
                <a:solidFill>
                  <a:srgbClr val="000000"/>
                </a:solidFill>
                <a:latin typeface="HP Simplified" pitchFamily="34" charset="0"/>
                <a:ea typeface="+mn-ea"/>
                <a:cs typeface="HP Simplified" pitchFamily="34" charset="0"/>
              </a:defRPr>
            </a:lvl5pPr>
            <a:lvl6pPr marL="2286000" indent="0" algn="l" defTabSz="457200" rtl="0" eaLnBrk="1" latinLnBrk="0" hangingPunct="1">
              <a:lnSpc>
                <a:spcPts val="2500"/>
              </a:lnSpc>
              <a:spcBef>
                <a:spcPct val="20000"/>
              </a:spcBef>
              <a:buFont typeface="Arial"/>
              <a:buNone/>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nSpc>
                <a:spcPct val="150000"/>
              </a:lnSpc>
              <a:spcAft>
                <a:spcPts val="0"/>
              </a:spcAft>
              <a:defRPr/>
            </a:pPr>
            <a:r>
              <a:rPr lang="en-US" sz="22128" dirty="0">
                <a:solidFill>
                  <a:srgbClr val="FFFFFF"/>
                </a:solidFill>
                <a:latin typeface="HP Simplified Light"/>
                <a:cs typeface="HP Simplified Light"/>
              </a:rPr>
              <a:t>130</a:t>
            </a:r>
            <a:r>
              <a:rPr lang="en-US" sz="15329" dirty="0">
                <a:solidFill>
                  <a:srgbClr val="FFFFFF"/>
                </a:solidFill>
                <a:latin typeface="HP Simplified Light"/>
                <a:cs typeface="HP Simplified Light"/>
              </a:rPr>
              <a:t>%</a:t>
            </a:r>
            <a:endParaRPr lang="en-US" sz="22128" b="0" baseline="30000" dirty="0">
              <a:solidFill>
                <a:srgbClr val="FFFFFF"/>
              </a:solidFill>
              <a:latin typeface="HP Simplified Light"/>
              <a:cs typeface="HP Simplified Light"/>
            </a:endParaRPr>
          </a:p>
        </p:txBody>
      </p:sp>
      <p:sp>
        <p:nvSpPr>
          <p:cNvPr id="42" name="TextBox 41"/>
          <p:cNvSpPr txBox="1"/>
          <p:nvPr/>
        </p:nvSpPr>
        <p:spPr>
          <a:xfrm>
            <a:off x="1141561" y="2116726"/>
            <a:ext cx="4542513" cy="2796106"/>
          </a:xfrm>
          <a:prstGeom prst="rect">
            <a:avLst/>
          </a:prstGeom>
        </p:spPr>
        <p:txBody>
          <a:bodyPr vert="horz" wrap="square" lIns="0" tIns="121888" rIns="0" bIns="0" rtlCol="0">
            <a:noAutofit/>
          </a:bodyPr>
          <a:lstStyle>
            <a:lvl1pPr indent="0">
              <a:lnSpc>
                <a:spcPct val="100000"/>
              </a:lnSpc>
              <a:spcBef>
                <a:spcPts val="0"/>
              </a:spcBef>
              <a:spcAft>
                <a:spcPts val="400"/>
              </a:spcAft>
              <a:buSzPct val="100000"/>
              <a:buFont typeface="Arial"/>
              <a:buNone/>
              <a:defRPr b="1" i="0">
                <a:solidFill>
                  <a:schemeClr val="accent1"/>
                </a:solidFill>
                <a:latin typeface="HP Simplified" pitchFamily="34" charset="0"/>
                <a:cs typeface="HP Simplified" pitchFamily="34" charset="0"/>
              </a:defRPr>
            </a:lvl1pPr>
            <a:lvl2pPr marL="0" indent="0" defTabSz="430213">
              <a:lnSpc>
                <a:spcPct val="100000"/>
              </a:lnSpc>
              <a:spcBef>
                <a:spcPts val="0"/>
              </a:spcBef>
              <a:spcAft>
                <a:spcPts val="400"/>
              </a:spcAft>
              <a:buSzPct val="100000"/>
              <a:buFont typeface="Lucida Grande"/>
              <a:buNone/>
              <a:defRPr sz="1600" b="0" i="0">
                <a:solidFill>
                  <a:srgbClr val="000000"/>
                </a:solidFill>
                <a:latin typeface="HP Simplified" pitchFamily="34" charset="0"/>
                <a:cs typeface="HP Simplified" pitchFamily="34" charset="0"/>
              </a:defRPr>
            </a:lvl2pPr>
            <a:lvl3pPr marL="169863" indent="-169863">
              <a:lnSpc>
                <a:spcPct val="100000"/>
              </a:lnSpc>
              <a:spcBef>
                <a:spcPts val="0"/>
              </a:spcBef>
              <a:spcAft>
                <a:spcPts val="400"/>
              </a:spcAft>
              <a:buFont typeface="Arial"/>
              <a:buChar char="•"/>
              <a:defRPr sz="1400" b="0" i="0">
                <a:solidFill>
                  <a:srgbClr val="000000"/>
                </a:solidFill>
                <a:latin typeface="HP Simplified" pitchFamily="34" charset="0"/>
                <a:cs typeface="HP Simplified" pitchFamily="34" charset="0"/>
              </a:defRPr>
            </a:lvl3pPr>
            <a:lvl4pPr marL="341313" indent="-180975">
              <a:lnSpc>
                <a:spcPct val="100000"/>
              </a:lnSpc>
              <a:spcBef>
                <a:spcPts val="0"/>
              </a:spcBef>
              <a:spcAft>
                <a:spcPts val="400"/>
              </a:spcAft>
              <a:buSzPct val="80000"/>
              <a:buFont typeface="Lucida Grande"/>
              <a:buChar char="−"/>
              <a:defRPr lang="en-US" sz="1400" b="0" i="0">
                <a:solidFill>
                  <a:srgbClr val="000000"/>
                </a:solidFill>
                <a:latin typeface="HP Simplified" pitchFamily="34" charset="0"/>
                <a:cs typeface="HP Simplified" pitchFamily="34" charset="0"/>
              </a:defRPr>
            </a:lvl4pPr>
            <a:lvl5pPr marL="469900" indent="-150813">
              <a:lnSpc>
                <a:spcPct val="100000"/>
              </a:lnSpc>
              <a:spcBef>
                <a:spcPts val="0"/>
              </a:spcBef>
              <a:spcAft>
                <a:spcPts val="400"/>
              </a:spcAft>
              <a:buFont typeface="Arial"/>
              <a:buChar char="•"/>
              <a:tabLst/>
              <a:defRPr sz="1400" b="0" i="0">
                <a:solidFill>
                  <a:srgbClr val="000000"/>
                </a:solidFill>
                <a:latin typeface="HP Simplified" pitchFamily="34" charset="0"/>
                <a:cs typeface="HP Simplified" pitchFamily="34" charset="0"/>
              </a:defRPr>
            </a:lvl5pPr>
            <a:lvl6pPr indent="0">
              <a:lnSpc>
                <a:spcPts val="2500"/>
              </a:lnSpc>
              <a:spcBef>
                <a:spcPct val="20000"/>
              </a:spcBef>
              <a:buFont typeface="Arial"/>
              <a:buNone/>
            </a:lvl6pPr>
            <a:lvl7pPr marL="2971800" indent="-228600">
              <a:spcBef>
                <a:spcPct val="20000"/>
              </a:spcBef>
              <a:buFont typeface="Arial"/>
              <a:buChar char="•"/>
              <a:defRPr sz="2000"/>
            </a:lvl7pPr>
            <a:lvl8pPr marL="3429000" indent="-228600">
              <a:spcBef>
                <a:spcPct val="20000"/>
              </a:spcBef>
              <a:buFont typeface="Arial"/>
              <a:buChar char="•"/>
              <a:defRPr sz="2000"/>
            </a:lvl8pPr>
            <a:lvl9pPr marL="3886200" indent="-228600">
              <a:spcBef>
                <a:spcPct val="20000"/>
              </a:spcBef>
              <a:buFont typeface="Arial"/>
              <a:buChar char="•"/>
              <a:defRPr sz="2000"/>
            </a:lvl9pPr>
          </a:lstStyle>
          <a:p>
            <a:pPr lvl="1" algn="r">
              <a:spcAft>
                <a:spcPts val="0"/>
              </a:spcAft>
              <a:defRPr/>
            </a:pPr>
            <a:r>
              <a:rPr lang="en-US" sz="4799" kern="0" dirty="0">
                <a:solidFill>
                  <a:srgbClr val="FFFFFF"/>
                </a:solidFill>
                <a:latin typeface="HP Simplified Light"/>
                <a:cs typeface="HP Simplified Light"/>
              </a:rPr>
              <a:t>Since 2009, time to resolve an attack </a:t>
            </a:r>
            <a:r>
              <a:rPr lang="en-US" sz="4799" b="1" kern="0" dirty="0">
                <a:solidFill>
                  <a:srgbClr val="FFFFFF"/>
                </a:solidFill>
                <a:latin typeface="HP Simplified"/>
                <a:cs typeface="HP Simplified"/>
              </a:rPr>
              <a:t>has grown</a:t>
            </a:r>
          </a:p>
        </p:txBody>
      </p:sp>
      <p:grpSp>
        <p:nvGrpSpPr>
          <p:cNvPr id="55" name="Group 54"/>
          <p:cNvGrpSpPr>
            <a:grpSpLocks noChangeAspect="1"/>
          </p:cNvGrpSpPr>
          <p:nvPr/>
        </p:nvGrpSpPr>
        <p:grpSpPr>
          <a:xfrm>
            <a:off x="-563801" y="1287492"/>
            <a:ext cx="2769361" cy="3367916"/>
            <a:chOff x="4056064" y="1920876"/>
            <a:chExt cx="1042988" cy="1268413"/>
          </a:xfrm>
          <a:solidFill>
            <a:srgbClr val="FFFFFF">
              <a:alpha val="25000"/>
            </a:srgbClr>
          </a:solidFill>
        </p:grpSpPr>
        <p:sp>
          <p:nvSpPr>
            <p:cNvPr id="56" name="Freeform 700"/>
            <p:cNvSpPr>
              <a:spLocks noEditPoints="1"/>
            </p:cNvSpPr>
            <p:nvPr/>
          </p:nvSpPr>
          <p:spPr bwMode="auto">
            <a:xfrm>
              <a:off x="4056064" y="1920876"/>
              <a:ext cx="1042988" cy="1268413"/>
            </a:xfrm>
            <a:custGeom>
              <a:avLst/>
              <a:gdLst>
                <a:gd name="T0" fmla="*/ 241 w 277"/>
                <a:gd name="T1" fmla="*/ 105 h 337"/>
                <a:gd name="T2" fmla="*/ 251 w 277"/>
                <a:gd name="T3" fmla="*/ 95 h 337"/>
                <a:gd name="T4" fmla="*/ 260 w 277"/>
                <a:gd name="T5" fmla="*/ 104 h 337"/>
                <a:gd name="T6" fmla="*/ 277 w 277"/>
                <a:gd name="T7" fmla="*/ 86 h 337"/>
                <a:gd name="T8" fmla="*/ 248 w 277"/>
                <a:gd name="T9" fmla="*/ 57 h 337"/>
                <a:gd name="T10" fmla="*/ 231 w 277"/>
                <a:gd name="T11" fmla="*/ 75 h 337"/>
                <a:gd name="T12" fmla="*/ 240 w 277"/>
                <a:gd name="T13" fmla="*/ 83 h 337"/>
                <a:gd name="T14" fmla="*/ 230 w 277"/>
                <a:gd name="T15" fmla="*/ 93 h 337"/>
                <a:gd name="T16" fmla="*/ 155 w 277"/>
                <a:gd name="T17" fmla="*/ 60 h 337"/>
                <a:gd name="T18" fmla="*/ 155 w 277"/>
                <a:gd name="T19" fmla="*/ 41 h 337"/>
                <a:gd name="T20" fmla="*/ 179 w 277"/>
                <a:gd name="T21" fmla="*/ 41 h 337"/>
                <a:gd name="T22" fmla="*/ 179 w 277"/>
                <a:gd name="T23" fmla="*/ 21 h 337"/>
                <a:gd name="T24" fmla="*/ 155 w 277"/>
                <a:gd name="T25" fmla="*/ 0 h 337"/>
                <a:gd name="T26" fmla="*/ 97 w 277"/>
                <a:gd name="T27" fmla="*/ 0 h 337"/>
                <a:gd name="T28" fmla="*/ 97 w 277"/>
                <a:gd name="T29" fmla="*/ 21 h 337"/>
                <a:gd name="T30" fmla="*/ 122 w 277"/>
                <a:gd name="T31" fmla="*/ 41 h 337"/>
                <a:gd name="T32" fmla="*/ 122 w 277"/>
                <a:gd name="T33" fmla="*/ 60 h 337"/>
                <a:gd name="T34" fmla="*/ 0 w 277"/>
                <a:gd name="T35" fmla="*/ 198 h 337"/>
                <a:gd name="T36" fmla="*/ 139 w 277"/>
                <a:gd name="T37" fmla="*/ 337 h 337"/>
                <a:gd name="T38" fmla="*/ 277 w 277"/>
                <a:gd name="T39" fmla="*/ 198 h 337"/>
                <a:gd name="T40" fmla="*/ 241 w 277"/>
                <a:gd name="T41" fmla="*/ 105 h 337"/>
                <a:gd name="T42" fmla="*/ 139 w 277"/>
                <a:gd name="T43" fmla="*/ 308 h 337"/>
                <a:gd name="T44" fmla="*/ 28 w 277"/>
                <a:gd name="T45" fmla="*/ 198 h 337"/>
                <a:gd name="T46" fmla="*/ 139 w 277"/>
                <a:gd name="T47" fmla="*/ 88 h 337"/>
                <a:gd name="T48" fmla="*/ 249 w 277"/>
                <a:gd name="T49" fmla="*/ 198 h 337"/>
                <a:gd name="T50" fmla="*/ 139 w 277"/>
                <a:gd name="T51" fmla="*/ 308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77" h="337">
                  <a:moveTo>
                    <a:pt x="241" y="105"/>
                  </a:moveTo>
                  <a:cubicBezTo>
                    <a:pt x="251" y="95"/>
                    <a:pt x="251" y="95"/>
                    <a:pt x="251" y="95"/>
                  </a:cubicBezTo>
                  <a:cubicBezTo>
                    <a:pt x="260" y="104"/>
                    <a:pt x="260" y="104"/>
                    <a:pt x="260" y="104"/>
                  </a:cubicBezTo>
                  <a:cubicBezTo>
                    <a:pt x="277" y="86"/>
                    <a:pt x="277" y="86"/>
                    <a:pt x="277" y="86"/>
                  </a:cubicBezTo>
                  <a:cubicBezTo>
                    <a:pt x="248" y="57"/>
                    <a:pt x="248" y="57"/>
                    <a:pt x="248" y="57"/>
                  </a:cubicBezTo>
                  <a:cubicBezTo>
                    <a:pt x="231" y="75"/>
                    <a:pt x="231" y="75"/>
                    <a:pt x="231" y="75"/>
                  </a:cubicBezTo>
                  <a:cubicBezTo>
                    <a:pt x="240" y="83"/>
                    <a:pt x="240" y="83"/>
                    <a:pt x="240" y="83"/>
                  </a:cubicBezTo>
                  <a:cubicBezTo>
                    <a:pt x="230" y="93"/>
                    <a:pt x="230" y="93"/>
                    <a:pt x="230" y="93"/>
                  </a:cubicBezTo>
                  <a:cubicBezTo>
                    <a:pt x="209" y="75"/>
                    <a:pt x="183" y="63"/>
                    <a:pt x="155" y="60"/>
                  </a:cubicBezTo>
                  <a:cubicBezTo>
                    <a:pt x="155" y="41"/>
                    <a:pt x="155" y="41"/>
                    <a:pt x="155" y="41"/>
                  </a:cubicBezTo>
                  <a:cubicBezTo>
                    <a:pt x="179" y="41"/>
                    <a:pt x="179" y="41"/>
                    <a:pt x="179" y="41"/>
                  </a:cubicBezTo>
                  <a:cubicBezTo>
                    <a:pt x="179" y="21"/>
                    <a:pt x="179" y="21"/>
                    <a:pt x="179" y="21"/>
                  </a:cubicBezTo>
                  <a:cubicBezTo>
                    <a:pt x="179" y="9"/>
                    <a:pt x="168" y="0"/>
                    <a:pt x="155" y="0"/>
                  </a:cubicBezTo>
                  <a:cubicBezTo>
                    <a:pt x="97" y="0"/>
                    <a:pt x="97" y="0"/>
                    <a:pt x="97" y="0"/>
                  </a:cubicBezTo>
                  <a:cubicBezTo>
                    <a:pt x="97" y="21"/>
                    <a:pt x="97" y="21"/>
                    <a:pt x="97" y="21"/>
                  </a:cubicBezTo>
                  <a:cubicBezTo>
                    <a:pt x="97" y="32"/>
                    <a:pt x="108" y="41"/>
                    <a:pt x="122" y="41"/>
                  </a:cubicBezTo>
                  <a:cubicBezTo>
                    <a:pt x="122" y="60"/>
                    <a:pt x="122" y="60"/>
                    <a:pt x="122" y="60"/>
                  </a:cubicBezTo>
                  <a:cubicBezTo>
                    <a:pt x="53" y="68"/>
                    <a:pt x="0" y="127"/>
                    <a:pt x="0" y="198"/>
                  </a:cubicBezTo>
                  <a:cubicBezTo>
                    <a:pt x="0" y="275"/>
                    <a:pt x="62" y="337"/>
                    <a:pt x="139" y="337"/>
                  </a:cubicBezTo>
                  <a:cubicBezTo>
                    <a:pt x="215" y="337"/>
                    <a:pt x="277" y="275"/>
                    <a:pt x="277" y="198"/>
                  </a:cubicBezTo>
                  <a:cubicBezTo>
                    <a:pt x="277" y="162"/>
                    <a:pt x="264" y="129"/>
                    <a:pt x="241" y="105"/>
                  </a:cubicBezTo>
                  <a:moveTo>
                    <a:pt x="139" y="308"/>
                  </a:moveTo>
                  <a:cubicBezTo>
                    <a:pt x="78" y="308"/>
                    <a:pt x="28" y="259"/>
                    <a:pt x="28" y="198"/>
                  </a:cubicBezTo>
                  <a:cubicBezTo>
                    <a:pt x="28" y="137"/>
                    <a:pt x="78" y="88"/>
                    <a:pt x="139" y="88"/>
                  </a:cubicBezTo>
                  <a:cubicBezTo>
                    <a:pt x="199" y="88"/>
                    <a:pt x="249" y="137"/>
                    <a:pt x="249" y="198"/>
                  </a:cubicBezTo>
                  <a:cubicBezTo>
                    <a:pt x="249" y="259"/>
                    <a:pt x="199" y="308"/>
                    <a:pt x="139" y="308"/>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888" tIns="60944" rIns="121888" bIns="60944" numCol="1" anchor="t" anchorCtr="0" compatLnSpc="1">
              <a:prstTxWarp prst="textNoShape">
                <a:avLst/>
              </a:prstTxWarp>
            </a:bodyPr>
            <a:lstStyle/>
            <a:p>
              <a:pPr>
                <a:defRPr/>
              </a:pPr>
              <a:endParaRPr lang="en-US" sz="2399" kern="0">
                <a:solidFill>
                  <a:prstClr val="black"/>
                </a:solidFill>
              </a:endParaRPr>
            </a:p>
          </p:txBody>
        </p:sp>
        <p:sp>
          <p:nvSpPr>
            <p:cNvPr id="57" name="Rectangle 701"/>
            <p:cNvSpPr>
              <a:spLocks noChangeArrowheads="1"/>
            </p:cNvSpPr>
            <p:nvPr/>
          </p:nvSpPr>
          <p:spPr bwMode="auto">
            <a:xfrm>
              <a:off x="4775202" y="2628901"/>
              <a:ext cx="169863" cy="5873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121888" tIns="60944" rIns="121888" bIns="60944" numCol="1" anchor="t" anchorCtr="0" compatLnSpc="1">
              <a:prstTxWarp prst="textNoShape">
                <a:avLst/>
              </a:prstTxWarp>
            </a:bodyPr>
            <a:lstStyle/>
            <a:p>
              <a:pPr>
                <a:defRPr/>
              </a:pPr>
              <a:endParaRPr lang="en-US" sz="2399" kern="0">
                <a:solidFill>
                  <a:prstClr val="black"/>
                </a:solidFill>
              </a:endParaRPr>
            </a:p>
          </p:txBody>
        </p:sp>
        <p:sp>
          <p:nvSpPr>
            <p:cNvPr id="59" name="Oval 702"/>
            <p:cNvSpPr>
              <a:spLocks noChangeArrowheads="1"/>
            </p:cNvSpPr>
            <p:nvPr/>
          </p:nvSpPr>
          <p:spPr bwMode="auto">
            <a:xfrm>
              <a:off x="4486277" y="2571751"/>
              <a:ext cx="184150" cy="184150"/>
            </a:xfrm>
            <a:prstGeom prst="ellipse">
              <a:avLst/>
            </a:pr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888" tIns="60944" rIns="121888" bIns="60944" numCol="1" anchor="t" anchorCtr="0" compatLnSpc="1">
              <a:prstTxWarp prst="textNoShape">
                <a:avLst/>
              </a:prstTxWarp>
            </a:bodyPr>
            <a:lstStyle/>
            <a:p>
              <a:pPr>
                <a:defRPr/>
              </a:pPr>
              <a:endParaRPr lang="en-US" sz="2399" kern="0">
                <a:solidFill>
                  <a:prstClr val="black"/>
                </a:solidFill>
              </a:endParaRPr>
            </a:p>
          </p:txBody>
        </p:sp>
        <p:sp>
          <p:nvSpPr>
            <p:cNvPr id="60" name="Rectangle 703"/>
            <p:cNvSpPr>
              <a:spLocks noChangeArrowheads="1"/>
            </p:cNvSpPr>
            <p:nvPr/>
          </p:nvSpPr>
          <p:spPr bwMode="auto">
            <a:xfrm>
              <a:off x="4545014" y="2289176"/>
              <a:ext cx="65088" cy="17303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121888" tIns="60944" rIns="121888" bIns="60944" numCol="1" anchor="t" anchorCtr="0" compatLnSpc="1">
              <a:prstTxWarp prst="textNoShape">
                <a:avLst/>
              </a:prstTxWarp>
            </a:bodyPr>
            <a:lstStyle/>
            <a:p>
              <a:pPr>
                <a:defRPr/>
              </a:pPr>
              <a:endParaRPr lang="en-US" sz="2399" kern="0">
                <a:solidFill>
                  <a:prstClr val="black"/>
                </a:solidFill>
              </a:endParaRPr>
            </a:p>
          </p:txBody>
        </p:sp>
      </p:grpSp>
    </p:spTree>
    <p:extLst>
      <p:ext uri="{BB962C8B-B14F-4D97-AF65-F5344CB8AC3E}">
        <p14:creationId xmlns:p14="http://schemas.microsoft.com/office/powerpoint/2010/main" val="15137987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fade">
                                      <p:cBhvr>
                                        <p:cTn id="7" dur="125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p:cNvGrpSpPr/>
          <p:nvPr/>
        </p:nvGrpSpPr>
        <p:grpSpPr>
          <a:xfrm>
            <a:off x="1235754" y="1609648"/>
            <a:ext cx="10556597" cy="2583745"/>
            <a:chOff x="243984" y="2374149"/>
            <a:chExt cx="7927842" cy="1938313"/>
          </a:xfrm>
        </p:grpSpPr>
        <p:sp>
          <p:nvSpPr>
            <p:cNvPr id="14" name="TextBox 13"/>
            <p:cNvSpPr txBox="1"/>
            <p:nvPr/>
          </p:nvSpPr>
          <p:spPr>
            <a:xfrm>
              <a:off x="3727769" y="3489665"/>
              <a:ext cx="4444057" cy="545390"/>
            </a:xfrm>
            <a:prstGeom prst="rect">
              <a:avLst/>
            </a:prstGeom>
          </p:spPr>
          <p:txBody>
            <a:bodyPr vert="horz" wrap="square" lIns="0" tIns="121888" rIns="0" bIns="0" rtlCol="0">
              <a:noAutofit/>
            </a:bodyPr>
            <a:lstStyle>
              <a:lvl1pPr indent="0">
                <a:lnSpc>
                  <a:spcPct val="100000"/>
                </a:lnSpc>
                <a:spcBef>
                  <a:spcPts val="0"/>
                </a:spcBef>
                <a:spcAft>
                  <a:spcPts val="400"/>
                </a:spcAft>
                <a:buSzPct val="100000"/>
                <a:buFont typeface="Arial"/>
                <a:buNone/>
                <a:defRPr b="1" i="0">
                  <a:solidFill>
                    <a:schemeClr val="accent1"/>
                  </a:solidFill>
                  <a:latin typeface="HP Simplified" pitchFamily="34" charset="0"/>
                  <a:cs typeface="HP Simplified" pitchFamily="34" charset="0"/>
                </a:defRPr>
              </a:lvl1pPr>
              <a:lvl2pPr marL="0" indent="0" defTabSz="430213">
                <a:lnSpc>
                  <a:spcPct val="100000"/>
                </a:lnSpc>
                <a:spcBef>
                  <a:spcPts val="0"/>
                </a:spcBef>
                <a:spcAft>
                  <a:spcPts val="400"/>
                </a:spcAft>
                <a:buSzPct val="100000"/>
                <a:buFont typeface="Lucida Grande"/>
                <a:buNone/>
                <a:defRPr sz="1600" b="0" i="0">
                  <a:solidFill>
                    <a:srgbClr val="000000"/>
                  </a:solidFill>
                  <a:latin typeface="HP Simplified" pitchFamily="34" charset="0"/>
                  <a:cs typeface="HP Simplified" pitchFamily="34" charset="0"/>
                </a:defRPr>
              </a:lvl2pPr>
              <a:lvl3pPr marL="169863" indent="-169863">
                <a:lnSpc>
                  <a:spcPct val="100000"/>
                </a:lnSpc>
                <a:spcBef>
                  <a:spcPts val="0"/>
                </a:spcBef>
                <a:spcAft>
                  <a:spcPts val="400"/>
                </a:spcAft>
                <a:buFont typeface="Arial"/>
                <a:buChar char="•"/>
                <a:defRPr sz="1400" b="0" i="0">
                  <a:solidFill>
                    <a:srgbClr val="000000"/>
                  </a:solidFill>
                  <a:latin typeface="HP Simplified" pitchFamily="34" charset="0"/>
                  <a:cs typeface="HP Simplified" pitchFamily="34" charset="0"/>
                </a:defRPr>
              </a:lvl3pPr>
              <a:lvl4pPr marL="341313" indent="-180975">
                <a:lnSpc>
                  <a:spcPct val="100000"/>
                </a:lnSpc>
                <a:spcBef>
                  <a:spcPts val="0"/>
                </a:spcBef>
                <a:spcAft>
                  <a:spcPts val="400"/>
                </a:spcAft>
                <a:buSzPct val="80000"/>
                <a:buFont typeface="Lucida Grande"/>
                <a:buChar char="−"/>
                <a:defRPr lang="en-US" sz="1400" b="0" i="0">
                  <a:solidFill>
                    <a:srgbClr val="000000"/>
                  </a:solidFill>
                  <a:latin typeface="HP Simplified" pitchFamily="34" charset="0"/>
                  <a:cs typeface="HP Simplified" pitchFamily="34" charset="0"/>
                </a:defRPr>
              </a:lvl4pPr>
              <a:lvl5pPr marL="469900" indent="-150813">
                <a:lnSpc>
                  <a:spcPct val="100000"/>
                </a:lnSpc>
                <a:spcBef>
                  <a:spcPts val="0"/>
                </a:spcBef>
                <a:spcAft>
                  <a:spcPts val="400"/>
                </a:spcAft>
                <a:buFont typeface="Arial"/>
                <a:buChar char="•"/>
                <a:tabLst/>
                <a:defRPr sz="1400" b="0" i="0">
                  <a:solidFill>
                    <a:srgbClr val="000000"/>
                  </a:solidFill>
                  <a:latin typeface="HP Simplified" pitchFamily="34" charset="0"/>
                  <a:cs typeface="HP Simplified" pitchFamily="34" charset="0"/>
                </a:defRPr>
              </a:lvl5pPr>
              <a:lvl6pPr indent="0">
                <a:lnSpc>
                  <a:spcPts val="2500"/>
                </a:lnSpc>
                <a:spcBef>
                  <a:spcPct val="20000"/>
                </a:spcBef>
                <a:buFont typeface="Arial"/>
                <a:buNone/>
              </a:lvl6pPr>
              <a:lvl7pPr marL="2971800" indent="-228600">
                <a:spcBef>
                  <a:spcPct val="20000"/>
                </a:spcBef>
                <a:buFont typeface="Arial"/>
                <a:buChar char="•"/>
                <a:defRPr sz="2000"/>
              </a:lvl7pPr>
              <a:lvl8pPr marL="3429000" indent="-228600">
                <a:spcBef>
                  <a:spcPct val="20000"/>
                </a:spcBef>
                <a:buFont typeface="Arial"/>
                <a:buChar char="•"/>
                <a:defRPr sz="2000"/>
              </a:lvl8pPr>
              <a:lvl9pPr marL="3886200" indent="-228600">
                <a:spcBef>
                  <a:spcPct val="20000"/>
                </a:spcBef>
                <a:buFont typeface="Arial"/>
                <a:buChar char="•"/>
                <a:defRPr sz="2000"/>
              </a:lvl9pPr>
            </a:lstStyle>
            <a:p>
              <a:pPr lvl="1">
                <a:spcAft>
                  <a:spcPts val="0"/>
                </a:spcAft>
              </a:pPr>
              <a:r>
                <a:rPr lang="en-US" sz="3732" dirty="0">
                  <a:solidFill>
                    <a:prstClr val="white"/>
                  </a:solidFill>
                </a:rPr>
                <a:t>average time to detect breach</a:t>
              </a:r>
            </a:p>
          </p:txBody>
        </p:sp>
        <p:sp>
          <p:nvSpPr>
            <p:cNvPr id="15" name="Content Placeholder 26"/>
            <p:cNvSpPr txBox="1">
              <a:spLocks/>
            </p:cNvSpPr>
            <p:nvPr/>
          </p:nvSpPr>
          <p:spPr bwMode="black">
            <a:xfrm>
              <a:off x="243984" y="2374149"/>
              <a:ext cx="3613866" cy="914400"/>
            </a:xfrm>
            <a:prstGeom prst="rect">
              <a:avLst/>
            </a:prstGeom>
          </p:spPr>
          <p:txBody>
            <a:bodyPr vert="horz" wrap="square" lIns="0" tIns="121888" rIns="0" bIns="0" rtlCol="0" anchor="ctr">
              <a:noAutofit/>
            </a:bodyPr>
            <a:lstStyle>
              <a:lvl1pPr marL="0" indent="0" algn="l" defTabSz="457200" rtl="0" eaLnBrk="1" latinLnBrk="0" hangingPunct="1">
                <a:lnSpc>
                  <a:spcPct val="100000"/>
                </a:lnSpc>
                <a:spcBef>
                  <a:spcPts val="0"/>
                </a:spcBef>
                <a:spcAft>
                  <a:spcPts val="400"/>
                </a:spcAft>
                <a:buSzPct val="100000"/>
                <a:buFont typeface="Arial"/>
                <a:buNone/>
                <a:defRPr sz="1800" b="1" i="0" kern="1200">
                  <a:solidFill>
                    <a:schemeClr val="accent1"/>
                  </a:solidFill>
                  <a:latin typeface="HP Simplified" pitchFamily="34" charset="0"/>
                  <a:ea typeface="+mn-ea"/>
                  <a:cs typeface="HP Simplified" pitchFamily="34" charset="0"/>
                </a:defRPr>
              </a:lvl1pPr>
              <a:lvl2pPr marL="0" indent="0" algn="l" defTabSz="430213" rtl="0" eaLnBrk="1" latinLnBrk="0" hangingPunct="1">
                <a:lnSpc>
                  <a:spcPct val="100000"/>
                </a:lnSpc>
                <a:spcBef>
                  <a:spcPts val="0"/>
                </a:spcBef>
                <a:spcAft>
                  <a:spcPts val="400"/>
                </a:spcAft>
                <a:buSzPct val="100000"/>
                <a:buFont typeface="Lucida Grande"/>
                <a:buNone/>
                <a:defRPr sz="1600" b="0" i="0" kern="1200">
                  <a:solidFill>
                    <a:srgbClr val="000000"/>
                  </a:solidFill>
                  <a:latin typeface="HP Simplified" pitchFamily="34" charset="0"/>
                  <a:ea typeface="+mn-ea"/>
                  <a:cs typeface="HP Simplified" pitchFamily="34" charset="0"/>
                </a:defRPr>
              </a:lvl2pPr>
              <a:lvl3pPr marL="169863" indent="-169863" algn="l" defTabSz="457200" rtl="0" eaLnBrk="1" latinLnBrk="0" hangingPunct="1">
                <a:lnSpc>
                  <a:spcPct val="100000"/>
                </a:lnSpc>
                <a:spcBef>
                  <a:spcPts val="0"/>
                </a:spcBef>
                <a:spcAft>
                  <a:spcPts val="400"/>
                </a:spcAft>
                <a:buFont typeface="Arial"/>
                <a:buChar char="•"/>
                <a:defRPr sz="1400" b="0" i="0" kern="1200">
                  <a:solidFill>
                    <a:srgbClr val="000000"/>
                  </a:solidFill>
                  <a:latin typeface="HP Simplified" pitchFamily="34" charset="0"/>
                  <a:ea typeface="+mn-ea"/>
                  <a:cs typeface="HP Simplified" pitchFamily="34" charset="0"/>
                </a:defRPr>
              </a:lvl3pPr>
              <a:lvl4pPr marL="341313" indent="-180975" algn="l" defTabSz="457200" rtl="0" eaLnBrk="1" latinLnBrk="0" hangingPunct="1">
                <a:lnSpc>
                  <a:spcPct val="100000"/>
                </a:lnSpc>
                <a:spcBef>
                  <a:spcPts val="0"/>
                </a:spcBef>
                <a:spcAft>
                  <a:spcPts val="400"/>
                </a:spcAft>
                <a:buSzPct val="80000"/>
                <a:buFont typeface="Lucida Grande"/>
                <a:buChar char="−"/>
                <a:defRPr lang="en-US" sz="1400" b="0" i="0" kern="1200">
                  <a:solidFill>
                    <a:srgbClr val="000000"/>
                  </a:solidFill>
                  <a:latin typeface="HP Simplified" pitchFamily="34" charset="0"/>
                  <a:ea typeface="+mn-ea"/>
                  <a:cs typeface="HP Simplified" pitchFamily="34" charset="0"/>
                </a:defRPr>
              </a:lvl4pPr>
              <a:lvl5pPr marL="469900" indent="-150813" algn="l" defTabSz="457200" rtl="0" eaLnBrk="1" latinLnBrk="0" hangingPunct="1">
                <a:lnSpc>
                  <a:spcPct val="100000"/>
                </a:lnSpc>
                <a:spcBef>
                  <a:spcPts val="0"/>
                </a:spcBef>
                <a:spcAft>
                  <a:spcPts val="400"/>
                </a:spcAft>
                <a:buFont typeface="Arial"/>
                <a:buChar char="•"/>
                <a:tabLst/>
                <a:defRPr sz="1400" b="0" i="0" kern="1200">
                  <a:solidFill>
                    <a:srgbClr val="000000"/>
                  </a:solidFill>
                  <a:latin typeface="HP Simplified" pitchFamily="34" charset="0"/>
                  <a:ea typeface="+mn-ea"/>
                  <a:cs typeface="HP Simplified" pitchFamily="34" charset="0"/>
                </a:defRPr>
              </a:lvl5pPr>
              <a:lvl6pPr marL="2286000" indent="0" algn="l" defTabSz="457200" rtl="0" eaLnBrk="1" latinLnBrk="0" hangingPunct="1">
                <a:lnSpc>
                  <a:spcPts val="2500"/>
                </a:lnSpc>
                <a:spcBef>
                  <a:spcPct val="20000"/>
                </a:spcBef>
                <a:buFont typeface="Arial"/>
                <a:buNone/>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nSpc>
                  <a:spcPct val="150000"/>
                </a:lnSpc>
                <a:spcAft>
                  <a:spcPts val="0"/>
                </a:spcAft>
              </a:pPr>
              <a:r>
                <a:rPr lang="en-US" sz="22128" dirty="0">
                  <a:solidFill>
                    <a:prstClr val="white"/>
                  </a:solidFill>
                </a:rPr>
                <a:t>229</a:t>
              </a:r>
              <a:endParaRPr lang="en-US" sz="22128" baseline="70000" dirty="0">
                <a:solidFill>
                  <a:prstClr val="white"/>
                </a:solidFill>
              </a:endParaRPr>
            </a:p>
          </p:txBody>
        </p:sp>
        <p:sp>
          <p:nvSpPr>
            <p:cNvPr id="16" name="TextBox 15"/>
            <p:cNvSpPr txBox="1"/>
            <p:nvPr/>
          </p:nvSpPr>
          <p:spPr>
            <a:xfrm>
              <a:off x="3618548" y="3319816"/>
              <a:ext cx="1072999" cy="992646"/>
            </a:xfrm>
            <a:prstGeom prst="rect">
              <a:avLst/>
            </a:prstGeom>
            <a:noFill/>
          </p:spPr>
          <p:txBody>
            <a:bodyPr wrap="none" rtlCol="0">
              <a:spAutoFit/>
            </a:bodyPr>
            <a:lstStyle/>
            <a:p>
              <a:pPr defTabSz="609448">
                <a:lnSpc>
                  <a:spcPct val="150000"/>
                </a:lnSpc>
              </a:pPr>
              <a:r>
                <a:rPr lang="en-US" sz="7998" baseline="70000" dirty="0">
                  <a:solidFill>
                    <a:prstClr val="white"/>
                  </a:solidFill>
                </a:rPr>
                <a:t>days</a:t>
              </a:r>
              <a:endParaRPr lang="en-US" sz="12797" baseline="70000" dirty="0">
                <a:solidFill>
                  <a:prstClr val="white"/>
                </a:solidFill>
              </a:endParaRPr>
            </a:p>
          </p:txBody>
        </p:sp>
      </p:grpSp>
      <p:sp>
        <p:nvSpPr>
          <p:cNvPr id="17" name="Content Placeholder 26"/>
          <p:cNvSpPr txBox="1">
            <a:spLocks/>
          </p:cNvSpPr>
          <p:nvPr/>
        </p:nvSpPr>
        <p:spPr bwMode="black">
          <a:xfrm>
            <a:off x="-88383" y="3878589"/>
            <a:ext cx="12247636" cy="731330"/>
          </a:xfrm>
          <a:prstGeom prst="rect">
            <a:avLst/>
          </a:prstGeom>
          <a:noFill/>
        </p:spPr>
        <p:txBody>
          <a:bodyPr vert="horz" wrap="square" lIns="121888" tIns="121888" rIns="121888" bIns="0" rtlCol="0" anchor="ctr">
            <a:noAutofit/>
          </a:bodyPr>
          <a:lstStyle>
            <a:lvl1pPr marL="0" indent="0" algn="l" defTabSz="457200" rtl="0" eaLnBrk="1" latinLnBrk="0" hangingPunct="1">
              <a:lnSpc>
                <a:spcPct val="100000"/>
              </a:lnSpc>
              <a:spcBef>
                <a:spcPts val="0"/>
              </a:spcBef>
              <a:spcAft>
                <a:spcPts val="400"/>
              </a:spcAft>
              <a:buSzPct val="100000"/>
              <a:buFont typeface="Arial"/>
              <a:buNone/>
              <a:defRPr sz="1800" b="1" i="0" kern="1200">
                <a:solidFill>
                  <a:schemeClr val="accent1"/>
                </a:solidFill>
                <a:latin typeface="HP Simplified" pitchFamily="34" charset="0"/>
                <a:ea typeface="+mn-ea"/>
                <a:cs typeface="HP Simplified" pitchFamily="34" charset="0"/>
              </a:defRPr>
            </a:lvl1pPr>
            <a:lvl2pPr marL="0" indent="0" algn="l" defTabSz="430213" rtl="0" eaLnBrk="1" latinLnBrk="0" hangingPunct="1">
              <a:lnSpc>
                <a:spcPct val="100000"/>
              </a:lnSpc>
              <a:spcBef>
                <a:spcPts val="0"/>
              </a:spcBef>
              <a:spcAft>
                <a:spcPts val="400"/>
              </a:spcAft>
              <a:buSzPct val="100000"/>
              <a:buFont typeface="Lucida Grande"/>
              <a:buNone/>
              <a:defRPr sz="1600" b="0" i="0" kern="1200">
                <a:solidFill>
                  <a:srgbClr val="000000"/>
                </a:solidFill>
                <a:latin typeface="HP Simplified" pitchFamily="34" charset="0"/>
                <a:ea typeface="+mn-ea"/>
                <a:cs typeface="HP Simplified" pitchFamily="34" charset="0"/>
              </a:defRPr>
            </a:lvl2pPr>
            <a:lvl3pPr marL="169863" indent="-169863" algn="l" defTabSz="457200" rtl="0" eaLnBrk="1" latinLnBrk="0" hangingPunct="1">
              <a:lnSpc>
                <a:spcPct val="100000"/>
              </a:lnSpc>
              <a:spcBef>
                <a:spcPts val="0"/>
              </a:spcBef>
              <a:spcAft>
                <a:spcPts val="400"/>
              </a:spcAft>
              <a:buFont typeface="Arial"/>
              <a:buChar char="•"/>
              <a:defRPr sz="1400" b="0" i="0" kern="1200">
                <a:solidFill>
                  <a:srgbClr val="000000"/>
                </a:solidFill>
                <a:latin typeface="HP Simplified" pitchFamily="34" charset="0"/>
                <a:ea typeface="+mn-ea"/>
                <a:cs typeface="HP Simplified" pitchFamily="34" charset="0"/>
              </a:defRPr>
            </a:lvl3pPr>
            <a:lvl4pPr marL="341313" indent="-180975" algn="l" defTabSz="457200" rtl="0" eaLnBrk="1" latinLnBrk="0" hangingPunct="1">
              <a:lnSpc>
                <a:spcPct val="100000"/>
              </a:lnSpc>
              <a:spcBef>
                <a:spcPts val="0"/>
              </a:spcBef>
              <a:spcAft>
                <a:spcPts val="400"/>
              </a:spcAft>
              <a:buSzPct val="80000"/>
              <a:buFont typeface="Lucida Grande"/>
              <a:buChar char="−"/>
              <a:defRPr lang="en-US" sz="1400" b="0" i="0" kern="1200">
                <a:solidFill>
                  <a:srgbClr val="000000"/>
                </a:solidFill>
                <a:latin typeface="HP Simplified" pitchFamily="34" charset="0"/>
                <a:ea typeface="+mn-ea"/>
                <a:cs typeface="HP Simplified" pitchFamily="34" charset="0"/>
              </a:defRPr>
            </a:lvl4pPr>
            <a:lvl5pPr marL="469900" indent="-150813" algn="l" defTabSz="457200" rtl="0" eaLnBrk="1" latinLnBrk="0" hangingPunct="1">
              <a:lnSpc>
                <a:spcPct val="100000"/>
              </a:lnSpc>
              <a:spcBef>
                <a:spcPts val="0"/>
              </a:spcBef>
              <a:spcAft>
                <a:spcPts val="400"/>
              </a:spcAft>
              <a:buFont typeface="Arial"/>
              <a:buChar char="•"/>
              <a:tabLst/>
              <a:defRPr sz="1400" b="0" i="0" kern="1200">
                <a:solidFill>
                  <a:srgbClr val="000000"/>
                </a:solidFill>
                <a:latin typeface="HP Simplified" pitchFamily="34" charset="0"/>
                <a:ea typeface="+mn-ea"/>
                <a:cs typeface="HP Simplified" pitchFamily="34" charset="0"/>
              </a:defRPr>
            </a:lvl5pPr>
            <a:lvl6pPr marL="2286000" indent="0" algn="l" defTabSz="457200" rtl="0" eaLnBrk="1" latinLnBrk="0" hangingPunct="1">
              <a:lnSpc>
                <a:spcPts val="2500"/>
              </a:lnSpc>
              <a:spcBef>
                <a:spcPct val="20000"/>
              </a:spcBef>
              <a:buFont typeface="Arial"/>
              <a:buNone/>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nSpc>
                <a:spcPct val="150000"/>
              </a:lnSpc>
              <a:spcAft>
                <a:spcPts val="0"/>
              </a:spcAft>
            </a:pPr>
            <a:r>
              <a:rPr lang="en-US" sz="2133" spc="27" dirty="0">
                <a:solidFill>
                  <a:prstClr val="white"/>
                </a:solidFill>
              </a:rPr>
              <a:t>2013</a:t>
            </a:r>
            <a:r>
              <a:rPr lang="en-US" sz="1866" b="0" spc="27" dirty="0">
                <a:solidFill>
                  <a:prstClr val="white"/>
                </a:solidFill>
              </a:rPr>
              <a:t> </a:t>
            </a:r>
            <a:r>
              <a:rPr lang="en-US" sz="1600" b="0" spc="27" dirty="0">
                <a:solidFill>
                  <a:prstClr val="white"/>
                </a:solidFill>
              </a:rPr>
              <a:t>January February March April May June July August September October November December</a:t>
            </a:r>
            <a:r>
              <a:rPr lang="en-US" sz="2133" b="0" spc="27" dirty="0">
                <a:solidFill>
                  <a:prstClr val="white"/>
                </a:solidFill>
              </a:rPr>
              <a:t> </a:t>
            </a:r>
            <a:r>
              <a:rPr lang="en-US" sz="2133" spc="27" dirty="0">
                <a:solidFill>
                  <a:prstClr val="white"/>
                </a:solidFill>
              </a:rPr>
              <a:t>2014</a:t>
            </a:r>
            <a:r>
              <a:rPr lang="en-US" sz="1600" b="0" spc="27" dirty="0">
                <a:solidFill>
                  <a:prstClr val="white"/>
                </a:solidFill>
              </a:rPr>
              <a:t> January February March April</a:t>
            </a:r>
          </a:p>
        </p:txBody>
      </p:sp>
    </p:spTree>
    <p:extLst>
      <p:ext uri="{BB962C8B-B14F-4D97-AF65-F5344CB8AC3E}">
        <p14:creationId xmlns:p14="http://schemas.microsoft.com/office/powerpoint/2010/main" val="3000395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2" presetClass="entr" presetSubtype="8" fill="hold" grpId="0" nodeType="withEffect">
                                  <p:stCondLst>
                                    <p:cond delay="0"/>
                                  </p:stCondLst>
                                  <p:iterate type="wd">
                                    <p:tmPct val="0"/>
                                  </p:iterate>
                                  <p:childTnLst>
                                    <p:set>
                                      <p:cBhvr>
                                        <p:cTn id="9" dur="1" fill="hold">
                                          <p:stCondLst>
                                            <p:cond delay="0"/>
                                          </p:stCondLst>
                                        </p:cTn>
                                        <p:tgtEl>
                                          <p:spTgt spid="17">
                                            <p:txEl>
                                              <p:pRg st="0" end="0"/>
                                            </p:txEl>
                                          </p:spTgt>
                                        </p:tgtEl>
                                        <p:attrNameLst>
                                          <p:attrName>style.visibility</p:attrName>
                                        </p:attrNameLst>
                                      </p:cBhvr>
                                      <p:to>
                                        <p:strVal val="visible"/>
                                      </p:to>
                                    </p:set>
                                    <p:anim calcmode="lin" valueType="num">
                                      <p:cBhvr additive="base">
                                        <p:cTn id="10" dur="1000" fill="hold"/>
                                        <p:tgtEl>
                                          <p:spTgt spid="17">
                                            <p:txEl>
                                              <p:pRg st="0" end="0"/>
                                            </p:txEl>
                                          </p:spTgt>
                                        </p:tgtEl>
                                        <p:attrNameLst>
                                          <p:attrName>ppt_x</p:attrName>
                                        </p:attrNameLst>
                                      </p:cBhvr>
                                      <p:tavLst>
                                        <p:tav tm="0">
                                          <p:val>
                                            <p:strVal val="0-#ppt_w/2"/>
                                          </p:val>
                                        </p:tav>
                                        <p:tav tm="100000">
                                          <p:val>
                                            <p:strVal val="#ppt_x"/>
                                          </p:val>
                                        </p:tav>
                                      </p:tavLst>
                                    </p:anim>
                                    <p:anim calcmode="lin" valueType="num">
                                      <p:cBhvr additive="base">
                                        <p:cTn id="11" dur="1000" fill="hold"/>
                                        <p:tgtEl>
                                          <p:spTgt spid="17">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allAtOnce"/>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Rectangle 148"/>
          <p:cNvSpPr/>
          <p:nvPr/>
        </p:nvSpPr>
        <p:spPr>
          <a:xfrm>
            <a:off x="4598373" y="3657559"/>
            <a:ext cx="3078076" cy="317908"/>
          </a:xfrm>
          <a:prstGeom prst="rect">
            <a:avLst/>
          </a:prstGeom>
        </p:spPr>
        <p:txBody>
          <a:bodyPr wrap="square">
            <a:spAutoFit/>
          </a:bodyPr>
          <a:lstStyle/>
          <a:p>
            <a:pPr marL="228543" indent="-228543" defTabSz="609448">
              <a:spcAft>
                <a:spcPts val="800"/>
              </a:spcAft>
              <a:buFont typeface="Arial" pitchFamily="34" charset="0"/>
              <a:buChar char="•"/>
            </a:pPr>
            <a:endParaRPr lang="en-US" sz="1466" dirty="0">
              <a:solidFill>
                <a:prstClr val="black"/>
              </a:solidFill>
            </a:endParaRPr>
          </a:p>
        </p:txBody>
      </p:sp>
      <p:sp>
        <p:nvSpPr>
          <p:cNvPr id="151" name="Rectangle 150"/>
          <p:cNvSpPr/>
          <p:nvPr/>
        </p:nvSpPr>
        <p:spPr>
          <a:xfrm>
            <a:off x="795535" y="4858960"/>
            <a:ext cx="3233546" cy="5996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609448"/>
            <a:endParaRPr lang="en-US" sz="2399" b="1" dirty="0">
              <a:solidFill>
                <a:srgbClr val="FFFFFF"/>
              </a:solidFill>
              <a:latin typeface="HP Simplified Light"/>
              <a:cs typeface="HP Simplified Light"/>
            </a:endParaRPr>
          </a:p>
        </p:txBody>
      </p:sp>
      <p:sp>
        <p:nvSpPr>
          <p:cNvPr id="157" name="TextBox 156"/>
          <p:cNvSpPr txBox="1"/>
          <p:nvPr/>
        </p:nvSpPr>
        <p:spPr>
          <a:xfrm>
            <a:off x="9003921" y="1884470"/>
            <a:ext cx="65" cy="738536"/>
          </a:xfrm>
          <a:prstGeom prst="rect">
            <a:avLst/>
          </a:prstGeom>
          <a:noFill/>
        </p:spPr>
        <p:txBody>
          <a:bodyPr wrap="none" lIns="0" tIns="0" rIns="0" bIns="0" rtlCol="0" anchor="ctr" anchorCtr="0">
            <a:spAutoFit/>
          </a:bodyPr>
          <a:lstStyle/>
          <a:p>
            <a:pPr>
              <a:defRPr/>
            </a:pPr>
            <a:endParaRPr lang="en-US" sz="4799" kern="0" dirty="0">
              <a:solidFill>
                <a:srgbClr val="0096D6"/>
              </a:solidFill>
              <a:latin typeface="HP Simplified"/>
              <a:cs typeface="HP Simplified"/>
            </a:endParaRPr>
          </a:p>
        </p:txBody>
      </p:sp>
      <p:sp>
        <p:nvSpPr>
          <p:cNvPr id="237" name="Rectangle 236"/>
          <p:cNvSpPr/>
          <p:nvPr/>
        </p:nvSpPr>
        <p:spPr>
          <a:xfrm>
            <a:off x="4598375" y="4858960"/>
            <a:ext cx="2732929" cy="5996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609448"/>
            <a:endParaRPr lang="en-US" sz="2399" b="1" dirty="0">
              <a:solidFill>
                <a:srgbClr val="FFFFFF"/>
              </a:solidFill>
              <a:latin typeface="HP Simplified Light"/>
              <a:cs typeface="HP Simplified Light"/>
            </a:endParaRPr>
          </a:p>
        </p:txBody>
      </p:sp>
      <p:sp>
        <p:nvSpPr>
          <p:cNvPr id="103" name="TextBox 102"/>
          <p:cNvSpPr txBox="1"/>
          <p:nvPr/>
        </p:nvSpPr>
        <p:spPr>
          <a:xfrm>
            <a:off x="298694" y="217586"/>
            <a:ext cx="9590235" cy="887422"/>
          </a:xfrm>
          <a:prstGeom prst="rect">
            <a:avLst/>
          </a:prstGeom>
          <a:noFill/>
        </p:spPr>
        <p:txBody>
          <a:bodyPr wrap="square" rtlCol="0">
            <a:spAutoFit/>
          </a:bodyPr>
          <a:lstStyle/>
          <a:p>
            <a:pPr defTabSz="609448">
              <a:lnSpc>
                <a:spcPts val="6212"/>
              </a:lnSpc>
            </a:pPr>
            <a:r>
              <a:rPr lang="en-US" sz="4799" dirty="0" smtClean="0">
                <a:solidFill>
                  <a:srgbClr val="FFFFFF"/>
                </a:solidFill>
                <a:latin typeface="HP Simplified"/>
                <a:cs typeface="HP Simplified"/>
              </a:rPr>
              <a:t>HP and </a:t>
            </a:r>
            <a:r>
              <a:rPr lang="en-US" sz="4799" dirty="0" err="1" smtClean="0">
                <a:solidFill>
                  <a:srgbClr val="FFFFFF"/>
                </a:solidFill>
                <a:latin typeface="HP Simplified"/>
                <a:cs typeface="HP Simplified"/>
              </a:rPr>
              <a:t>Ponemon</a:t>
            </a:r>
            <a:r>
              <a:rPr lang="en-US" sz="4799" dirty="0" smtClean="0">
                <a:solidFill>
                  <a:srgbClr val="FFFFFF"/>
                </a:solidFill>
                <a:latin typeface="HP Simplified"/>
                <a:cs typeface="HP Simplified"/>
              </a:rPr>
              <a:t> Institute studies</a:t>
            </a:r>
            <a:endParaRPr lang="en-US" sz="4799" dirty="0">
              <a:solidFill>
                <a:srgbClr val="FFFFFF"/>
              </a:solidFill>
              <a:latin typeface="HP Simplified"/>
              <a:cs typeface="HP Simplified"/>
            </a:endParaRPr>
          </a:p>
        </p:txBody>
      </p:sp>
      <p:sp>
        <p:nvSpPr>
          <p:cNvPr id="104" name="TextBox 103"/>
          <p:cNvSpPr txBox="1"/>
          <p:nvPr/>
        </p:nvSpPr>
        <p:spPr>
          <a:xfrm>
            <a:off x="298694" y="598077"/>
            <a:ext cx="10354465" cy="757772"/>
          </a:xfrm>
          <a:prstGeom prst="rect">
            <a:avLst/>
          </a:prstGeom>
          <a:noFill/>
        </p:spPr>
        <p:txBody>
          <a:bodyPr wrap="square" rtlCol="0">
            <a:spAutoFit/>
          </a:bodyPr>
          <a:lstStyle/>
          <a:p>
            <a:pPr defTabSz="609448">
              <a:lnSpc>
                <a:spcPts val="6212"/>
              </a:lnSpc>
            </a:pPr>
            <a:endParaRPr lang="en-US" sz="2399" dirty="0">
              <a:solidFill>
                <a:srgbClr val="FFFFFF"/>
              </a:solidFill>
              <a:latin typeface="HP Simplified Light"/>
              <a:cs typeface="HP Simplified Light"/>
            </a:endParaRPr>
          </a:p>
        </p:txBody>
      </p:sp>
      <p:graphicFrame>
        <p:nvGraphicFramePr>
          <p:cNvPr id="3" name="Table 2"/>
          <p:cNvGraphicFramePr>
            <a:graphicFrameLocks noGrp="1"/>
          </p:cNvGraphicFramePr>
          <p:nvPr>
            <p:extLst>
              <p:ext uri="{D42A27DB-BD31-4B8C-83A1-F6EECF244321}">
                <p14:modId xmlns:p14="http://schemas.microsoft.com/office/powerpoint/2010/main" val="2674458264"/>
              </p:ext>
            </p:extLst>
          </p:nvPr>
        </p:nvGraphicFramePr>
        <p:xfrm>
          <a:off x="793947" y="1617174"/>
          <a:ext cx="9525000" cy="3886202"/>
        </p:xfrm>
        <a:graphic>
          <a:graphicData uri="http://schemas.openxmlformats.org/drawingml/2006/table">
            <a:tbl>
              <a:tblPr firstRow="1" bandRow="1">
                <a:tableStyleId>{073A0DAA-6AF3-43AB-8588-CEC1D06C72B9}</a:tableStyleId>
              </a:tblPr>
              <a:tblGrid>
                <a:gridCol w="2381250"/>
                <a:gridCol w="2381250"/>
                <a:gridCol w="2381250"/>
                <a:gridCol w="2381250"/>
              </a:tblGrid>
              <a:tr h="1028677">
                <a:tc>
                  <a:txBody>
                    <a:bodyPr/>
                    <a:lstStyle/>
                    <a:p>
                      <a:r>
                        <a:rPr lang="en-US" dirty="0" smtClean="0"/>
                        <a:t>Year</a:t>
                      </a:r>
                      <a:endParaRPr lang="en-US" dirty="0"/>
                    </a:p>
                  </a:txBody>
                  <a:tcPr/>
                </a:tc>
                <a:tc>
                  <a:txBody>
                    <a:bodyPr/>
                    <a:lstStyle/>
                    <a:p>
                      <a:r>
                        <a:rPr lang="en-US" dirty="0" smtClean="0"/>
                        <a:t>Attacks</a:t>
                      </a:r>
                      <a:r>
                        <a:rPr lang="en-US" baseline="0" dirty="0" smtClean="0"/>
                        <a:t> per Week</a:t>
                      </a:r>
                      <a:endParaRPr lang="en-US" dirty="0"/>
                    </a:p>
                  </a:txBody>
                  <a:tcPr/>
                </a:tc>
                <a:tc>
                  <a:txBody>
                    <a:bodyPr/>
                    <a:lstStyle/>
                    <a:p>
                      <a:r>
                        <a:rPr lang="en-US" dirty="0" smtClean="0"/>
                        <a:t>Average</a:t>
                      </a:r>
                      <a:r>
                        <a:rPr lang="en-US" baseline="0" dirty="0" smtClean="0"/>
                        <a:t> US </a:t>
                      </a:r>
                      <a:r>
                        <a:rPr lang="en-US" baseline="0" smtClean="0"/>
                        <a:t>costs  </a:t>
                      </a:r>
                      <a:endParaRPr lang="en-US" dirty="0"/>
                    </a:p>
                  </a:txBody>
                  <a:tcPr/>
                </a:tc>
                <a:tc>
                  <a:txBody>
                    <a:bodyPr/>
                    <a:lstStyle/>
                    <a:p>
                      <a:r>
                        <a:rPr lang="en-US" dirty="0" smtClean="0"/>
                        <a:t>Time to resolve</a:t>
                      </a:r>
                      <a:endParaRPr lang="en-US" dirty="0"/>
                    </a:p>
                  </a:txBody>
                  <a:tcPr/>
                </a:tc>
              </a:tr>
              <a:tr h="571505">
                <a:tc>
                  <a:txBody>
                    <a:bodyPr/>
                    <a:lstStyle/>
                    <a:p>
                      <a:r>
                        <a:rPr lang="en-US" dirty="0" smtClean="0"/>
                        <a:t>2010</a:t>
                      </a:r>
                      <a:endParaRPr lang="en-US" dirty="0"/>
                    </a:p>
                  </a:txBody>
                  <a:tcPr/>
                </a:tc>
                <a:tc>
                  <a:txBody>
                    <a:bodyPr/>
                    <a:lstStyle/>
                    <a:p>
                      <a:r>
                        <a:rPr lang="en-US" dirty="0" smtClean="0"/>
                        <a:t>50</a:t>
                      </a:r>
                      <a:endParaRPr lang="en-US" dirty="0"/>
                    </a:p>
                  </a:txBody>
                  <a:tcPr/>
                </a:tc>
                <a:tc>
                  <a:txBody>
                    <a:bodyPr/>
                    <a:lstStyle/>
                    <a:p>
                      <a:r>
                        <a:rPr lang="en-US" dirty="0" smtClean="0"/>
                        <a:t>$3.8m</a:t>
                      </a:r>
                      <a:endParaRPr lang="en-US" dirty="0"/>
                    </a:p>
                  </a:txBody>
                  <a:tcPr/>
                </a:tc>
                <a:tc>
                  <a:txBody>
                    <a:bodyPr/>
                    <a:lstStyle/>
                    <a:p>
                      <a:r>
                        <a:rPr lang="en-US" dirty="0" smtClean="0"/>
                        <a:t>14 days</a:t>
                      </a:r>
                      <a:endParaRPr lang="en-US" dirty="0"/>
                    </a:p>
                  </a:txBody>
                  <a:tcPr/>
                </a:tc>
              </a:tr>
              <a:tr h="571505">
                <a:tc>
                  <a:txBody>
                    <a:bodyPr/>
                    <a:lstStyle/>
                    <a:p>
                      <a:r>
                        <a:rPr lang="en-US" dirty="0" smtClean="0"/>
                        <a:t>2011</a:t>
                      </a:r>
                      <a:endParaRPr lang="en-US" dirty="0"/>
                    </a:p>
                  </a:txBody>
                  <a:tcPr/>
                </a:tc>
                <a:tc>
                  <a:txBody>
                    <a:bodyPr/>
                    <a:lstStyle/>
                    <a:p>
                      <a:r>
                        <a:rPr lang="en-US" dirty="0" smtClean="0"/>
                        <a:t>72</a:t>
                      </a:r>
                      <a:endParaRPr lang="en-US" dirty="0"/>
                    </a:p>
                  </a:txBody>
                  <a:tcPr/>
                </a:tc>
                <a:tc>
                  <a:txBody>
                    <a:bodyPr/>
                    <a:lstStyle/>
                    <a:p>
                      <a:r>
                        <a:rPr lang="en-US" dirty="0" smtClean="0"/>
                        <a:t>$8.4m</a:t>
                      </a:r>
                      <a:endParaRPr lang="en-US" dirty="0"/>
                    </a:p>
                  </a:txBody>
                  <a:tcPr/>
                </a:tc>
                <a:tc>
                  <a:txBody>
                    <a:bodyPr/>
                    <a:lstStyle/>
                    <a:p>
                      <a:r>
                        <a:rPr lang="en-US" dirty="0" smtClean="0"/>
                        <a:t>18 days</a:t>
                      </a:r>
                      <a:endParaRPr lang="en-US" dirty="0"/>
                    </a:p>
                  </a:txBody>
                  <a:tcPr/>
                </a:tc>
              </a:tr>
              <a:tr h="571505">
                <a:tc>
                  <a:txBody>
                    <a:bodyPr/>
                    <a:lstStyle/>
                    <a:p>
                      <a:r>
                        <a:rPr lang="en-US" dirty="0" smtClean="0"/>
                        <a:t>2012</a:t>
                      </a:r>
                      <a:endParaRPr lang="en-US" dirty="0"/>
                    </a:p>
                  </a:txBody>
                  <a:tcPr/>
                </a:tc>
                <a:tc>
                  <a:txBody>
                    <a:bodyPr/>
                    <a:lstStyle/>
                    <a:p>
                      <a:r>
                        <a:rPr lang="en-US" dirty="0" smtClean="0"/>
                        <a:t>102</a:t>
                      </a:r>
                      <a:endParaRPr lang="en-US" dirty="0"/>
                    </a:p>
                  </a:txBody>
                  <a:tcPr/>
                </a:tc>
                <a:tc>
                  <a:txBody>
                    <a:bodyPr/>
                    <a:lstStyle/>
                    <a:p>
                      <a:r>
                        <a:rPr lang="en-US" dirty="0" smtClean="0"/>
                        <a:t>$8.9m</a:t>
                      </a:r>
                      <a:endParaRPr lang="en-US" dirty="0"/>
                    </a:p>
                  </a:txBody>
                  <a:tcPr/>
                </a:tc>
                <a:tc>
                  <a:txBody>
                    <a:bodyPr/>
                    <a:lstStyle/>
                    <a:p>
                      <a:r>
                        <a:rPr lang="en-US" dirty="0" smtClean="0"/>
                        <a:t>24 days</a:t>
                      </a:r>
                      <a:endParaRPr lang="en-US" dirty="0"/>
                    </a:p>
                  </a:txBody>
                  <a:tcPr/>
                </a:tc>
              </a:tr>
              <a:tr h="571505">
                <a:tc>
                  <a:txBody>
                    <a:bodyPr/>
                    <a:lstStyle/>
                    <a:p>
                      <a:r>
                        <a:rPr lang="en-US" dirty="0" smtClean="0"/>
                        <a:t>2013</a:t>
                      </a:r>
                      <a:endParaRPr lang="en-US" dirty="0"/>
                    </a:p>
                  </a:txBody>
                  <a:tcPr/>
                </a:tc>
                <a:tc>
                  <a:txBody>
                    <a:bodyPr/>
                    <a:lstStyle/>
                    <a:p>
                      <a:r>
                        <a:rPr lang="en-US" dirty="0" smtClean="0"/>
                        <a:t>122</a:t>
                      </a:r>
                      <a:endParaRPr lang="en-US" dirty="0"/>
                    </a:p>
                  </a:txBody>
                  <a:tcPr/>
                </a:tc>
                <a:tc>
                  <a:txBody>
                    <a:bodyPr/>
                    <a:lstStyle/>
                    <a:p>
                      <a:r>
                        <a:rPr lang="en-US" dirty="0" smtClean="0"/>
                        <a:t>$11.6m</a:t>
                      </a:r>
                      <a:endParaRPr lang="en-US" dirty="0"/>
                    </a:p>
                  </a:txBody>
                  <a:tcPr/>
                </a:tc>
                <a:tc>
                  <a:txBody>
                    <a:bodyPr/>
                    <a:lstStyle/>
                    <a:p>
                      <a:r>
                        <a:rPr lang="en-US" dirty="0" smtClean="0"/>
                        <a:t>32 days</a:t>
                      </a:r>
                      <a:endParaRPr lang="en-US" dirty="0"/>
                    </a:p>
                  </a:txBody>
                  <a:tcPr/>
                </a:tc>
              </a:tr>
              <a:tr h="571505">
                <a:tc>
                  <a:txBody>
                    <a:bodyPr/>
                    <a:lstStyle/>
                    <a:p>
                      <a:r>
                        <a:rPr lang="en-US" dirty="0" smtClean="0"/>
                        <a:t>2014</a:t>
                      </a:r>
                      <a:endParaRPr lang="en-US" dirty="0"/>
                    </a:p>
                  </a:txBody>
                  <a:tcPr/>
                </a:tc>
                <a:tc>
                  <a:txBody>
                    <a:bodyPr/>
                    <a:lstStyle/>
                    <a:p>
                      <a:r>
                        <a:rPr lang="en-US" dirty="0" smtClean="0"/>
                        <a:t>138</a:t>
                      </a:r>
                      <a:endParaRPr lang="en-US" dirty="0"/>
                    </a:p>
                  </a:txBody>
                  <a:tcPr/>
                </a:tc>
                <a:tc>
                  <a:txBody>
                    <a:bodyPr/>
                    <a:lstStyle/>
                    <a:p>
                      <a:r>
                        <a:rPr lang="en-US" dirty="0" smtClean="0"/>
                        <a:t>$12.7m</a:t>
                      </a:r>
                      <a:endParaRPr lang="en-US" dirty="0"/>
                    </a:p>
                  </a:txBody>
                  <a:tcPr/>
                </a:tc>
                <a:tc>
                  <a:txBody>
                    <a:bodyPr/>
                    <a:lstStyle/>
                    <a:p>
                      <a:r>
                        <a:rPr lang="en-US" dirty="0" smtClean="0"/>
                        <a:t>45 days</a:t>
                      </a:r>
                      <a:endParaRPr lang="en-US" dirty="0"/>
                    </a:p>
                  </a:txBody>
                  <a:tcPr/>
                </a:tc>
              </a:tr>
            </a:tbl>
          </a:graphicData>
        </a:graphic>
      </p:graphicFrame>
    </p:spTree>
    <p:extLst>
      <p:ext uri="{BB962C8B-B14F-4D97-AF65-F5344CB8AC3E}">
        <p14:creationId xmlns:p14="http://schemas.microsoft.com/office/powerpoint/2010/main" val="1604499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Rectangle 148"/>
          <p:cNvSpPr/>
          <p:nvPr/>
        </p:nvSpPr>
        <p:spPr>
          <a:xfrm>
            <a:off x="4598373" y="3657559"/>
            <a:ext cx="3078076" cy="317908"/>
          </a:xfrm>
          <a:prstGeom prst="rect">
            <a:avLst/>
          </a:prstGeom>
        </p:spPr>
        <p:txBody>
          <a:bodyPr wrap="square">
            <a:spAutoFit/>
          </a:bodyPr>
          <a:lstStyle/>
          <a:p>
            <a:pPr marL="228543" indent="-228543" defTabSz="609448">
              <a:spcAft>
                <a:spcPts val="800"/>
              </a:spcAft>
              <a:buFont typeface="Arial" pitchFamily="34" charset="0"/>
              <a:buChar char="•"/>
            </a:pPr>
            <a:endParaRPr lang="en-US" sz="1466" dirty="0">
              <a:solidFill>
                <a:prstClr val="black"/>
              </a:solidFill>
            </a:endParaRPr>
          </a:p>
        </p:txBody>
      </p:sp>
      <p:sp>
        <p:nvSpPr>
          <p:cNvPr id="151" name="Rectangle 150"/>
          <p:cNvSpPr/>
          <p:nvPr/>
        </p:nvSpPr>
        <p:spPr>
          <a:xfrm>
            <a:off x="795535" y="4858960"/>
            <a:ext cx="3233546" cy="5996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609448"/>
            <a:endParaRPr lang="en-US" sz="2399" b="1" dirty="0">
              <a:solidFill>
                <a:srgbClr val="FFFFFF"/>
              </a:solidFill>
              <a:latin typeface="HP Simplified Light"/>
              <a:cs typeface="HP Simplified Light"/>
            </a:endParaRPr>
          </a:p>
        </p:txBody>
      </p:sp>
      <p:sp>
        <p:nvSpPr>
          <p:cNvPr id="157" name="TextBox 156"/>
          <p:cNvSpPr txBox="1"/>
          <p:nvPr/>
        </p:nvSpPr>
        <p:spPr>
          <a:xfrm>
            <a:off x="9003921" y="1884470"/>
            <a:ext cx="65" cy="738536"/>
          </a:xfrm>
          <a:prstGeom prst="rect">
            <a:avLst/>
          </a:prstGeom>
          <a:noFill/>
        </p:spPr>
        <p:txBody>
          <a:bodyPr wrap="none" lIns="0" tIns="0" rIns="0" bIns="0" rtlCol="0" anchor="ctr" anchorCtr="0">
            <a:spAutoFit/>
          </a:bodyPr>
          <a:lstStyle/>
          <a:p>
            <a:pPr>
              <a:defRPr/>
            </a:pPr>
            <a:endParaRPr lang="en-US" sz="4799" kern="0" dirty="0">
              <a:solidFill>
                <a:srgbClr val="0096D6"/>
              </a:solidFill>
              <a:latin typeface="HP Simplified"/>
              <a:cs typeface="HP Simplified"/>
            </a:endParaRPr>
          </a:p>
        </p:txBody>
      </p:sp>
      <p:sp>
        <p:nvSpPr>
          <p:cNvPr id="237" name="Rectangle 236"/>
          <p:cNvSpPr/>
          <p:nvPr/>
        </p:nvSpPr>
        <p:spPr>
          <a:xfrm>
            <a:off x="4598375" y="4858960"/>
            <a:ext cx="2732929" cy="5996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609448"/>
            <a:endParaRPr lang="en-US" sz="2399" b="1" dirty="0">
              <a:solidFill>
                <a:srgbClr val="FFFFFF"/>
              </a:solidFill>
              <a:latin typeface="HP Simplified Light"/>
              <a:cs typeface="HP Simplified Light"/>
            </a:endParaRPr>
          </a:p>
        </p:txBody>
      </p:sp>
      <p:sp>
        <p:nvSpPr>
          <p:cNvPr id="103" name="TextBox 102"/>
          <p:cNvSpPr txBox="1"/>
          <p:nvPr/>
        </p:nvSpPr>
        <p:spPr>
          <a:xfrm>
            <a:off x="298694" y="217586"/>
            <a:ext cx="9590235" cy="887422"/>
          </a:xfrm>
          <a:prstGeom prst="rect">
            <a:avLst/>
          </a:prstGeom>
          <a:noFill/>
        </p:spPr>
        <p:txBody>
          <a:bodyPr wrap="square" rtlCol="0">
            <a:spAutoFit/>
          </a:bodyPr>
          <a:lstStyle/>
          <a:p>
            <a:pPr defTabSz="609448">
              <a:lnSpc>
                <a:spcPts val="6212"/>
              </a:lnSpc>
            </a:pPr>
            <a:r>
              <a:rPr lang="en-US" sz="4799" dirty="0" smtClean="0">
                <a:solidFill>
                  <a:srgbClr val="FFFFFF"/>
                </a:solidFill>
                <a:latin typeface="HP Simplified"/>
                <a:cs typeface="HP Simplified"/>
              </a:rPr>
              <a:t>HP and </a:t>
            </a:r>
            <a:r>
              <a:rPr lang="en-US" sz="4799" dirty="0" err="1" smtClean="0">
                <a:solidFill>
                  <a:srgbClr val="FFFFFF"/>
                </a:solidFill>
                <a:latin typeface="HP Simplified"/>
                <a:cs typeface="HP Simplified"/>
              </a:rPr>
              <a:t>Ponemon</a:t>
            </a:r>
            <a:r>
              <a:rPr lang="en-US" sz="4799" dirty="0" smtClean="0">
                <a:solidFill>
                  <a:srgbClr val="FFFFFF"/>
                </a:solidFill>
                <a:latin typeface="HP Simplified"/>
                <a:cs typeface="HP Simplified"/>
              </a:rPr>
              <a:t> Institute studies</a:t>
            </a:r>
            <a:endParaRPr lang="en-US" sz="4799" dirty="0">
              <a:solidFill>
                <a:srgbClr val="FFFFFF"/>
              </a:solidFill>
              <a:latin typeface="HP Simplified"/>
              <a:cs typeface="HP Simplified"/>
            </a:endParaRPr>
          </a:p>
        </p:txBody>
      </p:sp>
      <p:sp>
        <p:nvSpPr>
          <p:cNvPr id="104" name="TextBox 103"/>
          <p:cNvSpPr txBox="1"/>
          <p:nvPr/>
        </p:nvSpPr>
        <p:spPr>
          <a:xfrm>
            <a:off x="298694" y="598077"/>
            <a:ext cx="10354465" cy="887422"/>
          </a:xfrm>
          <a:prstGeom prst="rect">
            <a:avLst/>
          </a:prstGeom>
          <a:noFill/>
        </p:spPr>
        <p:txBody>
          <a:bodyPr wrap="square" rtlCol="0">
            <a:spAutoFit/>
          </a:bodyPr>
          <a:lstStyle/>
          <a:p>
            <a:pPr defTabSz="609448">
              <a:lnSpc>
                <a:spcPts val="6212"/>
              </a:lnSpc>
            </a:pPr>
            <a:r>
              <a:rPr lang="en-US" sz="2399" dirty="0" smtClean="0">
                <a:solidFill>
                  <a:srgbClr val="FFFFFF"/>
                </a:solidFill>
                <a:latin typeface="HP Simplified Light"/>
                <a:cs typeface="HP Simplified Light"/>
              </a:rPr>
              <a:t>Cost of cyber crime </a:t>
            </a:r>
            <a:endParaRPr lang="en-US" sz="2399" dirty="0">
              <a:solidFill>
                <a:srgbClr val="FFFFFF"/>
              </a:solidFill>
              <a:latin typeface="HP Simplified Light"/>
              <a:cs typeface="HP Simplified Light"/>
            </a:endParaRPr>
          </a:p>
        </p:txBody>
      </p:sp>
      <p:pic>
        <p:nvPicPr>
          <p:cNvPr id="4" name="Picture 3"/>
          <p:cNvPicPr>
            <a:picLocks noChangeAspect="1"/>
          </p:cNvPicPr>
          <p:nvPr/>
        </p:nvPicPr>
        <p:blipFill>
          <a:blip r:embed="rId3"/>
          <a:stretch>
            <a:fillRect/>
          </a:stretch>
        </p:blipFill>
        <p:spPr>
          <a:xfrm>
            <a:off x="443214" y="1470392"/>
            <a:ext cx="8310318" cy="5010150"/>
          </a:xfrm>
          <a:prstGeom prst="rect">
            <a:avLst/>
          </a:prstGeom>
        </p:spPr>
      </p:pic>
    </p:spTree>
    <p:extLst>
      <p:ext uri="{BB962C8B-B14F-4D97-AF65-F5344CB8AC3E}">
        <p14:creationId xmlns:p14="http://schemas.microsoft.com/office/powerpoint/2010/main" val="3400469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Rectangle 148"/>
          <p:cNvSpPr/>
          <p:nvPr/>
        </p:nvSpPr>
        <p:spPr>
          <a:xfrm>
            <a:off x="4598373" y="3657559"/>
            <a:ext cx="3078076" cy="317908"/>
          </a:xfrm>
          <a:prstGeom prst="rect">
            <a:avLst/>
          </a:prstGeom>
        </p:spPr>
        <p:txBody>
          <a:bodyPr wrap="square">
            <a:spAutoFit/>
          </a:bodyPr>
          <a:lstStyle/>
          <a:p>
            <a:pPr marL="228543" indent="-228543" defTabSz="609448">
              <a:spcAft>
                <a:spcPts val="800"/>
              </a:spcAft>
              <a:buFont typeface="Arial" pitchFamily="34" charset="0"/>
              <a:buChar char="•"/>
            </a:pPr>
            <a:endParaRPr lang="en-US" sz="1466" dirty="0">
              <a:solidFill>
                <a:prstClr val="black"/>
              </a:solidFill>
            </a:endParaRPr>
          </a:p>
        </p:txBody>
      </p:sp>
      <p:sp>
        <p:nvSpPr>
          <p:cNvPr id="151" name="Rectangle 150"/>
          <p:cNvSpPr/>
          <p:nvPr/>
        </p:nvSpPr>
        <p:spPr>
          <a:xfrm>
            <a:off x="795535" y="4858960"/>
            <a:ext cx="3233546" cy="5996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609448"/>
            <a:endParaRPr lang="en-US" sz="2399" b="1" dirty="0">
              <a:solidFill>
                <a:srgbClr val="FFFFFF"/>
              </a:solidFill>
              <a:latin typeface="HP Simplified Light"/>
              <a:cs typeface="HP Simplified Light"/>
            </a:endParaRPr>
          </a:p>
        </p:txBody>
      </p:sp>
      <p:sp>
        <p:nvSpPr>
          <p:cNvPr id="157" name="TextBox 156"/>
          <p:cNvSpPr txBox="1"/>
          <p:nvPr/>
        </p:nvSpPr>
        <p:spPr>
          <a:xfrm>
            <a:off x="9003921" y="1884470"/>
            <a:ext cx="65" cy="738536"/>
          </a:xfrm>
          <a:prstGeom prst="rect">
            <a:avLst/>
          </a:prstGeom>
          <a:noFill/>
        </p:spPr>
        <p:txBody>
          <a:bodyPr wrap="none" lIns="0" tIns="0" rIns="0" bIns="0" rtlCol="0" anchor="ctr" anchorCtr="0">
            <a:spAutoFit/>
          </a:bodyPr>
          <a:lstStyle/>
          <a:p>
            <a:pPr>
              <a:defRPr/>
            </a:pPr>
            <a:endParaRPr lang="en-US" sz="4799" kern="0" dirty="0">
              <a:solidFill>
                <a:srgbClr val="0096D6"/>
              </a:solidFill>
              <a:latin typeface="HP Simplified"/>
              <a:cs typeface="HP Simplified"/>
            </a:endParaRPr>
          </a:p>
        </p:txBody>
      </p:sp>
      <p:sp>
        <p:nvSpPr>
          <p:cNvPr id="237" name="Rectangle 236"/>
          <p:cNvSpPr/>
          <p:nvPr/>
        </p:nvSpPr>
        <p:spPr>
          <a:xfrm>
            <a:off x="4598375" y="4858960"/>
            <a:ext cx="2732929" cy="5996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609448"/>
            <a:endParaRPr lang="en-US" sz="2399" b="1" dirty="0">
              <a:solidFill>
                <a:srgbClr val="FFFFFF"/>
              </a:solidFill>
              <a:latin typeface="HP Simplified Light"/>
              <a:cs typeface="HP Simplified Light"/>
            </a:endParaRPr>
          </a:p>
        </p:txBody>
      </p:sp>
      <p:sp>
        <p:nvSpPr>
          <p:cNvPr id="103" name="TextBox 102"/>
          <p:cNvSpPr txBox="1"/>
          <p:nvPr/>
        </p:nvSpPr>
        <p:spPr>
          <a:xfrm>
            <a:off x="298694" y="217586"/>
            <a:ext cx="9590235" cy="887422"/>
          </a:xfrm>
          <a:prstGeom prst="rect">
            <a:avLst/>
          </a:prstGeom>
          <a:noFill/>
        </p:spPr>
        <p:txBody>
          <a:bodyPr wrap="square" rtlCol="0">
            <a:spAutoFit/>
          </a:bodyPr>
          <a:lstStyle/>
          <a:p>
            <a:pPr defTabSz="609448">
              <a:lnSpc>
                <a:spcPts val="6212"/>
              </a:lnSpc>
            </a:pPr>
            <a:r>
              <a:rPr lang="en-US" sz="4799" dirty="0" smtClean="0">
                <a:solidFill>
                  <a:srgbClr val="FFFFFF"/>
                </a:solidFill>
                <a:latin typeface="HP Simplified"/>
                <a:cs typeface="HP Simplified"/>
              </a:rPr>
              <a:t>HP and </a:t>
            </a:r>
            <a:r>
              <a:rPr lang="en-US" sz="4799" dirty="0" err="1" smtClean="0">
                <a:solidFill>
                  <a:srgbClr val="FFFFFF"/>
                </a:solidFill>
                <a:latin typeface="HP Simplified"/>
                <a:cs typeface="HP Simplified"/>
              </a:rPr>
              <a:t>Ponemon</a:t>
            </a:r>
            <a:r>
              <a:rPr lang="en-US" sz="4799" dirty="0" smtClean="0">
                <a:solidFill>
                  <a:srgbClr val="FFFFFF"/>
                </a:solidFill>
                <a:latin typeface="HP Simplified"/>
                <a:cs typeface="HP Simplified"/>
              </a:rPr>
              <a:t> Institute studies</a:t>
            </a:r>
            <a:endParaRPr lang="en-US" sz="4799" dirty="0">
              <a:solidFill>
                <a:srgbClr val="FFFFFF"/>
              </a:solidFill>
              <a:latin typeface="HP Simplified"/>
              <a:cs typeface="HP Simplified"/>
            </a:endParaRPr>
          </a:p>
        </p:txBody>
      </p:sp>
      <p:sp>
        <p:nvSpPr>
          <p:cNvPr id="104" name="TextBox 103"/>
          <p:cNvSpPr txBox="1"/>
          <p:nvPr/>
        </p:nvSpPr>
        <p:spPr>
          <a:xfrm>
            <a:off x="298694" y="598077"/>
            <a:ext cx="10354465" cy="757772"/>
          </a:xfrm>
          <a:prstGeom prst="rect">
            <a:avLst/>
          </a:prstGeom>
          <a:noFill/>
        </p:spPr>
        <p:txBody>
          <a:bodyPr wrap="square" rtlCol="0">
            <a:spAutoFit/>
          </a:bodyPr>
          <a:lstStyle/>
          <a:p>
            <a:pPr defTabSz="609448">
              <a:lnSpc>
                <a:spcPts val="6212"/>
              </a:lnSpc>
            </a:pPr>
            <a:r>
              <a:rPr lang="en-US" sz="2399" dirty="0" smtClean="0">
                <a:solidFill>
                  <a:srgbClr val="FFFFFF"/>
                </a:solidFill>
                <a:latin typeface="HP Simplified Light"/>
                <a:cs typeface="HP Simplified Light"/>
              </a:rPr>
              <a:t>Types of Attacks experienced by benchmarked companies</a:t>
            </a:r>
            <a:endParaRPr lang="en-US" sz="2399" dirty="0">
              <a:solidFill>
                <a:srgbClr val="FFFFFF"/>
              </a:solidFill>
              <a:latin typeface="HP Simplified Light"/>
              <a:cs typeface="HP Simplified Light"/>
            </a:endParaRPr>
          </a:p>
        </p:txBody>
      </p:sp>
      <p:pic>
        <p:nvPicPr>
          <p:cNvPr id="4" name="Picture 3"/>
          <p:cNvPicPr>
            <a:picLocks noChangeAspect="1"/>
          </p:cNvPicPr>
          <p:nvPr/>
        </p:nvPicPr>
        <p:blipFill>
          <a:blip r:embed="rId3"/>
          <a:stretch>
            <a:fillRect/>
          </a:stretch>
        </p:blipFill>
        <p:spPr>
          <a:xfrm>
            <a:off x="455612" y="1570912"/>
            <a:ext cx="8077201" cy="4491202"/>
          </a:xfrm>
          <a:prstGeom prst="rect">
            <a:avLst/>
          </a:prstGeom>
        </p:spPr>
      </p:pic>
    </p:spTree>
    <p:extLst>
      <p:ext uri="{BB962C8B-B14F-4D97-AF65-F5344CB8AC3E}">
        <p14:creationId xmlns:p14="http://schemas.microsoft.com/office/powerpoint/2010/main" val="1777253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Rectangle 148"/>
          <p:cNvSpPr/>
          <p:nvPr/>
        </p:nvSpPr>
        <p:spPr>
          <a:xfrm>
            <a:off x="4598373" y="3657559"/>
            <a:ext cx="3078076" cy="317908"/>
          </a:xfrm>
          <a:prstGeom prst="rect">
            <a:avLst/>
          </a:prstGeom>
        </p:spPr>
        <p:txBody>
          <a:bodyPr wrap="square">
            <a:spAutoFit/>
          </a:bodyPr>
          <a:lstStyle/>
          <a:p>
            <a:pPr marL="228543" indent="-228543" defTabSz="609448">
              <a:spcAft>
                <a:spcPts val="800"/>
              </a:spcAft>
              <a:buFont typeface="Arial" pitchFamily="34" charset="0"/>
              <a:buChar char="•"/>
            </a:pPr>
            <a:endParaRPr lang="en-US" sz="1466" dirty="0">
              <a:solidFill>
                <a:prstClr val="black"/>
              </a:solidFill>
            </a:endParaRPr>
          </a:p>
        </p:txBody>
      </p:sp>
      <p:sp>
        <p:nvSpPr>
          <p:cNvPr id="151" name="Rectangle 150"/>
          <p:cNvSpPr/>
          <p:nvPr/>
        </p:nvSpPr>
        <p:spPr>
          <a:xfrm>
            <a:off x="795535" y="4858960"/>
            <a:ext cx="3233546" cy="5996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609448"/>
            <a:endParaRPr lang="en-US" sz="2399" b="1" dirty="0">
              <a:solidFill>
                <a:srgbClr val="FFFFFF"/>
              </a:solidFill>
              <a:latin typeface="HP Simplified Light"/>
              <a:cs typeface="HP Simplified Light"/>
            </a:endParaRPr>
          </a:p>
        </p:txBody>
      </p:sp>
      <p:sp>
        <p:nvSpPr>
          <p:cNvPr id="157" name="TextBox 156"/>
          <p:cNvSpPr txBox="1"/>
          <p:nvPr/>
        </p:nvSpPr>
        <p:spPr>
          <a:xfrm>
            <a:off x="9003921" y="1884470"/>
            <a:ext cx="65" cy="738536"/>
          </a:xfrm>
          <a:prstGeom prst="rect">
            <a:avLst/>
          </a:prstGeom>
          <a:noFill/>
        </p:spPr>
        <p:txBody>
          <a:bodyPr wrap="none" lIns="0" tIns="0" rIns="0" bIns="0" rtlCol="0" anchor="ctr" anchorCtr="0">
            <a:spAutoFit/>
          </a:bodyPr>
          <a:lstStyle/>
          <a:p>
            <a:pPr>
              <a:defRPr/>
            </a:pPr>
            <a:endParaRPr lang="en-US" sz="4799" kern="0" dirty="0">
              <a:solidFill>
                <a:srgbClr val="0096D6"/>
              </a:solidFill>
              <a:latin typeface="HP Simplified"/>
              <a:cs typeface="HP Simplified"/>
            </a:endParaRPr>
          </a:p>
        </p:txBody>
      </p:sp>
      <p:sp>
        <p:nvSpPr>
          <p:cNvPr id="237" name="Rectangle 236"/>
          <p:cNvSpPr/>
          <p:nvPr/>
        </p:nvSpPr>
        <p:spPr>
          <a:xfrm>
            <a:off x="4598375" y="4858960"/>
            <a:ext cx="2732929" cy="5996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609448"/>
            <a:endParaRPr lang="en-US" sz="2399" b="1" dirty="0">
              <a:solidFill>
                <a:srgbClr val="FFFFFF"/>
              </a:solidFill>
              <a:latin typeface="HP Simplified Light"/>
              <a:cs typeface="HP Simplified Light"/>
            </a:endParaRPr>
          </a:p>
        </p:txBody>
      </p:sp>
      <p:sp>
        <p:nvSpPr>
          <p:cNvPr id="103" name="TextBox 102"/>
          <p:cNvSpPr txBox="1"/>
          <p:nvPr/>
        </p:nvSpPr>
        <p:spPr>
          <a:xfrm>
            <a:off x="298694" y="217586"/>
            <a:ext cx="9590235" cy="887422"/>
          </a:xfrm>
          <a:prstGeom prst="rect">
            <a:avLst/>
          </a:prstGeom>
          <a:noFill/>
        </p:spPr>
        <p:txBody>
          <a:bodyPr wrap="square" rtlCol="0">
            <a:spAutoFit/>
          </a:bodyPr>
          <a:lstStyle/>
          <a:p>
            <a:pPr defTabSz="609448">
              <a:lnSpc>
                <a:spcPts val="6212"/>
              </a:lnSpc>
            </a:pPr>
            <a:r>
              <a:rPr lang="en-US" sz="4799" dirty="0" smtClean="0">
                <a:solidFill>
                  <a:srgbClr val="FFFFFF"/>
                </a:solidFill>
                <a:latin typeface="HP Simplified"/>
                <a:cs typeface="HP Simplified"/>
              </a:rPr>
              <a:t>HP and </a:t>
            </a:r>
            <a:r>
              <a:rPr lang="en-US" sz="4799" dirty="0" err="1" smtClean="0">
                <a:solidFill>
                  <a:srgbClr val="FFFFFF"/>
                </a:solidFill>
                <a:latin typeface="HP Simplified"/>
                <a:cs typeface="HP Simplified"/>
              </a:rPr>
              <a:t>Ponemon</a:t>
            </a:r>
            <a:r>
              <a:rPr lang="en-US" sz="4799" dirty="0" smtClean="0">
                <a:solidFill>
                  <a:srgbClr val="FFFFFF"/>
                </a:solidFill>
                <a:latin typeface="HP Simplified"/>
                <a:cs typeface="HP Simplified"/>
              </a:rPr>
              <a:t> Institute studies</a:t>
            </a:r>
            <a:endParaRPr lang="en-US" sz="4799" dirty="0">
              <a:solidFill>
                <a:srgbClr val="FFFFFF"/>
              </a:solidFill>
              <a:latin typeface="HP Simplified"/>
              <a:cs typeface="HP Simplified"/>
            </a:endParaRPr>
          </a:p>
        </p:txBody>
      </p:sp>
      <p:sp>
        <p:nvSpPr>
          <p:cNvPr id="104" name="TextBox 103"/>
          <p:cNvSpPr txBox="1"/>
          <p:nvPr/>
        </p:nvSpPr>
        <p:spPr>
          <a:xfrm>
            <a:off x="298694" y="598077"/>
            <a:ext cx="10354465" cy="887422"/>
          </a:xfrm>
          <a:prstGeom prst="rect">
            <a:avLst/>
          </a:prstGeom>
          <a:noFill/>
        </p:spPr>
        <p:txBody>
          <a:bodyPr wrap="square" rtlCol="0">
            <a:spAutoFit/>
          </a:bodyPr>
          <a:lstStyle/>
          <a:p>
            <a:pPr defTabSz="609448">
              <a:lnSpc>
                <a:spcPts val="6212"/>
              </a:lnSpc>
            </a:pPr>
            <a:r>
              <a:rPr lang="en-US" sz="2399" dirty="0" smtClean="0">
                <a:solidFill>
                  <a:srgbClr val="FFFFFF"/>
                </a:solidFill>
                <a:latin typeface="HP Simplified Light"/>
                <a:cs typeface="HP Simplified Light"/>
              </a:rPr>
              <a:t>Costs of attacks versus organizational size</a:t>
            </a:r>
            <a:endParaRPr lang="en-US" sz="2399" dirty="0">
              <a:solidFill>
                <a:srgbClr val="FFFFFF"/>
              </a:solidFill>
              <a:latin typeface="HP Simplified Light"/>
              <a:cs typeface="HP Simplified Light"/>
            </a:endParaRPr>
          </a:p>
        </p:txBody>
      </p:sp>
      <p:pic>
        <p:nvPicPr>
          <p:cNvPr id="3" name="Picture 2"/>
          <p:cNvPicPr>
            <a:picLocks noChangeAspect="1"/>
          </p:cNvPicPr>
          <p:nvPr/>
        </p:nvPicPr>
        <p:blipFill>
          <a:blip r:embed="rId3"/>
          <a:stretch>
            <a:fillRect/>
          </a:stretch>
        </p:blipFill>
        <p:spPr>
          <a:xfrm>
            <a:off x="455611" y="1485499"/>
            <a:ext cx="8548309" cy="4786724"/>
          </a:xfrm>
          <a:prstGeom prst="rect">
            <a:avLst/>
          </a:prstGeom>
        </p:spPr>
      </p:pic>
    </p:spTree>
    <p:extLst>
      <p:ext uri="{BB962C8B-B14F-4D97-AF65-F5344CB8AC3E}">
        <p14:creationId xmlns:p14="http://schemas.microsoft.com/office/powerpoint/2010/main" val="5578240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Rectangle 148"/>
          <p:cNvSpPr/>
          <p:nvPr/>
        </p:nvSpPr>
        <p:spPr>
          <a:xfrm>
            <a:off x="4598373" y="3657559"/>
            <a:ext cx="3078076" cy="317908"/>
          </a:xfrm>
          <a:prstGeom prst="rect">
            <a:avLst/>
          </a:prstGeom>
        </p:spPr>
        <p:txBody>
          <a:bodyPr wrap="square">
            <a:spAutoFit/>
          </a:bodyPr>
          <a:lstStyle/>
          <a:p>
            <a:pPr marL="228543" indent="-228543" defTabSz="609448">
              <a:spcAft>
                <a:spcPts val="800"/>
              </a:spcAft>
              <a:buFont typeface="Arial" pitchFamily="34" charset="0"/>
              <a:buChar char="•"/>
            </a:pPr>
            <a:endParaRPr lang="en-US" sz="1466" dirty="0">
              <a:solidFill>
                <a:prstClr val="black"/>
              </a:solidFill>
            </a:endParaRPr>
          </a:p>
        </p:txBody>
      </p:sp>
      <p:sp>
        <p:nvSpPr>
          <p:cNvPr id="151" name="Rectangle 150"/>
          <p:cNvSpPr/>
          <p:nvPr/>
        </p:nvSpPr>
        <p:spPr>
          <a:xfrm>
            <a:off x="795535" y="4858960"/>
            <a:ext cx="3233546" cy="5996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609448"/>
            <a:endParaRPr lang="en-US" sz="2399" b="1" dirty="0">
              <a:solidFill>
                <a:srgbClr val="FFFFFF"/>
              </a:solidFill>
              <a:latin typeface="HP Simplified Light"/>
              <a:cs typeface="HP Simplified Light"/>
            </a:endParaRPr>
          </a:p>
        </p:txBody>
      </p:sp>
      <p:sp>
        <p:nvSpPr>
          <p:cNvPr id="157" name="TextBox 156"/>
          <p:cNvSpPr txBox="1"/>
          <p:nvPr/>
        </p:nvSpPr>
        <p:spPr>
          <a:xfrm>
            <a:off x="9003921" y="1884470"/>
            <a:ext cx="65" cy="738536"/>
          </a:xfrm>
          <a:prstGeom prst="rect">
            <a:avLst/>
          </a:prstGeom>
          <a:noFill/>
        </p:spPr>
        <p:txBody>
          <a:bodyPr wrap="none" lIns="0" tIns="0" rIns="0" bIns="0" rtlCol="0" anchor="ctr" anchorCtr="0">
            <a:spAutoFit/>
          </a:bodyPr>
          <a:lstStyle/>
          <a:p>
            <a:pPr>
              <a:defRPr/>
            </a:pPr>
            <a:endParaRPr lang="en-US" sz="4799" kern="0" dirty="0">
              <a:solidFill>
                <a:srgbClr val="0096D6"/>
              </a:solidFill>
              <a:latin typeface="HP Simplified"/>
              <a:cs typeface="HP Simplified"/>
            </a:endParaRPr>
          </a:p>
        </p:txBody>
      </p:sp>
      <p:sp>
        <p:nvSpPr>
          <p:cNvPr id="237" name="Rectangle 236"/>
          <p:cNvSpPr/>
          <p:nvPr/>
        </p:nvSpPr>
        <p:spPr>
          <a:xfrm>
            <a:off x="4598375" y="4858960"/>
            <a:ext cx="2732929" cy="5996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609448"/>
            <a:endParaRPr lang="en-US" sz="2399" b="1" dirty="0">
              <a:solidFill>
                <a:srgbClr val="FFFFFF"/>
              </a:solidFill>
              <a:latin typeface="HP Simplified Light"/>
              <a:cs typeface="HP Simplified Light"/>
            </a:endParaRPr>
          </a:p>
        </p:txBody>
      </p:sp>
      <p:sp>
        <p:nvSpPr>
          <p:cNvPr id="103" name="TextBox 102"/>
          <p:cNvSpPr txBox="1"/>
          <p:nvPr/>
        </p:nvSpPr>
        <p:spPr>
          <a:xfrm>
            <a:off x="298694" y="217586"/>
            <a:ext cx="9590235" cy="887422"/>
          </a:xfrm>
          <a:prstGeom prst="rect">
            <a:avLst/>
          </a:prstGeom>
          <a:noFill/>
        </p:spPr>
        <p:txBody>
          <a:bodyPr wrap="square" rtlCol="0">
            <a:spAutoFit/>
          </a:bodyPr>
          <a:lstStyle/>
          <a:p>
            <a:pPr defTabSz="609448">
              <a:lnSpc>
                <a:spcPts val="6212"/>
              </a:lnSpc>
            </a:pPr>
            <a:r>
              <a:rPr lang="en-US" sz="4799" dirty="0" smtClean="0">
                <a:solidFill>
                  <a:srgbClr val="FFFFFF"/>
                </a:solidFill>
                <a:latin typeface="HP Simplified"/>
                <a:cs typeface="HP Simplified"/>
              </a:rPr>
              <a:t>HP and </a:t>
            </a:r>
            <a:r>
              <a:rPr lang="en-US" sz="4799" dirty="0" err="1" smtClean="0">
                <a:solidFill>
                  <a:srgbClr val="FFFFFF"/>
                </a:solidFill>
                <a:latin typeface="HP Simplified"/>
                <a:cs typeface="HP Simplified"/>
              </a:rPr>
              <a:t>Ponemon</a:t>
            </a:r>
            <a:r>
              <a:rPr lang="en-US" sz="4799" dirty="0" smtClean="0">
                <a:solidFill>
                  <a:srgbClr val="FFFFFF"/>
                </a:solidFill>
                <a:latin typeface="HP Simplified"/>
                <a:cs typeface="HP Simplified"/>
              </a:rPr>
              <a:t> Institute studies</a:t>
            </a:r>
            <a:endParaRPr lang="en-US" sz="4799" dirty="0">
              <a:solidFill>
                <a:srgbClr val="FFFFFF"/>
              </a:solidFill>
              <a:latin typeface="HP Simplified"/>
              <a:cs typeface="HP Simplified"/>
            </a:endParaRPr>
          </a:p>
        </p:txBody>
      </p:sp>
      <p:sp>
        <p:nvSpPr>
          <p:cNvPr id="104" name="TextBox 103"/>
          <p:cNvSpPr txBox="1"/>
          <p:nvPr/>
        </p:nvSpPr>
        <p:spPr>
          <a:xfrm>
            <a:off x="298694" y="598077"/>
            <a:ext cx="10354465" cy="757772"/>
          </a:xfrm>
          <a:prstGeom prst="rect">
            <a:avLst/>
          </a:prstGeom>
          <a:noFill/>
        </p:spPr>
        <p:txBody>
          <a:bodyPr wrap="square" rtlCol="0">
            <a:spAutoFit/>
          </a:bodyPr>
          <a:lstStyle/>
          <a:p>
            <a:pPr defTabSz="609448">
              <a:lnSpc>
                <a:spcPts val="6212"/>
              </a:lnSpc>
            </a:pPr>
            <a:r>
              <a:rPr lang="en-US" sz="2399" dirty="0" smtClean="0">
                <a:solidFill>
                  <a:srgbClr val="FFFFFF"/>
                </a:solidFill>
                <a:latin typeface="HP Simplified Light"/>
                <a:cs typeface="HP Simplified Light"/>
              </a:rPr>
              <a:t>Budget per layer</a:t>
            </a:r>
            <a:endParaRPr lang="en-US" sz="2399" dirty="0">
              <a:solidFill>
                <a:srgbClr val="FFFFFF"/>
              </a:solidFill>
              <a:latin typeface="HP Simplified Light"/>
              <a:cs typeface="HP Simplified Light"/>
            </a:endParaRPr>
          </a:p>
        </p:txBody>
      </p:sp>
      <p:pic>
        <p:nvPicPr>
          <p:cNvPr id="2" name="Picture 1"/>
          <p:cNvPicPr>
            <a:picLocks noChangeAspect="1"/>
          </p:cNvPicPr>
          <p:nvPr/>
        </p:nvPicPr>
        <p:blipFill>
          <a:blip r:embed="rId3"/>
          <a:stretch>
            <a:fillRect/>
          </a:stretch>
        </p:blipFill>
        <p:spPr>
          <a:xfrm>
            <a:off x="455612" y="1684364"/>
            <a:ext cx="9509517" cy="4264297"/>
          </a:xfrm>
          <a:prstGeom prst="rect">
            <a:avLst/>
          </a:prstGeom>
        </p:spPr>
      </p:pic>
    </p:spTree>
    <p:extLst>
      <p:ext uri="{BB962C8B-B14F-4D97-AF65-F5344CB8AC3E}">
        <p14:creationId xmlns:p14="http://schemas.microsoft.com/office/powerpoint/2010/main" val="38915343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437" y="178400"/>
            <a:ext cx="8115093" cy="574366"/>
          </a:xfrm>
        </p:spPr>
        <p:txBody>
          <a:bodyPr/>
          <a:lstStyle/>
          <a:p>
            <a:r>
              <a:rPr lang="en-US" dirty="0" smtClean="0"/>
              <a:t>Risk Report</a:t>
            </a:r>
            <a:endParaRPr lang="en-US"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32212" y="178400"/>
            <a:ext cx="4665192" cy="6027594"/>
          </a:xfrm>
          <a:prstGeom prst="rect">
            <a:avLst/>
          </a:prstGeom>
          <a:ln>
            <a:solidFill>
              <a:schemeClr val="tx1"/>
            </a:solidFill>
          </a:ln>
        </p:spPr>
      </p:pic>
    </p:spTree>
    <p:extLst>
      <p:ext uri="{BB962C8B-B14F-4D97-AF65-F5344CB8AC3E}">
        <p14:creationId xmlns:p14="http://schemas.microsoft.com/office/powerpoint/2010/main" val="293073818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spect="1"/>
          </p:cNvSpPr>
          <p:nvPr/>
        </p:nvSpPr>
        <p:spPr bwMode="auto">
          <a:xfrm>
            <a:off x="517036" y="1585321"/>
            <a:ext cx="2988916" cy="29889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4314" tIns="62157" rIns="124314" bIns="62157" numCol="1" spcCol="0" rtlCol="0" fromWordArt="0" anchor="ctr" anchorCtr="0" forceAA="0" compatLnSpc="1">
            <a:prstTxWarp prst="textNoShape">
              <a:avLst/>
            </a:prstTxWarp>
            <a:noAutofit/>
          </a:bodyPr>
          <a:lstStyle/>
          <a:p>
            <a:pPr algn="ctr" defTabSz="609448"/>
            <a:endParaRPr lang="en-US" sz="2447">
              <a:solidFill>
                <a:prstClr val="white"/>
              </a:solidFill>
            </a:endParaRPr>
          </a:p>
        </p:txBody>
      </p:sp>
      <p:sp>
        <p:nvSpPr>
          <p:cNvPr id="2" name="Title 1"/>
          <p:cNvSpPr>
            <a:spLocks noGrp="1"/>
          </p:cNvSpPr>
          <p:nvPr>
            <p:ph type="title"/>
          </p:nvPr>
        </p:nvSpPr>
        <p:spPr>
          <a:xfrm>
            <a:off x="517036" y="232972"/>
            <a:ext cx="8115093" cy="574366"/>
          </a:xfrm>
        </p:spPr>
        <p:txBody>
          <a:bodyPr/>
          <a:lstStyle/>
          <a:p>
            <a:r>
              <a:rPr lang="en-US" dirty="0" smtClean="0"/>
              <a:t>Key Finding #1</a:t>
            </a:r>
            <a:endParaRPr lang="en-US" dirty="0"/>
          </a:p>
        </p:txBody>
      </p:sp>
      <p:sp>
        <p:nvSpPr>
          <p:cNvPr id="8" name="TextBox 7"/>
          <p:cNvSpPr txBox="1"/>
          <p:nvPr/>
        </p:nvSpPr>
        <p:spPr>
          <a:xfrm>
            <a:off x="6295937" y="4745906"/>
            <a:ext cx="4672383" cy="1427463"/>
          </a:xfrm>
          <a:prstGeom prst="rect">
            <a:avLst/>
          </a:prstGeom>
          <a:noFill/>
        </p:spPr>
        <p:txBody>
          <a:bodyPr wrap="square" rtlCol="0">
            <a:noAutofit/>
          </a:bodyPr>
          <a:lstStyle/>
          <a:p>
            <a:pPr defTabSz="430106">
              <a:spcAft>
                <a:spcPts val="400"/>
              </a:spcAft>
              <a:buSzPct val="100000"/>
            </a:pPr>
            <a:endParaRPr lang="en-US" sz="2399" dirty="0">
              <a:solidFill>
                <a:srgbClr val="000000"/>
              </a:solidFill>
              <a:cs typeface="HP Simplified" pitchFamily="34" charset="0"/>
            </a:endParaRPr>
          </a:p>
        </p:txBody>
      </p:sp>
      <p:sp>
        <p:nvSpPr>
          <p:cNvPr id="6" name="Text Placeholder 4"/>
          <p:cNvSpPr txBox="1">
            <a:spLocks/>
          </p:cNvSpPr>
          <p:nvPr/>
        </p:nvSpPr>
        <p:spPr>
          <a:xfrm>
            <a:off x="3505952" y="1600070"/>
            <a:ext cx="7462368" cy="2974167"/>
          </a:xfrm>
          <a:prstGeom prst="rect">
            <a:avLst/>
          </a:prstGeom>
          <a:solidFill>
            <a:schemeClr val="tx1">
              <a:alpha val="13000"/>
            </a:schemeClr>
          </a:solidFill>
        </p:spPr>
        <p:txBody>
          <a:bodyPr lIns="186473" tIns="0" rIns="248630" bIns="0" anchor="ctr"/>
          <a:lstStyle>
            <a:lvl1pPr marL="0" indent="0" algn="l" defTabSz="914363" rtl="0" eaLnBrk="1" latinLnBrk="0" hangingPunct="1">
              <a:lnSpc>
                <a:spcPct val="90000"/>
              </a:lnSpc>
              <a:spcBef>
                <a:spcPct val="20000"/>
              </a:spcBef>
              <a:buSzPct val="90000"/>
              <a:buFont typeface="Wingdings" pitchFamily="2" charset="2"/>
              <a:buNone/>
              <a:defRPr sz="2800" kern="1200">
                <a:gradFill>
                  <a:gsLst>
                    <a:gs pos="0">
                      <a:schemeClr val="tx1"/>
                    </a:gs>
                    <a:gs pos="86000">
                      <a:schemeClr val="tx1"/>
                    </a:gs>
                  </a:gsLst>
                  <a:lin ang="5400000" scaled="0"/>
                </a:gradFill>
                <a:latin typeface="Segoe UI Semibold" pitchFamily="34" charset="0"/>
                <a:ea typeface="+mn-ea"/>
                <a:cs typeface="+mn-cs"/>
              </a:defRPr>
            </a:lvl1pPr>
            <a:lvl2pPr marL="460375" indent="0" algn="l" defTabSz="914363" rtl="0" eaLnBrk="1" latinLnBrk="0" hangingPunct="1">
              <a:lnSpc>
                <a:spcPct val="90000"/>
              </a:lnSpc>
              <a:spcBef>
                <a:spcPct val="20000"/>
              </a:spcBef>
              <a:buSzPct val="90000"/>
              <a:buFont typeface="Wingdings" pitchFamily="2" charset="2"/>
              <a:buNone/>
              <a:defRPr sz="2400" kern="1200">
                <a:gradFill>
                  <a:gsLst>
                    <a:gs pos="0">
                      <a:schemeClr val="tx1"/>
                    </a:gs>
                    <a:gs pos="86000">
                      <a:schemeClr val="tx1"/>
                    </a:gs>
                  </a:gsLst>
                  <a:lin ang="5400000" scaled="0"/>
                </a:gradFill>
                <a:latin typeface="Segoe UI Light" pitchFamily="34" charset="0"/>
                <a:ea typeface="+mn-ea"/>
                <a:cs typeface="+mn-cs"/>
              </a:defRPr>
            </a:lvl2pPr>
            <a:lvl3pPr marL="1204913" indent="-349250" algn="l" defTabSz="914363" rtl="0" eaLnBrk="1" latinLnBrk="0" hangingPunct="1">
              <a:lnSpc>
                <a:spcPct val="90000"/>
              </a:lnSpc>
              <a:spcBef>
                <a:spcPct val="20000"/>
              </a:spcBef>
              <a:buSzPct val="90000"/>
              <a:buFont typeface="Wingdings" pitchFamily="2" charset="2"/>
              <a:buChar char="§"/>
              <a:defRPr sz="2000" kern="1200">
                <a:gradFill>
                  <a:gsLst>
                    <a:gs pos="0">
                      <a:schemeClr val="tx1"/>
                    </a:gs>
                    <a:gs pos="86000">
                      <a:schemeClr val="tx1"/>
                    </a:gs>
                  </a:gsLst>
                  <a:lin ang="5400000" scaled="0"/>
                </a:gradFill>
                <a:latin typeface="Segoe UI Light" pitchFamily="34" charset="0"/>
                <a:ea typeface="+mn-ea"/>
                <a:cs typeface="+mn-cs"/>
              </a:defRPr>
            </a:lvl3pPr>
            <a:lvl4pPr marL="1538288" indent="-279400"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4pPr>
            <a:lvl5pPr marL="1887538" indent="-282575"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430106">
              <a:spcAft>
                <a:spcPts val="400"/>
              </a:spcAft>
              <a:buSzPct val="100000"/>
            </a:pPr>
            <a:r>
              <a:rPr lang="en-US" sz="4266">
                <a:solidFill>
                  <a:srgbClr val="000000"/>
                </a:solidFill>
                <a:latin typeface="HP Simplified" pitchFamily="34" charset="0"/>
                <a:cs typeface="HP Simplified" pitchFamily="34" charset="0"/>
              </a:rPr>
              <a:t>Well-known attacks are still commonplace.</a:t>
            </a:r>
            <a:endParaRPr lang="en-US" sz="4266" dirty="0">
              <a:solidFill>
                <a:srgbClr val="000000"/>
              </a:solidFill>
              <a:latin typeface="HP Simplified" pitchFamily="34" charset="0"/>
              <a:cs typeface="HP Simplified" pitchFamily="34"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9834" y="2330685"/>
            <a:ext cx="1464379" cy="1419022"/>
          </a:xfrm>
          <a:prstGeom prst="rect">
            <a:avLst/>
          </a:prstGeom>
        </p:spPr>
      </p:pic>
    </p:spTree>
    <p:extLst>
      <p:ext uri="{BB962C8B-B14F-4D97-AF65-F5344CB8AC3E}">
        <p14:creationId xmlns:p14="http://schemas.microsoft.com/office/powerpoint/2010/main" val="59942291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6"/>
          <p:cNvSpPr>
            <a:spLocks noGrp="1"/>
          </p:cNvSpPr>
          <p:nvPr>
            <p:ph type="title"/>
          </p:nvPr>
        </p:nvSpPr>
        <p:spPr>
          <a:xfrm>
            <a:off x="450987" y="263444"/>
            <a:ext cx="8115093" cy="574366"/>
          </a:xfrm>
        </p:spPr>
        <p:txBody>
          <a:bodyPr/>
          <a:lstStyle/>
          <a:p>
            <a:r>
              <a:rPr lang="en-US" dirty="0" smtClean="0"/>
              <a:t>Old </a:t>
            </a:r>
            <a:r>
              <a:rPr lang="en-US" dirty="0" err="1" smtClean="0"/>
              <a:t>vulns</a:t>
            </a:r>
            <a:r>
              <a:rPr lang="en-US" dirty="0" smtClean="0"/>
              <a:t> still going strong</a:t>
            </a:r>
            <a:endParaRPr lang="en-US"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0986" y="837810"/>
            <a:ext cx="10869417" cy="4821703"/>
          </a:xfrm>
          <a:prstGeom prst="rect">
            <a:avLst/>
          </a:prstGeom>
        </p:spPr>
      </p:pic>
    </p:spTree>
    <p:extLst>
      <p:ext uri="{BB962C8B-B14F-4D97-AF65-F5344CB8AC3E}">
        <p14:creationId xmlns:p14="http://schemas.microsoft.com/office/powerpoint/2010/main" val="277244954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Takeaway</a:t>
            </a:r>
            <a:endParaRPr lang="en-US" dirty="0"/>
          </a:p>
        </p:txBody>
      </p:sp>
      <p:sp>
        <p:nvSpPr>
          <p:cNvPr id="5" name="Rectangle 4"/>
          <p:cNvSpPr/>
          <p:nvPr/>
        </p:nvSpPr>
        <p:spPr>
          <a:xfrm>
            <a:off x="-1" y="1524497"/>
            <a:ext cx="12188825" cy="4151819"/>
          </a:xfrm>
          <a:prstGeom prst="rect">
            <a:avLst/>
          </a:prstGeom>
          <a:solidFill>
            <a:schemeClr val="tx2"/>
          </a:solidFill>
          <a:ln w="57150">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304724" algn="ctr" defTabSz="579822">
              <a:spcAft>
                <a:spcPts val="533"/>
              </a:spcAft>
              <a:buSzPct val="100000"/>
            </a:pPr>
            <a:r>
              <a:rPr lang="en-US" sz="3732" b="1" dirty="0">
                <a:solidFill>
                  <a:prstClr val="white"/>
                </a:solidFill>
              </a:rPr>
              <a:t>Network defenders should employ a comprehensive </a:t>
            </a:r>
          </a:p>
          <a:p>
            <a:pPr marL="304724" algn="ctr" defTabSz="579822">
              <a:spcAft>
                <a:spcPts val="533"/>
              </a:spcAft>
              <a:buSzPct val="100000"/>
            </a:pPr>
            <a:r>
              <a:rPr lang="en-US" sz="3732" b="1" dirty="0">
                <a:solidFill>
                  <a:prstClr val="white"/>
                </a:solidFill>
              </a:rPr>
              <a:t>patching strategy to ensure systems are up-to-date </a:t>
            </a:r>
          </a:p>
          <a:p>
            <a:pPr marL="304724" algn="ctr" defTabSz="579822">
              <a:spcAft>
                <a:spcPts val="533"/>
              </a:spcAft>
              <a:buSzPct val="100000"/>
            </a:pPr>
            <a:r>
              <a:rPr lang="en-US" sz="3732" b="1" dirty="0">
                <a:solidFill>
                  <a:prstClr val="white"/>
                </a:solidFill>
              </a:rPr>
              <a:t>on their protections.</a:t>
            </a:r>
          </a:p>
          <a:p>
            <a:pPr defTabSz="609448">
              <a:spcAft>
                <a:spcPts val="533"/>
              </a:spcAft>
              <a:buSzPct val="100000"/>
            </a:pPr>
            <a:endParaRPr lang="en-US" sz="2399" b="1" dirty="0">
              <a:solidFill>
                <a:prstClr val="white"/>
              </a:solidFill>
            </a:endParaRPr>
          </a:p>
        </p:txBody>
      </p:sp>
    </p:spTree>
    <p:extLst>
      <p:ext uri="{BB962C8B-B14F-4D97-AF65-F5344CB8AC3E}">
        <p14:creationId xmlns:p14="http://schemas.microsoft.com/office/powerpoint/2010/main" val="333796106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9252" y="324388"/>
            <a:ext cx="8115093" cy="574366"/>
          </a:xfrm>
        </p:spPr>
        <p:txBody>
          <a:bodyPr/>
          <a:lstStyle/>
          <a:p>
            <a:r>
              <a:rPr lang="en-US" dirty="0" smtClean="0"/>
              <a:t>Key Finding #2</a:t>
            </a:r>
            <a:endParaRPr lang="en-US" dirty="0"/>
          </a:p>
        </p:txBody>
      </p:sp>
      <p:sp>
        <p:nvSpPr>
          <p:cNvPr id="5" name="Rectangle 4"/>
          <p:cNvSpPr>
            <a:spLocks noChangeAspect="1"/>
          </p:cNvSpPr>
          <p:nvPr/>
        </p:nvSpPr>
        <p:spPr bwMode="auto">
          <a:xfrm>
            <a:off x="7979404" y="1600069"/>
            <a:ext cx="2988916" cy="29889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4314" tIns="62157" rIns="124314" bIns="62157" numCol="1" spcCol="0" rtlCol="0" fromWordArt="0" anchor="ctr" anchorCtr="0" forceAA="0" compatLnSpc="1">
            <a:prstTxWarp prst="textNoShape">
              <a:avLst/>
            </a:prstTxWarp>
            <a:noAutofit/>
          </a:bodyPr>
          <a:lstStyle/>
          <a:p>
            <a:pPr algn="ctr" defTabSz="609448"/>
            <a:endParaRPr lang="en-US" sz="2447">
              <a:solidFill>
                <a:prstClr val="white"/>
              </a:solidFill>
            </a:endParaRPr>
          </a:p>
        </p:txBody>
      </p:sp>
      <p:sp>
        <p:nvSpPr>
          <p:cNvPr id="6" name="Text Placeholder 4"/>
          <p:cNvSpPr txBox="1">
            <a:spLocks/>
          </p:cNvSpPr>
          <p:nvPr/>
        </p:nvSpPr>
        <p:spPr>
          <a:xfrm>
            <a:off x="517036" y="1600068"/>
            <a:ext cx="7462368" cy="2974167"/>
          </a:xfrm>
          <a:prstGeom prst="rect">
            <a:avLst/>
          </a:prstGeom>
          <a:solidFill>
            <a:schemeClr val="tx1">
              <a:alpha val="13000"/>
            </a:schemeClr>
          </a:solidFill>
        </p:spPr>
        <p:txBody>
          <a:bodyPr lIns="186473" tIns="0" rIns="248630" bIns="0" anchor="ctr"/>
          <a:lstStyle>
            <a:lvl1pPr marL="0" indent="0" algn="l" defTabSz="914363" rtl="0" eaLnBrk="1" latinLnBrk="0" hangingPunct="1">
              <a:lnSpc>
                <a:spcPct val="90000"/>
              </a:lnSpc>
              <a:spcBef>
                <a:spcPct val="20000"/>
              </a:spcBef>
              <a:buSzPct val="90000"/>
              <a:buFont typeface="Wingdings" pitchFamily="2" charset="2"/>
              <a:buNone/>
              <a:defRPr sz="2800" kern="1200">
                <a:gradFill>
                  <a:gsLst>
                    <a:gs pos="0">
                      <a:schemeClr val="tx1"/>
                    </a:gs>
                    <a:gs pos="86000">
                      <a:schemeClr val="tx1"/>
                    </a:gs>
                  </a:gsLst>
                  <a:lin ang="5400000" scaled="0"/>
                </a:gradFill>
                <a:latin typeface="Segoe UI Semibold" pitchFamily="34" charset="0"/>
                <a:ea typeface="+mn-ea"/>
                <a:cs typeface="+mn-cs"/>
              </a:defRPr>
            </a:lvl1pPr>
            <a:lvl2pPr marL="460375" indent="0" algn="l" defTabSz="914363" rtl="0" eaLnBrk="1" latinLnBrk="0" hangingPunct="1">
              <a:lnSpc>
                <a:spcPct val="90000"/>
              </a:lnSpc>
              <a:spcBef>
                <a:spcPct val="20000"/>
              </a:spcBef>
              <a:buSzPct val="90000"/>
              <a:buFont typeface="Wingdings" pitchFamily="2" charset="2"/>
              <a:buNone/>
              <a:defRPr sz="2400" kern="1200">
                <a:gradFill>
                  <a:gsLst>
                    <a:gs pos="0">
                      <a:schemeClr val="tx1"/>
                    </a:gs>
                    <a:gs pos="86000">
                      <a:schemeClr val="tx1"/>
                    </a:gs>
                  </a:gsLst>
                  <a:lin ang="5400000" scaled="0"/>
                </a:gradFill>
                <a:latin typeface="Segoe UI Light" pitchFamily="34" charset="0"/>
                <a:ea typeface="+mn-ea"/>
                <a:cs typeface="+mn-cs"/>
              </a:defRPr>
            </a:lvl2pPr>
            <a:lvl3pPr marL="1204913" indent="-349250" algn="l" defTabSz="914363" rtl="0" eaLnBrk="1" latinLnBrk="0" hangingPunct="1">
              <a:lnSpc>
                <a:spcPct val="90000"/>
              </a:lnSpc>
              <a:spcBef>
                <a:spcPct val="20000"/>
              </a:spcBef>
              <a:buSzPct val="90000"/>
              <a:buFont typeface="Wingdings" pitchFamily="2" charset="2"/>
              <a:buChar char="§"/>
              <a:defRPr sz="2000" kern="1200">
                <a:gradFill>
                  <a:gsLst>
                    <a:gs pos="0">
                      <a:schemeClr val="tx1"/>
                    </a:gs>
                    <a:gs pos="86000">
                      <a:schemeClr val="tx1"/>
                    </a:gs>
                  </a:gsLst>
                  <a:lin ang="5400000" scaled="0"/>
                </a:gradFill>
                <a:latin typeface="Segoe UI Light" pitchFamily="34" charset="0"/>
                <a:ea typeface="+mn-ea"/>
                <a:cs typeface="+mn-cs"/>
              </a:defRPr>
            </a:lvl3pPr>
            <a:lvl4pPr marL="1538288" indent="-279400"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4pPr>
            <a:lvl5pPr marL="1887538" indent="-282575"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r" defTabSz="430106">
              <a:spcAft>
                <a:spcPts val="400"/>
              </a:spcAft>
              <a:buSzPct val="100000"/>
            </a:pPr>
            <a:r>
              <a:rPr lang="en-US" sz="4266" dirty="0">
                <a:solidFill>
                  <a:srgbClr val="000000"/>
                </a:solidFill>
                <a:latin typeface="HP Simplified" pitchFamily="34" charset="0"/>
                <a:cs typeface="HP Simplified" pitchFamily="34" charset="0"/>
              </a:rPr>
              <a:t>Misconfigurations are still a significant problem.</a:t>
            </a: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42530" y="2250184"/>
            <a:ext cx="1462662" cy="1673936"/>
          </a:xfrm>
          <a:prstGeom prst="rect">
            <a:avLst/>
          </a:prstGeom>
        </p:spPr>
      </p:pic>
    </p:spTree>
    <p:extLst>
      <p:ext uri="{BB962C8B-B14F-4D97-AF65-F5344CB8AC3E}">
        <p14:creationId xmlns:p14="http://schemas.microsoft.com/office/powerpoint/2010/main" val="194933117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6"/>
          <p:cNvSpPr>
            <a:spLocks noGrp="1"/>
          </p:cNvSpPr>
          <p:nvPr>
            <p:ph type="title"/>
          </p:nvPr>
        </p:nvSpPr>
        <p:spPr>
          <a:xfrm>
            <a:off x="430672" y="283759"/>
            <a:ext cx="8115093" cy="574366"/>
          </a:xfrm>
        </p:spPr>
        <p:txBody>
          <a:bodyPr/>
          <a:lstStyle/>
          <a:p>
            <a:r>
              <a:rPr lang="en-US" dirty="0" smtClean="0"/>
              <a:t>Misconfigurations are too common</a:t>
            </a:r>
            <a:endParaRPr lang="en-US"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0672" y="971218"/>
            <a:ext cx="7916406" cy="5312576"/>
          </a:xfrm>
          <a:prstGeom prst="rect">
            <a:avLst/>
          </a:prstGeom>
        </p:spPr>
      </p:pic>
    </p:spTree>
    <p:extLst>
      <p:ext uri="{BB962C8B-B14F-4D97-AF65-F5344CB8AC3E}">
        <p14:creationId xmlns:p14="http://schemas.microsoft.com/office/powerpoint/2010/main" val="298694441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Takeaway</a:t>
            </a:r>
            <a:endParaRPr lang="en-US" dirty="0"/>
          </a:p>
        </p:txBody>
      </p:sp>
      <p:sp>
        <p:nvSpPr>
          <p:cNvPr id="5" name="Rectangle 4"/>
          <p:cNvSpPr/>
          <p:nvPr/>
        </p:nvSpPr>
        <p:spPr>
          <a:xfrm>
            <a:off x="-1" y="1524497"/>
            <a:ext cx="12188825" cy="4151819"/>
          </a:xfrm>
          <a:prstGeom prst="rect">
            <a:avLst/>
          </a:prstGeom>
          <a:solidFill>
            <a:schemeClr val="tx2"/>
          </a:solidFill>
          <a:ln w="57150">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304724" algn="ctr" defTabSz="609448">
              <a:spcAft>
                <a:spcPts val="533"/>
              </a:spcAft>
              <a:buSzPct val="100000"/>
            </a:pPr>
            <a:r>
              <a:rPr lang="en-US" sz="3732" b="1" dirty="0">
                <a:solidFill>
                  <a:prstClr val="white"/>
                </a:solidFill>
              </a:rPr>
              <a:t>Our findings show that server misconfigurations, not </a:t>
            </a:r>
          </a:p>
          <a:p>
            <a:pPr marL="304724" algn="ctr" defTabSz="609448">
              <a:spcAft>
                <a:spcPts val="533"/>
              </a:spcAft>
              <a:buSzPct val="100000"/>
            </a:pPr>
            <a:r>
              <a:rPr lang="en-US" sz="3732" b="1" dirty="0">
                <a:solidFill>
                  <a:prstClr val="white"/>
                </a:solidFill>
              </a:rPr>
              <a:t>bugs in code, are the most common security problem facing enterprises today.</a:t>
            </a:r>
          </a:p>
        </p:txBody>
      </p:sp>
    </p:spTree>
    <p:extLst>
      <p:ext uri="{BB962C8B-B14F-4D97-AF65-F5344CB8AC3E}">
        <p14:creationId xmlns:p14="http://schemas.microsoft.com/office/powerpoint/2010/main" val="314611139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spect="1"/>
          </p:cNvSpPr>
          <p:nvPr/>
        </p:nvSpPr>
        <p:spPr bwMode="auto">
          <a:xfrm>
            <a:off x="517036" y="1585321"/>
            <a:ext cx="2988916" cy="29889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4314" tIns="62157" rIns="124314" bIns="62157" numCol="1" spcCol="0" rtlCol="0" fromWordArt="0" anchor="ctr" anchorCtr="0" forceAA="0" compatLnSpc="1">
            <a:prstTxWarp prst="textNoShape">
              <a:avLst/>
            </a:prstTxWarp>
            <a:noAutofit/>
          </a:bodyPr>
          <a:lstStyle/>
          <a:p>
            <a:pPr algn="ctr" defTabSz="609448"/>
            <a:endParaRPr lang="en-US" sz="2447">
              <a:solidFill>
                <a:prstClr val="white"/>
              </a:solidFill>
            </a:endParaRPr>
          </a:p>
        </p:txBody>
      </p:sp>
      <p:sp>
        <p:nvSpPr>
          <p:cNvPr id="2" name="Title 1"/>
          <p:cNvSpPr>
            <a:spLocks noGrp="1"/>
          </p:cNvSpPr>
          <p:nvPr>
            <p:ph type="title"/>
          </p:nvPr>
        </p:nvSpPr>
        <p:spPr>
          <a:xfrm>
            <a:off x="477402" y="314231"/>
            <a:ext cx="8115093" cy="574366"/>
          </a:xfrm>
        </p:spPr>
        <p:txBody>
          <a:bodyPr/>
          <a:lstStyle/>
          <a:p>
            <a:r>
              <a:rPr lang="en-US" sz="3199" dirty="0"/>
              <a:t>Key Finding #3</a:t>
            </a:r>
          </a:p>
        </p:txBody>
      </p:sp>
      <p:sp>
        <p:nvSpPr>
          <p:cNvPr id="6" name="Text Placeholder 4"/>
          <p:cNvSpPr txBox="1">
            <a:spLocks/>
          </p:cNvSpPr>
          <p:nvPr/>
        </p:nvSpPr>
        <p:spPr>
          <a:xfrm>
            <a:off x="3505952" y="1600070"/>
            <a:ext cx="7462368" cy="2974167"/>
          </a:xfrm>
          <a:prstGeom prst="rect">
            <a:avLst/>
          </a:prstGeom>
          <a:solidFill>
            <a:schemeClr val="tx1">
              <a:alpha val="13000"/>
            </a:schemeClr>
          </a:solidFill>
        </p:spPr>
        <p:txBody>
          <a:bodyPr lIns="186473" tIns="0" rIns="248630" bIns="0" anchor="ctr"/>
          <a:lstStyle>
            <a:lvl1pPr marL="0" indent="0" algn="l" defTabSz="914363" rtl="0" eaLnBrk="1" latinLnBrk="0" hangingPunct="1">
              <a:lnSpc>
                <a:spcPct val="90000"/>
              </a:lnSpc>
              <a:spcBef>
                <a:spcPct val="20000"/>
              </a:spcBef>
              <a:buSzPct val="90000"/>
              <a:buFont typeface="Wingdings" pitchFamily="2" charset="2"/>
              <a:buNone/>
              <a:defRPr sz="2800" kern="1200">
                <a:gradFill>
                  <a:gsLst>
                    <a:gs pos="0">
                      <a:schemeClr val="tx1"/>
                    </a:gs>
                    <a:gs pos="86000">
                      <a:schemeClr val="tx1"/>
                    </a:gs>
                  </a:gsLst>
                  <a:lin ang="5400000" scaled="0"/>
                </a:gradFill>
                <a:latin typeface="Segoe UI Semibold" pitchFamily="34" charset="0"/>
                <a:ea typeface="+mn-ea"/>
                <a:cs typeface="+mn-cs"/>
              </a:defRPr>
            </a:lvl1pPr>
            <a:lvl2pPr marL="460375" indent="0" algn="l" defTabSz="914363" rtl="0" eaLnBrk="1" latinLnBrk="0" hangingPunct="1">
              <a:lnSpc>
                <a:spcPct val="90000"/>
              </a:lnSpc>
              <a:spcBef>
                <a:spcPct val="20000"/>
              </a:spcBef>
              <a:buSzPct val="90000"/>
              <a:buFont typeface="Wingdings" pitchFamily="2" charset="2"/>
              <a:buNone/>
              <a:defRPr sz="2400" kern="1200">
                <a:gradFill>
                  <a:gsLst>
                    <a:gs pos="0">
                      <a:schemeClr val="tx1"/>
                    </a:gs>
                    <a:gs pos="86000">
                      <a:schemeClr val="tx1"/>
                    </a:gs>
                  </a:gsLst>
                  <a:lin ang="5400000" scaled="0"/>
                </a:gradFill>
                <a:latin typeface="Segoe UI Light" pitchFamily="34" charset="0"/>
                <a:ea typeface="+mn-ea"/>
                <a:cs typeface="+mn-cs"/>
              </a:defRPr>
            </a:lvl2pPr>
            <a:lvl3pPr marL="1204913" indent="-349250" algn="l" defTabSz="914363" rtl="0" eaLnBrk="1" latinLnBrk="0" hangingPunct="1">
              <a:lnSpc>
                <a:spcPct val="90000"/>
              </a:lnSpc>
              <a:spcBef>
                <a:spcPct val="20000"/>
              </a:spcBef>
              <a:buSzPct val="90000"/>
              <a:buFont typeface="Wingdings" pitchFamily="2" charset="2"/>
              <a:buChar char="§"/>
              <a:defRPr sz="2000" kern="1200">
                <a:gradFill>
                  <a:gsLst>
                    <a:gs pos="0">
                      <a:schemeClr val="tx1"/>
                    </a:gs>
                    <a:gs pos="86000">
                      <a:schemeClr val="tx1"/>
                    </a:gs>
                  </a:gsLst>
                  <a:lin ang="5400000" scaled="0"/>
                </a:gradFill>
                <a:latin typeface="Segoe UI Light" pitchFamily="34" charset="0"/>
                <a:ea typeface="+mn-ea"/>
                <a:cs typeface="+mn-cs"/>
              </a:defRPr>
            </a:lvl3pPr>
            <a:lvl4pPr marL="1538288" indent="-279400"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4pPr>
            <a:lvl5pPr marL="1887538" indent="-282575"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430106">
              <a:spcAft>
                <a:spcPts val="400"/>
              </a:spcAft>
              <a:buSzPct val="100000"/>
            </a:pPr>
            <a:r>
              <a:rPr lang="en-US" sz="4266" dirty="0">
                <a:solidFill>
                  <a:srgbClr val="000000"/>
                </a:solidFill>
                <a:latin typeface="HP Simplified" pitchFamily="34" charset="0"/>
                <a:cs typeface="HP Simplified" pitchFamily="34" charset="0"/>
              </a:rPr>
              <a:t>Newer technologies such as mobile and the Internet of Things introduce new avenues of attack.</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19136" y="2216171"/>
            <a:ext cx="1596128" cy="1784719"/>
          </a:xfrm>
          <a:prstGeom prst="rect">
            <a:avLst/>
          </a:prstGeom>
        </p:spPr>
      </p:pic>
    </p:spTree>
    <p:extLst>
      <p:ext uri="{BB962C8B-B14F-4D97-AF65-F5344CB8AC3E}">
        <p14:creationId xmlns:p14="http://schemas.microsoft.com/office/powerpoint/2010/main" val="357359516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6"/>
          <p:cNvSpPr>
            <a:spLocks noGrp="1"/>
          </p:cNvSpPr>
          <p:nvPr>
            <p:ph type="title"/>
          </p:nvPr>
        </p:nvSpPr>
        <p:spPr>
          <a:xfrm>
            <a:off x="450987" y="263444"/>
            <a:ext cx="8115093" cy="574366"/>
          </a:xfrm>
        </p:spPr>
        <p:txBody>
          <a:bodyPr/>
          <a:lstStyle/>
          <a:p>
            <a:r>
              <a:rPr lang="en-US" dirty="0" smtClean="0"/>
              <a:t>10 years of mobile malware</a:t>
            </a:r>
            <a:endParaRPr lang="en-US" dirty="0"/>
          </a:p>
        </p:txBody>
      </p:sp>
      <p:pic>
        <p:nvPicPr>
          <p:cNvPr id="3" name="Picture 2"/>
          <p:cNvPicPr>
            <a:picLocks noChangeAspect="1"/>
          </p:cNvPicPr>
          <p:nvPr/>
        </p:nvPicPr>
        <p:blipFill>
          <a:blip r:embed="rId3">
            <a:clrChange>
              <a:clrFrom>
                <a:srgbClr val="FFFFFF"/>
              </a:clrFrom>
              <a:clrTo>
                <a:srgbClr val="FFFFFF">
                  <a:alpha val="0"/>
                </a:srgbClr>
              </a:clrTo>
            </a:clrChange>
          </a:blip>
          <a:stretch>
            <a:fillRect/>
          </a:stretch>
        </p:blipFill>
        <p:spPr>
          <a:xfrm>
            <a:off x="-1" y="1043944"/>
            <a:ext cx="12291889" cy="5813163"/>
          </a:xfrm>
          <a:prstGeom prst="rect">
            <a:avLst/>
          </a:prstGeom>
        </p:spPr>
      </p:pic>
      <p:sp>
        <p:nvSpPr>
          <p:cNvPr id="2" name="Rectangle 1"/>
          <p:cNvSpPr/>
          <p:nvPr/>
        </p:nvSpPr>
        <p:spPr>
          <a:xfrm rot="20846667">
            <a:off x="6004565" y="5122228"/>
            <a:ext cx="5313827" cy="461537"/>
          </a:xfrm>
          <a:prstGeom prst="rect">
            <a:avLst/>
          </a:prstGeom>
        </p:spPr>
        <p:style>
          <a:lnRef idx="2">
            <a:schemeClr val="accent2"/>
          </a:lnRef>
          <a:fillRef idx="1">
            <a:schemeClr val="lt1"/>
          </a:fillRef>
          <a:effectRef idx="0">
            <a:schemeClr val="accent2"/>
          </a:effectRef>
          <a:fontRef idx="minor">
            <a:schemeClr val="dk1"/>
          </a:fontRef>
        </p:style>
        <p:txBody>
          <a:bodyPr wrap="none">
            <a:spAutoFit/>
          </a:bodyPr>
          <a:lstStyle/>
          <a:p>
            <a:r>
              <a:rPr lang="en-US" sz="2399" dirty="0"/>
              <a:t>&gt;1M unique malicious apps known today</a:t>
            </a:r>
          </a:p>
        </p:txBody>
      </p:sp>
    </p:spTree>
    <p:extLst>
      <p:ext uri="{BB962C8B-B14F-4D97-AF65-F5344CB8AC3E}">
        <p14:creationId xmlns:p14="http://schemas.microsoft.com/office/powerpoint/2010/main" val="50433711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Notable Android malware in 2014</a:t>
            </a:r>
            <a:endParaRPr lang="en-US" dirty="0"/>
          </a:p>
        </p:txBody>
      </p:sp>
      <p:sp>
        <p:nvSpPr>
          <p:cNvPr id="5" name="Rectangle 4"/>
          <p:cNvSpPr/>
          <p:nvPr/>
        </p:nvSpPr>
        <p:spPr>
          <a:xfrm>
            <a:off x="-1" y="1461013"/>
            <a:ext cx="12188825" cy="4151819"/>
          </a:xfrm>
          <a:prstGeom prst="rect">
            <a:avLst/>
          </a:prstGeom>
          <a:solidFill>
            <a:schemeClr val="tx2"/>
          </a:solidFill>
          <a:ln w="57150">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304724" algn="ctr" defTabSz="579822">
              <a:spcAft>
                <a:spcPts val="533"/>
              </a:spcAft>
              <a:buSzPct val="100000"/>
            </a:pPr>
            <a:r>
              <a:rPr lang="en-US" sz="3732" b="1" dirty="0">
                <a:solidFill>
                  <a:schemeClr val="bg1"/>
                </a:solidFill>
                <a:cs typeface="HP Simplified"/>
              </a:rPr>
              <a:t>One attack used Web injections and </a:t>
            </a:r>
            <a:br>
              <a:rPr lang="en-US" sz="3732" b="1" dirty="0">
                <a:solidFill>
                  <a:schemeClr val="bg1"/>
                </a:solidFill>
                <a:cs typeface="HP Simplified"/>
              </a:rPr>
            </a:br>
            <a:r>
              <a:rPr lang="en-US" sz="3732" b="1" dirty="0">
                <a:solidFill>
                  <a:schemeClr val="bg1"/>
                </a:solidFill>
                <a:cs typeface="HP Simplified"/>
              </a:rPr>
              <a:t>social engineering to install fake </a:t>
            </a:r>
            <a:br>
              <a:rPr lang="en-US" sz="3732" b="1" dirty="0">
                <a:solidFill>
                  <a:schemeClr val="bg1"/>
                </a:solidFill>
                <a:cs typeface="HP Simplified"/>
              </a:rPr>
            </a:br>
            <a:r>
              <a:rPr lang="en-US" sz="3732" b="1" dirty="0">
                <a:solidFill>
                  <a:schemeClr val="bg1"/>
                </a:solidFill>
                <a:cs typeface="HP Simplified"/>
              </a:rPr>
              <a:t>banking apps onto smartphones.</a:t>
            </a:r>
            <a:endParaRPr lang="en-US" sz="2399" b="1" dirty="0">
              <a:solidFill>
                <a:schemeClr val="bg1"/>
              </a:solidFill>
              <a:latin typeface="HP Simplified" pitchFamily="34" charset="0"/>
            </a:endParaRPr>
          </a:p>
        </p:txBody>
      </p:sp>
      <p:sp>
        <p:nvSpPr>
          <p:cNvPr id="2" name="Rectangle 1"/>
          <p:cNvSpPr/>
          <p:nvPr/>
        </p:nvSpPr>
        <p:spPr>
          <a:xfrm>
            <a:off x="0" y="1461013"/>
            <a:ext cx="3495324" cy="637075"/>
          </a:xfrm>
          <a:prstGeom prst="rect">
            <a:avLst/>
          </a:prstGeom>
          <a:ln/>
        </p:spPr>
        <p:style>
          <a:lnRef idx="3">
            <a:schemeClr val="lt1"/>
          </a:lnRef>
          <a:fillRef idx="1">
            <a:schemeClr val="accent2"/>
          </a:fillRef>
          <a:effectRef idx="1">
            <a:schemeClr val="accent2"/>
          </a:effectRef>
          <a:fontRef idx="minor">
            <a:schemeClr val="lt1"/>
          </a:fontRef>
        </p:style>
        <p:txBody>
          <a:bodyPr rtlCol="0" anchor="ctr"/>
          <a:lstStyle/>
          <a:p>
            <a:pPr algn="ctr"/>
            <a:r>
              <a:rPr lang="en-US" sz="2399" dirty="0" err="1"/>
              <a:t>Ransomware</a:t>
            </a:r>
            <a:endParaRPr lang="en-US" sz="2399" dirty="0"/>
          </a:p>
        </p:txBody>
      </p:sp>
      <p:sp>
        <p:nvSpPr>
          <p:cNvPr id="6" name="Rectangle 5"/>
          <p:cNvSpPr/>
          <p:nvPr/>
        </p:nvSpPr>
        <p:spPr>
          <a:xfrm>
            <a:off x="4068917" y="1475258"/>
            <a:ext cx="3495324" cy="637075"/>
          </a:xfrm>
          <a:prstGeom prst="rect">
            <a:avLst/>
          </a:prstGeom>
          <a:ln/>
        </p:spPr>
        <p:style>
          <a:lnRef idx="3">
            <a:schemeClr val="lt1"/>
          </a:lnRef>
          <a:fillRef idx="1">
            <a:schemeClr val="accent2"/>
          </a:fillRef>
          <a:effectRef idx="1">
            <a:schemeClr val="accent2"/>
          </a:effectRef>
          <a:fontRef idx="minor">
            <a:schemeClr val="lt1"/>
          </a:fontRef>
        </p:style>
        <p:txBody>
          <a:bodyPr rtlCol="0" anchor="ctr"/>
          <a:lstStyle/>
          <a:p>
            <a:pPr algn="ctr"/>
            <a:r>
              <a:rPr lang="en-US" sz="2399" dirty="0"/>
              <a:t>SMS Scams</a:t>
            </a:r>
          </a:p>
        </p:txBody>
      </p:sp>
      <p:sp>
        <p:nvSpPr>
          <p:cNvPr id="7" name="Rectangle 6"/>
          <p:cNvSpPr/>
          <p:nvPr/>
        </p:nvSpPr>
        <p:spPr>
          <a:xfrm>
            <a:off x="8137834" y="1532712"/>
            <a:ext cx="4050991" cy="637075"/>
          </a:xfrm>
          <a:prstGeom prst="rect">
            <a:avLst/>
          </a:prstGeom>
          <a:ln/>
        </p:spPr>
        <p:style>
          <a:lnRef idx="3">
            <a:schemeClr val="lt1"/>
          </a:lnRef>
          <a:fillRef idx="1">
            <a:schemeClr val="accent2"/>
          </a:fillRef>
          <a:effectRef idx="1">
            <a:schemeClr val="accent2"/>
          </a:effectRef>
          <a:fontRef idx="minor">
            <a:schemeClr val="lt1"/>
          </a:fontRef>
        </p:style>
        <p:txBody>
          <a:bodyPr rtlCol="0" anchor="ctr"/>
          <a:lstStyle/>
          <a:p>
            <a:pPr algn="ctr"/>
            <a:r>
              <a:rPr lang="en-US" sz="2399" dirty="0"/>
              <a:t>Mobile Trojans</a:t>
            </a:r>
          </a:p>
        </p:txBody>
      </p:sp>
    </p:spTree>
    <p:extLst>
      <p:ext uri="{BB962C8B-B14F-4D97-AF65-F5344CB8AC3E}">
        <p14:creationId xmlns:p14="http://schemas.microsoft.com/office/powerpoint/2010/main" val="320532898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6"/>
          <p:cNvSpPr>
            <a:spLocks noGrp="1"/>
          </p:cNvSpPr>
          <p:nvPr>
            <p:ph type="title"/>
          </p:nvPr>
        </p:nvSpPr>
        <p:spPr>
          <a:xfrm>
            <a:off x="471301" y="273601"/>
            <a:ext cx="8115093" cy="574366"/>
          </a:xfrm>
        </p:spPr>
        <p:txBody>
          <a:bodyPr/>
          <a:lstStyle/>
          <a:p>
            <a:r>
              <a:rPr lang="en-US" dirty="0" smtClean="0"/>
              <a:t>Web </a:t>
            </a:r>
            <a:r>
              <a:rPr lang="en-US" dirty="0" err="1" smtClean="0"/>
              <a:t>vs</a:t>
            </a:r>
            <a:r>
              <a:rPr lang="en-US" dirty="0" smtClean="0"/>
              <a:t> Mobile</a:t>
            </a:r>
            <a:endParaRPr lang="en-US"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1301" y="847967"/>
            <a:ext cx="10515833" cy="5146046"/>
          </a:xfrm>
          <a:prstGeom prst="rect">
            <a:avLst/>
          </a:prstGeom>
        </p:spPr>
      </p:pic>
    </p:spTree>
    <p:extLst>
      <p:ext uri="{BB962C8B-B14F-4D97-AF65-F5344CB8AC3E}">
        <p14:creationId xmlns:p14="http://schemas.microsoft.com/office/powerpoint/2010/main" val="267509841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Takeaway</a:t>
            </a:r>
            <a:endParaRPr lang="en-US" dirty="0"/>
          </a:p>
        </p:txBody>
      </p:sp>
      <p:sp>
        <p:nvSpPr>
          <p:cNvPr id="6" name="Rectangle 5"/>
          <p:cNvSpPr/>
          <p:nvPr/>
        </p:nvSpPr>
        <p:spPr>
          <a:xfrm>
            <a:off x="-1" y="1524497"/>
            <a:ext cx="12188825" cy="4151819"/>
          </a:xfrm>
          <a:prstGeom prst="rect">
            <a:avLst/>
          </a:prstGeom>
          <a:solidFill>
            <a:schemeClr val="tx2"/>
          </a:solidFill>
          <a:ln w="57150">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304724" algn="ctr" defTabSz="609448">
              <a:spcAft>
                <a:spcPts val="533"/>
              </a:spcAft>
              <a:buSzPct val="100000"/>
            </a:pPr>
            <a:r>
              <a:rPr lang="en-US" sz="3732" b="1" dirty="0">
                <a:solidFill>
                  <a:prstClr val="white"/>
                </a:solidFill>
              </a:rPr>
              <a:t>Not only has new technology introduced new</a:t>
            </a:r>
          </a:p>
          <a:p>
            <a:pPr marL="304724" algn="ctr" defTabSz="609448">
              <a:spcAft>
                <a:spcPts val="533"/>
              </a:spcAft>
              <a:buSzPct val="100000"/>
            </a:pPr>
            <a:r>
              <a:rPr lang="en-US" sz="3732" b="1" dirty="0">
                <a:solidFill>
                  <a:prstClr val="white"/>
                </a:solidFill>
              </a:rPr>
              <a:t>attack surfaces and other security challenges, many developers are making the kinds of mistakes the world</a:t>
            </a:r>
          </a:p>
          <a:p>
            <a:pPr marL="304724" algn="ctr" defTabSz="609448">
              <a:spcAft>
                <a:spcPts val="533"/>
              </a:spcAft>
              <a:buSzPct val="100000"/>
            </a:pPr>
            <a:r>
              <a:rPr lang="en-US" sz="3732" b="1" dirty="0">
                <a:solidFill>
                  <a:prstClr val="white"/>
                </a:solidFill>
              </a:rPr>
              <a:t>of traditional computing has already figured out.</a:t>
            </a:r>
          </a:p>
        </p:txBody>
      </p:sp>
    </p:spTree>
    <p:extLst>
      <p:ext uri="{BB962C8B-B14F-4D97-AF65-F5344CB8AC3E}">
        <p14:creationId xmlns:p14="http://schemas.microsoft.com/office/powerpoint/2010/main" val="226620268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Key Finding #4</a:t>
            </a:r>
            <a:endParaRPr lang="en-US" dirty="0"/>
          </a:p>
        </p:txBody>
      </p:sp>
      <p:sp>
        <p:nvSpPr>
          <p:cNvPr id="4" name="Rectangle 3"/>
          <p:cNvSpPr>
            <a:spLocks noChangeAspect="1"/>
          </p:cNvSpPr>
          <p:nvPr/>
        </p:nvSpPr>
        <p:spPr bwMode="auto">
          <a:xfrm>
            <a:off x="7979404" y="1600069"/>
            <a:ext cx="2988916" cy="29889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4314" tIns="62157" rIns="124314" bIns="62157" numCol="1" spcCol="0" rtlCol="0" fromWordArt="0" anchor="ctr" anchorCtr="0" forceAA="0" compatLnSpc="1">
            <a:prstTxWarp prst="textNoShape">
              <a:avLst/>
            </a:prstTxWarp>
            <a:noAutofit/>
          </a:bodyPr>
          <a:lstStyle/>
          <a:p>
            <a:pPr algn="ctr" defTabSz="609448"/>
            <a:endParaRPr lang="en-US" sz="2447">
              <a:solidFill>
                <a:prstClr val="white"/>
              </a:solidFill>
            </a:endParaRPr>
          </a:p>
        </p:txBody>
      </p:sp>
      <p:sp>
        <p:nvSpPr>
          <p:cNvPr id="5" name="Text Placeholder 4"/>
          <p:cNvSpPr txBox="1">
            <a:spLocks/>
          </p:cNvSpPr>
          <p:nvPr/>
        </p:nvSpPr>
        <p:spPr>
          <a:xfrm>
            <a:off x="517036" y="1600068"/>
            <a:ext cx="7462368" cy="2974167"/>
          </a:xfrm>
          <a:prstGeom prst="rect">
            <a:avLst/>
          </a:prstGeom>
          <a:solidFill>
            <a:schemeClr val="tx1">
              <a:alpha val="13000"/>
            </a:schemeClr>
          </a:solidFill>
        </p:spPr>
        <p:txBody>
          <a:bodyPr lIns="186473" tIns="0" rIns="248630" bIns="0" anchor="ctr"/>
          <a:lstStyle>
            <a:lvl1pPr marL="0" indent="0" algn="l" defTabSz="914363" rtl="0" eaLnBrk="1" latinLnBrk="0" hangingPunct="1">
              <a:lnSpc>
                <a:spcPct val="90000"/>
              </a:lnSpc>
              <a:spcBef>
                <a:spcPct val="20000"/>
              </a:spcBef>
              <a:buSzPct val="90000"/>
              <a:buFont typeface="Wingdings" pitchFamily="2" charset="2"/>
              <a:buNone/>
              <a:defRPr sz="2800" kern="1200">
                <a:gradFill>
                  <a:gsLst>
                    <a:gs pos="0">
                      <a:schemeClr val="tx1"/>
                    </a:gs>
                    <a:gs pos="86000">
                      <a:schemeClr val="tx1"/>
                    </a:gs>
                  </a:gsLst>
                  <a:lin ang="5400000" scaled="0"/>
                </a:gradFill>
                <a:latin typeface="Segoe UI Semibold" pitchFamily="34" charset="0"/>
                <a:ea typeface="+mn-ea"/>
                <a:cs typeface="+mn-cs"/>
              </a:defRPr>
            </a:lvl1pPr>
            <a:lvl2pPr marL="460375" indent="0" algn="l" defTabSz="914363" rtl="0" eaLnBrk="1" latinLnBrk="0" hangingPunct="1">
              <a:lnSpc>
                <a:spcPct val="90000"/>
              </a:lnSpc>
              <a:spcBef>
                <a:spcPct val="20000"/>
              </a:spcBef>
              <a:buSzPct val="90000"/>
              <a:buFont typeface="Wingdings" pitchFamily="2" charset="2"/>
              <a:buNone/>
              <a:defRPr sz="2400" kern="1200">
                <a:gradFill>
                  <a:gsLst>
                    <a:gs pos="0">
                      <a:schemeClr val="tx1"/>
                    </a:gs>
                    <a:gs pos="86000">
                      <a:schemeClr val="tx1"/>
                    </a:gs>
                  </a:gsLst>
                  <a:lin ang="5400000" scaled="0"/>
                </a:gradFill>
                <a:latin typeface="Segoe UI Light" pitchFamily="34" charset="0"/>
                <a:ea typeface="+mn-ea"/>
                <a:cs typeface="+mn-cs"/>
              </a:defRPr>
            </a:lvl2pPr>
            <a:lvl3pPr marL="1204913" indent="-349250" algn="l" defTabSz="914363" rtl="0" eaLnBrk="1" latinLnBrk="0" hangingPunct="1">
              <a:lnSpc>
                <a:spcPct val="90000"/>
              </a:lnSpc>
              <a:spcBef>
                <a:spcPct val="20000"/>
              </a:spcBef>
              <a:buSzPct val="90000"/>
              <a:buFont typeface="Wingdings" pitchFamily="2" charset="2"/>
              <a:buChar char="§"/>
              <a:defRPr sz="2000" kern="1200">
                <a:gradFill>
                  <a:gsLst>
                    <a:gs pos="0">
                      <a:schemeClr val="tx1"/>
                    </a:gs>
                    <a:gs pos="86000">
                      <a:schemeClr val="tx1"/>
                    </a:gs>
                  </a:gsLst>
                  <a:lin ang="5400000" scaled="0"/>
                </a:gradFill>
                <a:latin typeface="Segoe UI Light" pitchFamily="34" charset="0"/>
                <a:ea typeface="+mn-ea"/>
                <a:cs typeface="+mn-cs"/>
              </a:defRPr>
            </a:lvl3pPr>
            <a:lvl4pPr marL="1538288" indent="-279400"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4pPr>
            <a:lvl5pPr marL="1887538" indent="-282575"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r" defTabSz="430106">
              <a:spcAft>
                <a:spcPts val="400"/>
              </a:spcAft>
              <a:buSzPct val="100000"/>
            </a:pPr>
            <a:r>
              <a:rPr lang="en-US" sz="4266" dirty="0">
                <a:solidFill>
                  <a:srgbClr val="000000"/>
                </a:solidFill>
                <a:latin typeface="HP Simplified" pitchFamily="34" charset="0"/>
                <a:cs typeface="HP Simplified" pitchFamily="34" charset="0"/>
              </a:rPr>
              <a:t>Determined adversaries are proliferating.</a:t>
            </a:r>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16121" y="2250184"/>
            <a:ext cx="1515480" cy="1673936"/>
          </a:xfrm>
          <a:prstGeom prst="rect">
            <a:avLst/>
          </a:prstGeom>
        </p:spPr>
      </p:pic>
    </p:spTree>
    <p:extLst>
      <p:ext uri="{BB962C8B-B14F-4D97-AF65-F5344CB8AC3E}">
        <p14:creationId xmlns:p14="http://schemas.microsoft.com/office/powerpoint/2010/main" val="283057461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Takeaway</a:t>
            </a:r>
            <a:endParaRPr lang="en-US" dirty="0"/>
          </a:p>
        </p:txBody>
      </p:sp>
      <p:sp>
        <p:nvSpPr>
          <p:cNvPr id="5" name="Rectangle 4"/>
          <p:cNvSpPr/>
          <p:nvPr/>
        </p:nvSpPr>
        <p:spPr>
          <a:xfrm>
            <a:off x="-1" y="1524497"/>
            <a:ext cx="12188825" cy="4151819"/>
          </a:xfrm>
          <a:prstGeom prst="rect">
            <a:avLst/>
          </a:prstGeom>
          <a:solidFill>
            <a:schemeClr val="tx2"/>
          </a:solidFill>
          <a:ln w="57150">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304724" algn="ctr" defTabSz="609448">
              <a:spcAft>
                <a:spcPts val="533"/>
              </a:spcAft>
              <a:buSzPct val="100000"/>
            </a:pPr>
            <a:r>
              <a:rPr lang="en-US" sz="3732" b="1" dirty="0">
                <a:solidFill>
                  <a:prstClr val="white"/>
                </a:solidFill>
              </a:rPr>
              <a:t>Adversaries use both old and new vulnerabilities to penetrate all traditional levels of defense. Defenders must consider how global events might affect them.</a:t>
            </a:r>
          </a:p>
        </p:txBody>
      </p:sp>
    </p:spTree>
    <p:extLst>
      <p:ext uri="{BB962C8B-B14F-4D97-AF65-F5344CB8AC3E}">
        <p14:creationId xmlns:p14="http://schemas.microsoft.com/office/powerpoint/2010/main" val="190217460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ChangeAspect="1"/>
          </p:cNvSpPr>
          <p:nvPr/>
        </p:nvSpPr>
        <p:spPr bwMode="auto">
          <a:xfrm>
            <a:off x="7979404" y="1600069"/>
            <a:ext cx="2988916" cy="29889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4314" tIns="62157" rIns="124314" bIns="62157" numCol="1" spcCol="0" rtlCol="0" fromWordArt="0" anchor="ctr" anchorCtr="0" forceAA="0" compatLnSpc="1">
            <a:prstTxWarp prst="textNoShape">
              <a:avLst/>
            </a:prstTxWarp>
            <a:noAutofit/>
          </a:bodyPr>
          <a:lstStyle/>
          <a:p>
            <a:pPr algn="ctr" defTabSz="609448"/>
            <a:endParaRPr lang="en-US" sz="2447">
              <a:solidFill>
                <a:prstClr val="white"/>
              </a:solidFill>
            </a:endParaRPr>
          </a:p>
        </p:txBody>
      </p:sp>
      <p:sp>
        <p:nvSpPr>
          <p:cNvPr id="2" name="Title 1"/>
          <p:cNvSpPr>
            <a:spLocks noGrp="1"/>
          </p:cNvSpPr>
          <p:nvPr>
            <p:ph type="title"/>
          </p:nvPr>
        </p:nvSpPr>
        <p:spPr>
          <a:xfrm>
            <a:off x="514215" y="283759"/>
            <a:ext cx="8115093" cy="574366"/>
          </a:xfrm>
        </p:spPr>
        <p:txBody>
          <a:bodyPr/>
          <a:lstStyle/>
          <a:p>
            <a:r>
              <a:rPr lang="en-US" dirty="0" smtClean="0"/>
              <a:t>Key Finding #5</a:t>
            </a:r>
            <a:endParaRPr lang="en-US" dirty="0"/>
          </a:p>
        </p:txBody>
      </p:sp>
      <p:sp>
        <p:nvSpPr>
          <p:cNvPr id="7" name="Text Placeholder 4"/>
          <p:cNvSpPr txBox="1">
            <a:spLocks/>
          </p:cNvSpPr>
          <p:nvPr/>
        </p:nvSpPr>
        <p:spPr>
          <a:xfrm>
            <a:off x="517036" y="1600068"/>
            <a:ext cx="7462368" cy="2974167"/>
          </a:xfrm>
          <a:prstGeom prst="rect">
            <a:avLst/>
          </a:prstGeom>
          <a:solidFill>
            <a:schemeClr val="tx1">
              <a:alpha val="13000"/>
            </a:schemeClr>
          </a:solidFill>
        </p:spPr>
        <p:txBody>
          <a:bodyPr lIns="186473" tIns="0" rIns="248630" bIns="0" anchor="ctr"/>
          <a:lstStyle>
            <a:lvl1pPr marL="0" indent="0" algn="l" defTabSz="914363" rtl="0" eaLnBrk="1" latinLnBrk="0" hangingPunct="1">
              <a:lnSpc>
                <a:spcPct val="90000"/>
              </a:lnSpc>
              <a:spcBef>
                <a:spcPct val="20000"/>
              </a:spcBef>
              <a:buSzPct val="90000"/>
              <a:buFont typeface="Wingdings" pitchFamily="2" charset="2"/>
              <a:buNone/>
              <a:defRPr sz="2800" kern="1200">
                <a:gradFill>
                  <a:gsLst>
                    <a:gs pos="0">
                      <a:schemeClr val="tx1"/>
                    </a:gs>
                    <a:gs pos="86000">
                      <a:schemeClr val="tx1"/>
                    </a:gs>
                  </a:gsLst>
                  <a:lin ang="5400000" scaled="0"/>
                </a:gradFill>
                <a:latin typeface="Segoe UI Semibold" pitchFamily="34" charset="0"/>
                <a:ea typeface="+mn-ea"/>
                <a:cs typeface="+mn-cs"/>
              </a:defRPr>
            </a:lvl1pPr>
            <a:lvl2pPr marL="460375" indent="0" algn="l" defTabSz="914363" rtl="0" eaLnBrk="1" latinLnBrk="0" hangingPunct="1">
              <a:lnSpc>
                <a:spcPct val="90000"/>
              </a:lnSpc>
              <a:spcBef>
                <a:spcPct val="20000"/>
              </a:spcBef>
              <a:buSzPct val="90000"/>
              <a:buFont typeface="Wingdings" pitchFamily="2" charset="2"/>
              <a:buNone/>
              <a:defRPr sz="2400" kern="1200">
                <a:gradFill>
                  <a:gsLst>
                    <a:gs pos="0">
                      <a:schemeClr val="tx1"/>
                    </a:gs>
                    <a:gs pos="86000">
                      <a:schemeClr val="tx1"/>
                    </a:gs>
                  </a:gsLst>
                  <a:lin ang="5400000" scaled="0"/>
                </a:gradFill>
                <a:latin typeface="Segoe UI Light" pitchFamily="34" charset="0"/>
                <a:ea typeface="+mn-ea"/>
                <a:cs typeface="+mn-cs"/>
              </a:defRPr>
            </a:lvl2pPr>
            <a:lvl3pPr marL="1204913" indent="-349250" algn="l" defTabSz="914363" rtl="0" eaLnBrk="1" latinLnBrk="0" hangingPunct="1">
              <a:lnSpc>
                <a:spcPct val="90000"/>
              </a:lnSpc>
              <a:spcBef>
                <a:spcPct val="20000"/>
              </a:spcBef>
              <a:buSzPct val="90000"/>
              <a:buFont typeface="Wingdings" pitchFamily="2" charset="2"/>
              <a:buChar char="§"/>
              <a:defRPr sz="2000" kern="1200">
                <a:gradFill>
                  <a:gsLst>
                    <a:gs pos="0">
                      <a:schemeClr val="tx1"/>
                    </a:gs>
                    <a:gs pos="86000">
                      <a:schemeClr val="tx1"/>
                    </a:gs>
                  </a:gsLst>
                  <a:lin ang="5400000" scaled="0"/>
                </a:gradFill>
                <a:latin typeface="Segoe UI Light" pitchFamily="34" charset="0"/>
                <a:ea typeface="+mn-ea"/>
                <a:cs typeface="+mn-cs"/>
              </a:defRPr>
            </a:lvl3pPr>
            <a:lvl4pPr marL="1538288" indent="-279400"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4pPr>
            <a:lvl5pPr marL="1887538" indent="-282575"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r" defTabSz="430106">
              <a:spcAft>
                <a:spcPts val="400"/>
              </a:spcAft>
              <a:buSzPct val="100000"/>
            </a:pPr>
            <a:r>
              <a:rPr lang="en-US" sz="3732" dirty="0">
                <a:solidFill>
                  <a:srgbClr val="000000"/>
                </a:solidFill>
                <a:latin typeface="HP Simplified" pitchFamily="34" charset="0"/>
                <a:cs typeface="HP Simplified" pitchFamily="34" charset="0"/>
              </a:rPr>
              <a:t>Secure coding continues to pose challenges, years after the introduction of secure-coding practices for the industry.</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29307" y="2169151"/>
            <a:ext cx="1548989" cy="1846054"/>
          </a:xfrm>
          <a:prstGeom prst="rect">
            <a:avLst/>
          </a:prstGeom>
        </p:spPr>
      </p:pic>
    </p:spTree>
    <p:extLst>
      <p:ext uri="{BB962C8B-B14F-4D97-AF65-F5344CB8AC3E}">
        <p14:creationId xmlns:p14="http://schemas.microsoft.com/office/powerpoint/2010/main" val="191727054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Takeaway</a:t>
            </a:r>
            <a:endParaRPr lang="en-US" dirty="0"/>
          </a:p>
        </p:txBody>
      </p:sp>
      <p:sp>
        <p:nvSpPr>
          <p:cNvPr id="7" name="Rectangle 6"/>
          <p:cNvSpPr/>
          <p:nvPr/>
        </p:nvSpPr>
        <p:spPr>
          <a:xfrm>
            <a:off x="-1" y="1524497"/>
            <a:ext cx="12188825" cy="4151819"/>
          </a:xfrm>
          <a:prstGeom prst="rect">
            <a:avLst/>
          </a:prstGeom>
          <a:solidFill>
            <a:schemeClr val="tx2"/>
          </a:solidFill>
          <a:ln w="57150">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304724" algn="ctr" defTabSz="609448">
              <a:spcAft>
                <a:spcPts val="533"/>
              </a:spcAft>
              <a:buSzPct val="100000"/>
            </a:pPr>
            <a:r>
              <a:rPr lang="en-US" sz="3732" b="1" dirty="0">
                <a:solidFill>
                  <a:prstClr val="white"/>
                </a:solidFill>
              </a:rPr>
              <a:t>Research indicates that most vulnerabilities stem from </a:t>
            </a:r>
          </a:p>
          <a:p>
            <a:pPr marL="304724" algn="ctr" defTabSz="609448">
              <a:spcAft>
                <a:spcPts val="533"/>
              </a:spcAft>
              <a:buSzPct val="100000"/>
            </a:pPr>
            <a:r>
              <a:rPr lang="en-US" sz="3732" b="1" dirty="0">
                <a:solidFill>
                  <a:prstClr val="white"/>
                </a:solidFill>
              </a:rPr>
              <a:t>a relatively small number of common, well-understood software programming errors.</a:t>
            </a:r>
          </a:p>
        </p:txBody>
      </p:sp>
    </p:spTree>
    <p:extLst>
      <p:ext uri="{BB962C8B-B14F-4D97-AF65-F5344CB8AC3E}">
        <p14:creationId xmlns:p14="http://schemas.microsoft.com/office/powerpoint/2010/main" val="393194955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ChangeAspect="1"/>
          </p:cNvSpPr>
          <p:nvPr/>
        </p:nvSpPr>
        <p:spPr bwMode="auto">
          <a:xfrm>
            <a:off x="517036" y="1585321"/>
            <a:ext cx="2988916" cy="29889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4314" tIns="62157" rIns="124314" bIns="62157" numCol="1" spcCol="0" rtlCol="0" fromWordArt="0" anchor="ctr" anchorCtr="0" forceAA="0" compatLnSpc="1">
            <a:prstTxWarp prst="textNoShape">
              <a:avLst/>
            </a:prstTxWarp>
            <a:noAutofit/>
          </a:bodyPr>
          <a:lstStyle/>
          <a:p>
            <a:pPr algn="ctr" defTabSz="609448"/>
            <a:endParaRPr lang="en-US" sz="2447">
              <a:solidFill>
                <a:prstClr val="white"/>
              </a:solidFill>
            </a:endParaRPr>
          </a:p>
        </p:txBody>
      </p:sp>
      <p:sp>
        <p:nvSpPr>
          <p:cNvPr id="2" name="Title 1"/>
          <p:cNvSpPr>
            <a:spLocks noGrp="1"/>
          </p:cNvSpPr>
          <p:nvPr>
            <p:ph type="title"/>
          </p:nvPr>
        </p:nvSpPr>
        <p:spPr>
          <a:xfrm>
            <a:off x="416452" y="314231"/>
            <a:ext cx="9553627" cy="574366"/>
          </a:xfrm>
        </p:spPr>
        <p:txBody>
          <a:bodyPr/>
          <a:lstStyle/>
          <a:p>
            <a:r>
              <a:rPr lang="en-US" dirty="0" smtClean="0"/>
              <a:t>Key Finding #6</a:t>
            </a:r>
            <a:endParaRPr lang="en-US" dirty="0"/>
          </a:p>
        </p:txBody>
      </p:sp>
      <p:pic>
        <p:nvPicPr>
          <p:cNvPr id="5" name="Picture 4" descr="screenshot_334.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331" y="2275303"/>
            <a:ext cx="1703496" cy="1674622"/>
          </a:xfrm>
          <a:prstGeom prst="rect">
            <a:avLst/>
          </a:prstGeom>
          <a:solidFill>
            <a:schemeClr val="bg1"/>
          </a:solidFill>
        </p:spPr>
      </p:pic>
      <p:sp>
        <p:nvSpPr>
          <p:cNvPr id="7" name="Text Placeholder 4"/>
          <p:cNvSpPr txBox="1">
            <a:spLocks/>
          </p:cNvSpPr>
          <p:nvPr/>
        </p:nvSpPr>
        <p:spPr>
          <a:xfrm>
            <a:off x="3505952" y="1600070"/>
            <a:ext cx="7462368" cy="2974167"/>
          </a:xfrm>
          <a:prstGeom prst="rect">
            <a:avLst/>
          </a:prstGeom>
          <a:solidFill>
            <a:schemeClr val="tx1">
              <a:alpha val="13000"/>
            </a:schemeClr>
          </a:solidFill>
        </p:spPr>
        <p:txBody>
          <a:bodyPr lIns="186473" tIns="0" rIns="248630" bIns="0" anchor="ctr"/>
          <a:lstStyle>
            <a:lvl1pPr marL="0" indent="0" algn="l" defTabSz="914363" rtl="0" eaLnBrk="1" latinLnBrk="0" hangingPunct="1">
              <a:lnSpc>
                <a:spcPct val="90000"/>
              </a:lnSpc>
              <a:spcBef>
                <a:spcPct val="20000"/>
              </a:spcBef>
              <a:buSzPct val="90000"/>
              <a:buFont typeface="Wingdings" pitchFamily="2" charset="2"/>
              <a:buNone/>
              <a:defRPr sz="2800" kern="1200">
                <a:gradFill>
                  <a:gsLst>
                    <a:gs pos="0">
                      <a:schemeClr val="tx1"/>
                    </a:gs>
                    <a:gs pos="86000">
                      <a:schemeClr val="tx1"/>
                    </a:gs>
                  </a:gsLst>
                  <a:lin ang="5400000" scaled="0"/>
                </a:gradFill>
                <a:latin typeface="Segoe UI Semibold" pitchFamily="34" charset="0"/>
                <a:ea typeface="+mn-ea"/>
                <a:cs typeface="+mn-cs"/>
              </a:defRPr>
            </a:lvl1pPr>
            <a:lvl2pPr marL="460375" indent="0" algn="l" defTabSz="914363" rtl="0" eaLnBrk="1" latinLnBrk="0" hangingPunct="1">
              <a:lnSpc>
                <a:spcPct val="90000"/>
              </a:lnSpc>
              <a:spcBef>
                <a:spcPct val="20000"/>
              </a:spcBef>
              <a:buSzPct val="90000"/>
              <a:buFont typeface="Wingdings" pitchFamily="2" charset="2"/>
              <a:buNone/>
              <a:defRPr sz="2400" kern="1200">
                <a:gradFill>
                  <a:gsLst>
                    <a:gs pos="0">
                      <a:schemeClr val="tx1"/>
                    </a:gs>
                    <a:gs pos="86000">
                      <a:schemeClr val="tx1"/>
                    </a:gs>
                  </a:gsLst>
                  <a:lin ang="5400000" scaled="0"/>
                </a:gradFill>
                <a:latin typeface="Segoe UI Light" pitchFamily="34" charset="0"/>
                <a:ea typeface="+mn-ea"/>
                <a:cs typeface="+mn-cs"/>
              </a:defRPr>
            </a:lvl2pPr>
            <a:lvl3pPr marL="1204913" indent="-349250" algn="l" defTabSz="914363" rtl="0" eaLnBrk="1" latinLnBrk="0" hangingPunct="1">
              <a:lnSpc>
                <a:spcPct val="90000"/>
              </a:lnSpc>
              <a:spcBef>
                <a:spcPct val="20000"/>
              </a:spcBef>
              <a:buSzPct val="90000"/>
              <a:buFont typeface="Wingdings" pitchFamily="2" charset="2"/>
              <a:buChar char="§"/>
              <a:defRPr sz="2000" kern="1200">
                <a:gradFill>
                  <a:gsLst>
                    <a:gs pos="0">
                      <a:schemeClr val="tx1"/>
                    </a:gs>
                    <a:gs pos="86000">
                      <a:schemeClr val="tx1"/>
                    </a:gs>
                  </a:gsLst>
                  <a:lin ang="5400000" scaled="0"/>
                </a:gradFill>
                <a:latin typeface="Segoe UI Light" pitchFamily="34" charset="0"/>
                <a:ea typeface="+mn-ea"/>
                <a:cs typeface="+mn-cs"/>
              </a:defRPr>
            </a:lvl3pPr>
            <a:lvl4pPr marL="1538288" indent="-279400"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4pPr>
            <a:lvl5pPr marL="1887538" indent="-282575"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430106">
              <a:spcAft>
                <a:spcPts val="400"/>
              </a:spcAft>
              <a:buSzPct val="100000"/>
            </a:pPr>
            <a:r>
              <a:rPr lang="en-US" sz="4266" dirty="0">
                <a:solidFill>
                  <a:srgbClr val="000000"/>
                </a:solidFill>
                <a:latin typeface="HP Simplified" pitchFamily="34" charset="0"/>
                <a:cs typeface="HP Simplified" pitchFamily="34" charset="0"/>
              </a:rPr>
              <a:t>Complementary protections fill out coverage.</a:t>
            </a:r>
          </a:p>
        </p:txBody>
      </p:sp>
    </p:spTree>
    <p:extLst>
      <p:ext uri="{BB962C8B-B14F-4D97-AF65-F5344CB8AC3E}">
        <p14:creationId xmlns:p14="http://schemas.microsoft.com/office/powerpoint/2010/main" val="55368795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3199" dirty="0"/>
              <a:t>Even the best protections can’t do it alone</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8797" y="909508"/>
            <a:ext cx="9638855" cy="4701181"/>
          </a:xfrm>
          <a:prstGeom prst="rect">
            <a:avLst/>
          </a:prstGeom>
        </p:spPr>
      </p:pic>
      <p:sp>
        <p:nvSpPr>
          <p:cNvPr id="4" name="TextBox 3"/>
          <p:cNvSpPr txBox="1"/>
          <p:nvPr/>
        </p:nvSpPr>
        <p:spPr>
          <a:xfrm>
            <a:off x="0" y="6549412"/>
            <a:ext cx="2688712" cy="276999"/>
          </a:xfrm>
          <a:prstGeom prst="rect">
            <a:avLst/>
          </a:prstGeom>
          <a:noFill/>
        </p:spPr>
        <p:txBody>
          <a:bodyPr wrap="square" rtlCol="0">
            <a:spAutoFit/>
          </a:bodyPr>
          <a:lstStyle/>
          <a:p>
            <a:pPr defTabSz="573474">
              <a:spcAft>
                <a:spcPts val="533"/>
              </a:spcAft>
              <a:buSzPct val="100000"/>
            </a:pPr>
            <a:r>
              <a:rPr lang="en-US" sz="1200" dirty="0">
                <a:solidFill>
                  <a:srgbClr val="0096D6"/>
                </a:solidFill>
                <a:cs typeface="HP Simplified" pitchFamily="34" charset="0"/>
              </a:rPr>
              <a:t>HP Cyber Risk Report 2015</a:t>
            </a:r>
          </a:p>
        </p:txBody>
      </p:sp>
    </p:spTree>
    <p:extLst>
      <p:ext uri="{BB962C8B-B14F-4D97-AF65-F5344CB8AC3E}">
        <p14:creationId xmlns:p14="http://schemas.microsoft.com/office/powerpoint/2010/main" val="251101802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3199" dirty="0"/>
              <a:t>Takeaway</a:t>
            </a:r>
          </a:p>
        </p:txBody>
      </p:sp>
      <p:sp>
        <p:nvSpPr>
          <p:cNvPr id="5" name="Rectangle 4"/>
          <p:cNvSpPr/>
          <p:nvPr/>
        </p:nvSpPr>
        <p:spPr>
          <a:xfrm>
            <a:off x="-1" y="1524497"/>
            <a:ext cx="12188825" cy="4151819"/>
          </a:xfrm>
          <a:prstGeom prst="rect">
            <a:avLst/>
          </a:prstGeom>
          <a:solidFill>
            <a:schemeClr val="tx2"/>
          </a:solidFill>
          <a:ln w="57150">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304724" algn="ctr" defTabSz="609448">
              <a:spcAft>
                <a:spcPts val="533"/>
              </a:spcAft>
              <a:buSzPct val="100000"/>
            </a:pPr>
            <a:r>
              <a:rPr lang="en-US" sz="3732" b="1" dirty="0">
                <a:solidFill>
                  <a:prstClr val="white"/>
                </a:solidFill>
              </a:rPr>
              <a:t>There is no silver bullet. </a:t>
            </a:r>
          </a:p>
          <a:p>
            <a:pPr marL="304724" algn="ctr" defTabSz="609448">
              <a:spcAft>
                <a:spcPts val="533"/>
              </a:spcAft>
              <a:buSzPct val="100000"/>
            </a:pPr>
            <a:r>
              <a:rPr lang="en-US" sz="3732" b="1" dirty="0">
                <a:solidFill>
                  <a:prstClr val="white"/>
                </a:solidFill>
              </a:rPr>
              <a:t>Layered technologies work best, especially when paired with the mentality that assumes a breach will occur.</a:t>
            </a:r>
          </a:p>
        </p:txBody>
      </p:sp>
    </p:spTree>
    <p:extLst>
      <p:ext uri="{BB962C8B-B14F-4D97-AF65-F5344CB8AC3E}">
        <p14:creationId xmlns:p14="http://schemas.microsoft.com/office/powerpoint/2010/main" val="75782621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46923" y="314231"/>
            <a:ext cx="11193404" cy="574366"/>
          </a:xfrm>
        </p:spPr>
        <p:txBody>
          <a:bodyPr/>
          <a:lstStyle/>
          <a:p>
            <a:r>
              <a:rPr lang="en-US" dirty="0" smtClean="0"/>
              <a:t>Going beyond the basics of best practices</a:t>
            </a:r>
            <a:endParaRPr lang="en-US" dirty="0"/>
          </a:p>
        </p:txBody>
      </p:sp>
      <p:sp>
        <p:nvSpPr>
          <p:cNvPr id="12" name="Rectangle 2"/>
          <p:cNvSpPr>
            <a:spLocks noChangeAspect="1" noChangeArrowheads="1"/>
          </p:cNvSpPr>
          <p:nvPr/>
        </p:nvSpPr>
        <p:spPr bwMode="auto">
          <a:xfrm>
            <a:off x="3648807" y="2835090"/>
            <a:ext cx="7490424" cy="1023861"/>
          </a:xfrm>
          <a:prstGeom prst="rect">
            <a:avLst/>
          </a:prstGeom>
          <a:solidFill>
            <a:schemeClr val="accent4"/>
          </a:solidFill>
          <a:ln w="19050">
            <a:noFill/>
            <a:miter lim="800000"/>
            <a:headEnd/>
            <a:tailEnd/>
          </a:ln>
          <a:effectLst/>
        </p:spPr>
        <p:style>
          <a:lnRef idx="3">
            <a:schemeClr val="lt1"/>
          </a:lnRef>
          <a:fillRef idx="1">
            <a:schemeClr val="accent1"/>
          </a:fillRef>
          <a:effectRef idx="1">
            <a:schemeClr val="accent1"/>
          </a:effectRef>
          <a:fontRef idx="minor">
            <a:schemeClr val="lt1"/>
          </a:fontRef>
        </p:style>
        <p:txBody>
          <a:bodyPr wrap="square" lIns="822746" anchor="ctr">
            <a:noAutofit/>
          </a:bodyPr>
          <a:lstStyle/>
          <a:p>
            <a:pPr defTabSz="609448"/>
            <a:r>
              <a:rPr lang="en-US" sz="2399" dirty="0">
                <a:solidFill>
                  <a:prstClr val="white"/>
                </a:solidFill>
              </a:rPr>
              <a:t>Remember that your organization exists in the wider world and is affected by external events.</a:t>
            </a:r>
            <a:endParaRPr lang="en-US" sz="2399" dirty="0">
              <a:solidFill>
                <a:prstClr val="white"/>
              </a:solidFill>
              <a:cs typeface="Arial" charset="0"/>
            </a:endParaRPr>
          </a:p>
        </p:txBody>
      </p:sp>
      <p:sp>
        <p:nvSpPr>
          <p:cNvPr id="13" name="Rectangle 2"/>
          <p:cNvSpPr>
            <a:spLocks noChangeAspect="1" noChangeArrowheads="1"/>
          </p:cNvSpPr>
          <p:nvPr/>
        </p:nvSpPr>
        <p:spPr bwMode="auto">
          <a:xfrm>
            <a:off x="3648805" y="1768298"/>
            <a:ext cx="7490425" cy="1023861"/>
          </a:xfrm>
          <a:prstGeom prst="round1Rect">
            <a:avLst>
              <a:gd name="adj" fmla="val 11627"/>
            </a:avLst>
          </a:prstGeom>
          <a:solidFill>
            <a:schemeClr val="accent5"/>
          </a:solidFill>
          <a:ln w="19050">
            <a:noFill/>
            <a:miter lim="800000"/>
            <a:headEnd/>
            <a:tailEnd/>
          </a:ln>
          <a:effectLst/>
        </p:spPr>
        <p:style>
          <a:lnRef idx="3">
            <a:schemeClr val="lt1"/>
          </a:lnRef>
          <a:fillRef idx="1">
            <a:schemeClr val="accent1"/>
          </a:fillRef>
          <a:effectRef idx="1">
            <a:schemeClr val="accent1"/>
          </a:effectRef>
          <a:fontRef idx="minor">
            <a:schemeClr val="lt1"/>
          </a:fontRef>
        </p:style>
        <p:txBody>
          <a:bodyPr wrap="square" lIns="822746" rtlCol="0" anchor="ctr">
            <a:noAutofit/>
          </a:bodyPr>
          <a:lstStyle/>
          <a:p>
            <a:pPr defTabSz="609448"/>
            <a:r>
              <a:rPr lang="en-US" sz="2399" dirty="0">
                <a:solidFill>
                  <a:prstClr val="white"/>
                </a:solidFill>
              </a:rPr>
              <a:t>Don’t rely solely on traditional defensive perimeter security alone.</a:t>
            </a:r>
            <a:endParaRPr lang="en-US" sz="2399" dirty="0">
              <a:solidFill>
                <a:prstClr val="white"/>
              </a:solidFill>
              <a:cs typeface="Arial" charset="0"/>
            </a:endParaRPr>
          </a:p>
        </p:txBody>
      </p:sp>
      <p:sp>
        <p:nvSpPr>
          <p:cNvPr id="14" name="Rectangle 2"/>
          <p:cNvSpPr/>
          <p:nvPr/>
        </p:nvSpPr>
        <p:spPr>
          <a:xfrm>
            <a:off x="3648804" y="3891925"/>
            <a:ext cx="7490426" cy="1025392"/>
          </a:xfrm>
          <a:custGeom>
            <a:avLst/>
            <a:gdLst/>
            <a:ahLst/>
            <a:cxnLst/>
            <a:rect l="l" t="t" r="r" b="b"/>
            <a:pathLst>
              <a:path w="5847624" h="1025658">
                <a:moveTo>
                  <a:pt x="0" y="0"/>
                </a:moveTo>
                <a:lnTo>
                  <a:pt x="4933224" y="0"/>
                </a:lnTo>
                <a:lnTo>
                  <a:pt x="5696483" y="0"/>
                </a:lnTo>
                <a:lnTo>
                  <a:pt x="5847624" y="0"/>
                </a:lnTo>
                <a:lnTo>
                  <a:pt x="5847624" y="151141"/>
                </a:lnTo>
                <a:lnTo>
                  <a:pt x="5847624" y="914400"/>
                </a:lnTo>
                <a:lnTo>
                  <a:pt x="5847624" y="1025658"/>
                </a:lnTo>
                <a:lnTo>
                  <a:pt x="151141" y="1025658"/>
                </a:lnTo>
                <a:cubicBezTo>
                  <a:pt x="67668" y="1025658"/>
                  <a:pt x="0" y="957990"/>
                  <a:pt x="0" y="874517"/>
                </a:cubicBezTo>
                <a:close/>
              </a:path>
            </a:pathLst>
          </a:custGeom>
          <a:solidFill>
            <a:schemeClr val="accent1"/>
          </a:solidFill>
          <a:ln w="19050">
            <a:noFill/>
          </a:ln>
          <a:effectLst/>
        </p:spPr>
        <p:style>
          <a:lnRef idx="1">
            <a:schemeClr val="accent1"/>
          </a:lnRef>
          <a:fillRef idx="3">
            <a:schemeClr val="accent1"/>
          </a:fillRef>
          <a:effectRef idx="2">
            <a:schemeClr val="accent1"/>
          </a:effectRef>
          <a:fontRef idx="minor">
            <a:schemeClr val="lt1"/>
          </a:fontRef>
        </p:style>
        <p:txBody>
          <a:bodyPr lIns="822746" rtlCol="0" anchor="ctr"/>
          <a:lstStyle/>
          <a:p>
            <a:pPr defTabSz="609448"/>
            <a:r>
              <a:rPr lang="en-US" sz="2399" dirty="0">
                <a:solidFill>
                  <a:prstClr val="white"/>
                </a:solidFill>
              </a:rPr>
              <a:t>Assume breach; now what?</a:t>
            </a:r>
          </a:p>
        </p:txBody>
      </p:sp>
      <p:grpSp>
        <p:nvGrpSpPr>
          <p:cNvPr id="2" name="Group 1"/>
          <p:cNvGrpSpPr/>
          <p:nvPr/>
        </p:nvGrpSpPr>
        <p:grpSpPr>
          <a:xfrm>
            <a:off x="1422029" y="2038540"/>
            <a:ext cx="2729529" cy="2616961"/>
            <a:chOff x="335280" y="1388695"/>
            <a:chExt cx="2245800" cy="2215961"/>
          </a:xfrm>
        </p:grpSpPr>
        <p:sp>
          <p:nvSpPr>
            <p:cNvPr id="15" name="Oval 6"/>
            <p:cNvSpPr>
              <a:spLocks noChangeAspect="1" noChangeArrowheads="1"/>
            </p:cNvSpPr>
            <p:nvPr/>
          </p:nvSpPr>
          <p:spPr bwMode="auto">
            <a:xfrm>
              <a:off x="335280" y="1388695"/>
              <a:ext cx="2245800" cy="2215961"/>
            </a:xfrm>
            <a:prstGeom prst="ellipse">
              <a:avLst/>
            </a:prstGeom>
            <a:solidFill>
              <a:schemeClr val="accent5"/>
            </a:solidFill>
            <a:ln w="28575">
              <a:solidFill>
                <a:schemeClr val="bg1"/>
              </a:solidFill>
              <a:miter lim="800000"/>
              <a:headEnd/>
              <a:tailEnd/>
            </a:ln>
            <a:effectLst/>
          </p:spPr>
          <p:style>
            <a:lnRef idx="3">
              <a:schemeClr val="lt1"/>
            </a:lnRef>
            <a:fillRef idx="1">
              <a:schemeClr val="accent1"/>
            </a:fillRef>
            <a:effectRef idx="1">
              <a:schemeClr val="accent1"/>
            </a:effectRef>
            <a:fontRef idx="minor">
              <a:schemeClr val="lt1"/>
            </a:fontRef>
          </p:style>
          <p:txBody>
            <a:bodyPr wrap="square" rtlCol="0" anchor="ctr">
              <a:noAutofit/>
            </a:bodyPr>
            <a:lstStyle/>
            <a:p>
              <a:pPr algn="ctr" defTabSz="609448">
                <a:defRPr/>
              </a:pPr>
              <a:endParaRPr lang="en-US" kern="0" dirty="0">
                <a:solidFill>
                  <a:prstClr val="black"/>
                </a:solidFill>
              </a:endParaRPr>
            </a:p>
          </p:txBody>
        </p:sp>
        <p:sp>
          <p:nvSpPr>
            <p:cNvPr id="16" name="Oval 7"/>
            <p:cNvSpPr>
              <a:spLocks noChangeAspect="1" noChangeArrowheads="1"/>
            </p:cNvSpPr>
            <p:nvPr/>
          </p:nvSpPr>
          <p:spPr bwMode="auto">
            <a:xfrm>
              <a:off x="683814" y="1731803"/>
              <a:ext cx="1548732" cy="1529745"/>
            </a:xfrm>
            <a:prstGeom prst="ellipse">
              <a:avLst/>
            </a:prstGeom>
            <a:solidFill>
              <a:schemeClr val="accent4"/>
            </a:solidFill>
            <a:ln w="28575">
              <a:solidFill>
                <a:schemeClr val="bg1"/>
              </a:solidFill>
              <a:miter lim="800000"/>
              <a:headEnd/>
              <a:tailEnd/>
            </a:ln>
            <a:effectLst/>
          </p:spPr>
          <p:style>
            <a:lnRef idx="3">
              <a:schemeClr val="lt1"/>
            </a:lnRef>
            <a:fillRef idx="1">
              <a:schemeClr val="accent1"/>
            </a:fillRef>
            <a:effectRef idx="1">
              <a:schemeClr val="accent1"/>
            </a:effectRef>
            <a:fontRef idx="minor">
              <a:schemeClr val="lt1"/>
            </a:fontRef>
          </p:style>
          <p:txBody>
            <a:bodyPr wrap="square" anchor="ctr">
              <a:noAutofit/>
            </a:bodyPr>
            <a:lstStyle/>
            <a:p>
              <a:pPr algn="ctr" defTabSz="609448">
                <a:defRPr/>
              </a:pPr>
              <a:endParaRPr lang="en-US" kern="0">
                <a:solidFill>
                  <a:prstClr val="white"/>
                </a:solidFill>
              </a:endParaRPr>
            </a:p>
          </p:txBody>
        </p:sp>
        <p:sp>
          <p:nvSpPr>
            <p:cNvPr id="17" name="Oval 8"/>
            <p:cNvSpPr>
              <a:spLocks noChangeAspect="1" noChangeArrowheads="1"/>
            </p:cNvSpPr>
            <p:nvPr/>
          </p:nvSpPr>
          <p:spPr bwMode="auto">
            <a:xfrm>
              <a:off x="1075743" y="2119664"/>
              <a:ext cx="764874" cy="754023"/>
            </a:xfrm>
            <a:prstGeom prst="ellipse">
              <a:avLst/>
            </a:prstGeom>
            <a:solidFill>
              <a:schemeClr val="accent1"/>
            </a:solidFill>
            <a:ln w="28575">
              <a:solidFill>
                <a:schemeClr val="bg1"/>
              </a:solidFill>
              <a:miter lim="800000"/>
              <a:headEnd/>
              <a:tailEnd/>
            </a:ln>
            <a:effectLst/>
          </p:spPr>
          <p:style>
            <a:lnRef idx="3">
              <a:schemeClr val="lt1"/>
            </a:lnRef>
            <a:fillRef idx="1">
              <a:schemeClr val="accent1"/>
            </a:fillRef>
            <a:effectRef idx="1">
              <a:schemeClr val="accent1"/>
            </a:effectRef>
            <a:fontRef idx="minor">
              <a:schemeClr val="lt1"/>
            </a:fontRef>
          </p:style>
          <p:txBody>
            <a:bodyPr wrap="square" anchor="ctr">
              <a:noAutofit/>
            </a:bodyPr>
            <a:lstStyle/>
            <a:p>
              <a:pPr algn="ctr" defTabSz="609448">
                <a:defRPr/>
              </a:pPr>
              <a:endParaRPr lang="en-US" kern="0" dirty="0">
                <a:solidFill>
                  <a:prstClr val="white"/>
                </a:solidFill>
              </a:endParaRPr>
            </a:p>
          </p:txBody>
        </p:sp>
      </p:grpSp>
    </p:spTree>
    <p:extLst>
      <p:ext uri="{BB962C8B-B14F-4D97-AF65-F5344CB8AC3E}">
        <p14:creationId xmlns:p14="http://schemas.microsoft.com/office/powerpoint/2010/main" val="326954636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p:cNvSpPr>
            <a:spLocks noGrp="1"/>
          </p:cNvSpPr>
          <p:nvPr>
            <p:ph type="title"/>
          </p:nvPr>
        </p:nvSpPr>
        <p:spPr>
          <a:xfrm>
            <a:off x="446923" y="314231"/>
            <a:ext cx="11193404" cy="574366"/>
          </a:xfrm>
        </p:spPr>
        <p:txBody>
          <a:bodyPr/>
          <a:lstStyle/>
          <a:p>
            <a:r>
              <a:rPr lang="en-US" dirty="0" smtClean="0"/>
              <a:t>Going beyond the basics of best practices</a:t>
            </a:r>
            <a:endParaRPr lang="en-US" dirty="0"/>
          </a:p>
        </p:txBody>
      </p:sp>
      <p:sp>
        <p:nvSpPr>
          <p:cNvPr id="12" name="Rectangle 2"/>
          <p:cNvSpPr>
            <a:spLocks noChangeAspect="1" noChangeArrowheads="1"/>
          </p:cNvSpPr>
          <p:nvPr/>
        </p:nvSpPr>
        <p:spPr bwMode="auto">
          <a:xfrm>
            <a:off x="3648807" y="2835090"/>
            <a:ext cx="7490424" cy="1023861"/>
          </a:xfrm>
          <a:prstGeom prst="rect">
            <a:avLst/>
          </a:prstGeom>
          <a:solidFill>
            <a:schemeClr val="accent4"/>
          </a:solidFill>
          <a:ln w="19050">
            <a:noFill/>
            <a:miter lim="800000"/>
            <a:headEnd/>
            <a:tailEnd/>
          </a:ln>
          <a:effectLst/>
        </p:spPr>
        <p:style>
          <a:lnRef idx="3">
            <a:schemeClr val="lt1"/>
          </a:lnRef>
          <a:fillRef idx="1">
            <a:schemeClr val="accent1"/>
          </a:fillRef>
          <a:effectRef idx="1">
            <a:schemeClr val="accent1"/>
          </a:effectRef>
          <a:fontRef idx="minor">
            <a:schemeClr val="lt1"/>
          </a:fontRef>
        </p:style>
        <p:txBody>
          <a:bodyPr wrap="square" lIns="822746" anchor="ctr">
            <a:noAutofit/>
          </a:bodyPr>
          <a:lstStyle/>
          <a:p>
            <a:pPr defTabSz="609448"/>
            <a:r>
              <a:rPr lang="en-US" sz="2399" dirty="0">
                <a:solidFill>
                  <a:prstClr val="white"/>
                </a:solidFill>
              </a:rPr>
              <a:t>Make security and response a continuous process.</a:t>
            </a:r>
            <a:endParaRPr lang="en-US" sz="2399" dirty="0">
              <a:solidFill>
                <a:prstClr val="white"/>
              </a:solidFill>
              <a:cs typeface="Arial" charset="0"/>
            </a:endParaRPr>
          </a:p>
        </p:txBody>
      </p:sp>
      <p:sp>
        <p:nvSpPr>
          <p:cNvPr id="13" name="Rectangle 2"/>
          <p:cNvSpPr>
            <a:spLocks noChangeAspect="1" noChangeArrowheads="1"/>
          </p:cNvSpPr>
          <p:nvPr/>
        </p:nvSpPr>
        <p:spPr bwMode="auto">
          <a:xfrm>
            <a:off x="3648805" y="1768298"/>
            <a:ext cx="7490425" cy="1023861"/>
          </a:xfrm>
          <a:prstGeom prst="round1Rect">
            <a:avLst>
              <a:gd name="adj" fmla="val 11627"/>
            </a:avLst>
          </a:prstGeom>
          <a:solidFill>
            <a:schemeClr val="accent5"/>
          </a:solidFill>
          <a:ln w="19050">
            <a:noFill/>
            <a:miter lim="800000"/>
            <a:headEnd/>
            <a:tailEnd/>
          </a:ln>
          <a:effectLst/>
        </p:spPr>
        <p:style>
          <a:lnRef idx="3">
            <a:schemeClr val="lt1"/>
          </a:lnRef>
          <a:fillRef idx="1">
            <a:schemeClr val="accent1"/>
          </a:fillRef>
          <a:effectRef idx="1">
            <a:schemeClr val="accent1"/>
          </a:effectRef>
          <a:fontRef idx="minor">
            <a:schemeClr val="lt1"/>
          </a:fontRef>
        </p:style>
        <p:txBody>
          <a:bodyPr wrap="square" lIns="822746" rtlCol="0" anchor="ctr">
            <a:noAutofit/>
          </a:bodyPr>
          <a:lstStyle/>
          <a:p>
            <a:pPr defTabSz="609448"/>
            <a:r>
              <a:rPr lang="en-US" sz="2399" dirty="0">
                <a:solidFill>
                  <a:prstClr val="white"/>
                </a:solidFill>
              </a:rPr>
              <a:t>Understand that not all information and network assets are equal.</a:t>
            </a:r>
            <a:endParaRPr lang="en-US" sz="2399" dirty="0">
              <a:solidFill>
                <a:prstClr val="white"/>
              </a:solidFill>
              <a:cs typeface="Arial" charset="0"/>
            </a:endParaRPr>
          </a:p>
        </p:txBody>
      </p:sp>
      <p:sp>
        <p:nvSpPr>
          <p:cNvPr id="14" name="Rectangle 2"/>
          <p:cNvSpPr/>
          <p:nvPr/>
        </p:nvSpPr>
        <p:spPr>
          <a:xfrm>
            <a:off x="3648804" y="3891925"/>
            <a:ext cx="7490426" cy="1025392"/>
          </a:xfrm>
          <a:custGeom>
            <a:avLst/>
            <a:gdLst/>
            <a:ahLst/>
            <a:cxnLst/>
            <a:rect l="l" t="t" r="r" b="b"/>
            <a:pathLst>
              <a:path w="5847624" h="1025658">
                <a:moveTo>
                  <a:pt x="0" y="0"/>
                </a:moveTo>
                <a:lnTo>
                  <a:pt x="4933224" y="0"/>
                </a:lnTo>
                <a:lnTo>
                  <a:pt x="5696483" y="0"/>
                </a:lnTo>
                <a:lnTo>
                  <a:pt x="5847624" y="0"/>
                </a:lnTo>
                <a:lnTo>
                  <a:pt x="5847624" y="151141"/>
                </a:lnTo>
                <a:lnTo>
                  <a:pt x="5847624" y="914400"/>
                </a:lnTo>
                <a:lnTo>
                  <a:pt x="5847624" y="1025658"/>
                </a:lnTo>
                <a:lnTo>
                  <a:pt x="151141" y="1025658"/>
                </a:lnTo>
                <a:cubicBezTo>
                  <a:pt x="67668" y="1025658"/>
                  <a:pt x="0" y="957990"/>
                  <a:pt x="0" y="874517"/>
                </a:cubicBezTo>
                <a:close/>
              </a:path>
            </a:pathLst>
          </a:custGeom>
          <a:solidFill>
            <a:schemeClr val="accent1"/>
          </a:solidFill>
          <a:ln w="19050">
            <a:noFill/>
          </a:ln>
          <a:effectLst/>
        </p:spPr>
        <p:style>
          <a:lnRef idx="1">
            <a:schemeClr val="accent1"/>
          </a:lnRef>
          <a:fillRef idx="3">
            <a:schemeClr val="accent1"/>
          </a:fillRef>
          <a:effectRef idx="2">
            <a:schemeClr val="accent1"/>
          </a:effectRef>
          <a:fontRef idx="minor">
            <a:schemeClr val="lt1"/>
          </a:fontRef>
        </p:style>
        <p:txBody>
          <a:bodyPr lIns="822746" rtlCol="0" anchor="ctr"/>
          <a:lstStyle/>
          <a:p>
            <a:pPr defTabSz="609448"/>
            <a:r>
              <a:rPr lang="en-US" sz="2399" dirty="0">
                <a:solidFill>
                  <a:prstClr val="white"/>
                </a:solidFill>
              </a:rPr>
              <a:t>Seek out credible and reliable security intelligence.</a:t>
            </a:r>
          </a:p>
        </p:txBody>
      </p:sp>
      <p:grpSp>
        <p:nvGrpSpPr>
          <p:cNvPr id="15" name="Group 14"/>
          <p:cNvGrpSpPr/>
          <p:nvPr/>
        </p:nvGrpSpPr>
        <p:grpSpPr>
          <a:xfrm>
            <a:off x="1422029" y="2038540"/>
            <a:ext cx="2729529" cy="2616961"/>
            <a:chOff x="335280" y="1388695"/>
            <a:chExt cx="2245800" cy="2215961"/>
          </a:xfrm>
        </p:grpSpPr>
        <p:sp>
          <p:nvSpPr>
            <p:cNvPr id="16" name="Oval 6"/>
            <p:cNvSpPr>
              <a:spLocks noChangeAspect="1" noChangeArrowheads="1"/>
            </p:cNvSpPr>
            <p:nvPr/>
          </p:nvSpPr>
          <p:spPr bwMode="auto">
            <a:xfrm>
              <a:off x="335280" y="1388695"/>
              <a:ext cx="2245800" cy="2215961"/>
            </a:xfrm>
            <a:prstGeom prst="ellipse">
              <a:avLst/>
            </a:prstGeom>
            <a:solidFill>
              <a:schemeClr val="accent5"/>
            </a:solidFill>
            <a:ln w="28575">
              <a:solidFill>
                <a:schemeClr val="bg1"/>
              </a:solidFill>
              <a:miter lim="800000"/>
              <a:headEnd/>
              <a:tailEnd/>
            </a:ln>
            <a:effectLst/>
          </p:spPr>
          <p:style>
            <a:lnRef idx="3">
              <a:schemeClr val="lt1"/>
            </a:lnRef>
            <a:fillRef idx="1">
              <a:schemeClr val="accent1"/>
            </a:fillRef>
            <a:effectRef idx="1">
              <a:schemeClr val="accent1"/>
            </a:effectRef>
            <a:fontRef idx="minor">
              <a:schemeClr val="lt1"/>
            </a:fontRef>
          </p:style>
          <p:txBody>
            <a:bodyPr wrap="square" rtlCol="0" anchor="ctr">
              <a:noAutofit/>
            </a:bodyPr>
            <a:lstStyle/>
            <a:p>
              <a:pPr algn="ctr" defTabSz="609448">
                <a:defRPr/>
              </a:pPr>
              <a:endParaRPr lang="en-US" kern="0" dirty="0">
                <a:solidFill>
                  <a:prstClr val="black"/>
                </a:solidFill>
              </a:endParaRPr>
            </a:p>
          </p:txBody>
        </p:sp>
        <p:sp>
          <p:nvSpPr>
            <p:cNvPr id="17" name="Oval 7"/>
            <p:cNvSpPr>
              <a:spLocks noChangeAspect="1" noChangeArrowheads="1"/>
            </p:cNvSpPr>
            <p:nvPr/>
          </p:nvSpPr>
          <p:spPr bwMode="auto">
            <a:xfrm>
              <a:off x="683814" y="1731803"/>
              <a:ext cx="1548732" cy="1529745"/>
            </a:xfrm>
            <a:prstGeom prst="ellipse">
              <a:avLst/>
            </a:prstGeom>
            <a:solidFill>
              <a:schemeClr val="accent4"/>
            </a:solidFill>
            <a:ln w="28575">
              <a:solidFill>
                <a:schemeClr val="bg1"/>
              </a:solidFill>
              <a:miter lim="800000"/>
              <a:headEnd/>
              <a:tailEnd/>
            </a:ln>
            <a:effectLst/>
          </p:spPr>
          <p:style>
            <a:lnRef idx="3">
              <a:schemeClr val="lt1"/>
            </a:lnRef>
            <a:fillRef idx="1">
              <a:schemeClr val="accent1"/>
            </a:fillRef>
            <a:effectRef idx="1">
              <a:schemeClr val="accent1"/>
            </a:effectRef>
            <a:fontRef idx="minor">
              <a:schemeClr val="lt1"/>
            </a:fontRef>
          </p:style>
          <p:txBody>
            <a:bodyPr wrap="square" anchor="ctr">
              <a:noAutofit/>
            </a:bodyPr>
            <a:lstStyle/>
            <a:p>
              <a:pPr algn="ctr" defTabSz="609448">
                <a:defRPr/>
              </a:pPr>
              <a:endParaRPr lang="en-US" kern="0">
                <a:solidFill>
                  <a:prstClr val="white"/>
                </a:solidFill>
              </a:endParaRPr>
            </a:p>
          </p:txBody>
        </p:sp>
        <p:sp>
          <p:nvSpPr>
            <p:cNvPr id="18" name="Oval 8"/>
            <p:cNvSpPr>
              <a:spLocks noChangeAspect="1" noChangeArrowheads="1"/>
            </p:cNvSpPr>
            <p:nvPr/>
          </p:nvSpPr>
          <p:spPr bwMode="auto">
            <a:xfrm>
              <a:off x="1075743" y="2119664"/>
              <a:ext cx="764874" cy="754023"/>
            </a:xfrm>
            <a:prstGeom prst="ellipse">
              <a:avLst/>
            </a:prstGeom>
            <a:solidFill>
              <a:schemeClr val="accent1"/>
            </a:solidFill>
            <a:ln w="28575">
              <a:solidFill>
                <a:schemeClr val="bg1"/>
              </a:solidFill>
              <a:miter lim="800000"/>
              <a:headEnd/>
              <a:tailEnd/>
            </a:ln>
            <a:effectLst/>
          </p:spPr>
          <p:style>
            <a:lnRef idx="3">
              <a:schemeClr val="lt1"/>
            </a:lnRef>
            <a:fillRef idx="1">
              <a:schemeClr val="accent1"/>
            </a:fillRef>
            <a:effectRef idx="1">
              <a:schemeClr val="accent1"/>
            </a:effectRef>
            <a:fontRef idx="minor">
              <a:schemeClr val="lt1"/>
            </a:fontRef>
          </p:style>
          <p:txBody>
            <a:bodyPr wrap="square" anchor="ctr">
              <a:noAutofit/>
            </a:bodyPr>
            <a:lstStyle/>
            <a:p>
              <a:pPr algn="ctr" defTabSz="609448">
                <a:defRPr/>
              </a:pPr>
              <a:endParaRPr lang="en-US" kern="0" dirty="0">
                <a:solidFill>
                  <a:prstClr val="white"/>
                </a:solidFill>
              </a:endParaRPr>
            </a:p>
          </p:txBody>
        </p:sp>
      </p:grpSp>
    </p:spTree>
    <p:extLst>
      <p:ext uri="{BB962C8B-B14F-4D97-AF65-F5344CB8AC3E}">
        <p14:creationId xmlns:p14="http://schemas.microsoft.com/office/powerpoint/2010/main" val="242006049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437" y="178400"/>
            <a:ext cx="8115093" cy="574366"/>
          </a:xfrm>
        </p:spPr>
        <p:txBody>
          <a:bodyPr/>
          <a:lstStyle/>
          <a:p>
            <a:r>
              <a:rPr lang="en-US" dirty="0" smtClean="0"/>
              <a:t>Internet of Things</a:t>
            </a:r>
            <a:br>
              <a:rPr lang="en-US" dirty="0" smtClean="0"/>
            </a:br>
            <a:r>
              <a:rPr lang="en-US" dirty="0" smtClean="0"/>
              <a:t>Research Study</a:t>
            </a:r>
            <a:endParaRPr lang="en-US" dirty="0"/>
          </a:p>
        </p:txBody>
      </p:sp>
      <p:pic>
        <p:nvPicPr>
          <p:cNvPr id="4" name="Picture 3"/>
          <p:cNvPicPr>
            <a:picLocks noChangeAspect="1"/>
          </p:cNvPicPr>
          <p:nvPr/>
        </p:nvPicPr>
        <p:blipFill>
          <a:blip r:embed="rId3"/>
          <a:stretch>
            <a:fillRect/>
          </a:stretch>
        </p:blipFill>
        <p:spPr>
          <a:xfrm>
            <a:off x="4524983" y="381000"/>
            <a:ext cx="4162096" cy="5486400"/>
          </a:xfrm>
          <a:prstGeom prst="rect">
            <a:avLst/>
          </a:prstGeom>
          <a:ln>
            <a:solidFill>
              <a:schemeClr val="tx1"/>
            </a:solidFill>
          </a:ln>
        </p:spPr>
      </p:pic>
    </p:spTree>
    <p:extLst>
      <p:ext uri="{BB962C8B-B14F-4D97-AF65-F5344CB8AC3E}">
        <p14:creationId xmlns:p14="http://schemas.microsoft.com/office/powerpoint/2010/main" val="129257817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437" y="178400"/>
            <a:ext cx="8903575" cy="1040800"/>
          </a:xfrm>
        </p:spPr>
        <p:txBody>
          <a:bodyPr/>
          <a:lstStyle/>
          <a:p>
            <a:r>
              <a:rPr lang="en-US" dirty="0" smtClean="0"/>
              <a:t>The most important security story of 2014</a:t>
            </a:r>
            <a:endParaRPr lang="en-US"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8012" y="990600"/>
            <a:ext cx="7050024" cy="5041338"/>
          </a:xfrm>
          <a:prstGeom prst="rect">
            <a:avLst/>
          </a:prstGeom>
        </p:spPr>
      </p:pic>
    </p:spTree>
    <p:extLst>
      <p:ext uri="{BB962C8B-B14F-4D97-AF65-F5344CB8AC3E}">
        <p14:creationId xmlns:p14="http://schemas.microsoft.com/office/powerpoint/2010/main" val="399186551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Report Findings</a:t>
            </a:r>
            <a:endParaRPr lang="en-US" dirty="0"/>
          </a:p>
        </p:txBody>
      </p:sp>
      <p:pic>
        <p:nvPicPr>
          <p:cNvPr id="12290" name="Picture 2"/>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508385" y="1132713"/>
            <a:ext cx="4970240" cy="490040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2291" name="Picture 3"/>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5830243" y="1160565"/>
            <a:ext cx="5749140" cy="467512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val="3680356331"/>
      </p:ext>
    </p:extLst>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Internet of Things</a:t>
            </a:r>
            <a:endParaRPr lang="en-US" dirty="0"/>
          </a:p>
        </p:txBody>
      </p:sp>
      <p:sp>
        <p:nvSpPr>
          <p:cNvPr id="5" name="Text Placeholder 4"/>
          <p:cNvSpPr>
            <a:spLocks noGrp="1"/>
          </p:cNvSpPr>
          <p:nvPr>
            <p:ph type="body" sz="quarter" idx="13"/>
          </p:nvPr>
        </p:nvSpPr>
        <p:spPr/>
        <p:txBody>
          <a:bodyPr/>
          <a:lstStyle/>
          <a:p>
            <a:r>
              <a:rPr lang="en-US" dirty="0" smtClean="0"/>
              <a:t>Home Security Systems Research Findings</a:t>
            </a:r>
            <a:endParaRPr lang="en-US" dirty="0"/>
          </a:p>
        </p:txBody>
      </p:sp>
      <p:pic>
        <p:nvPicPr>
          <p:cNvPr id="8" name="Content Placeholder 7"/>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662358" y="3298698"/>
            <a:ext cx="864108" cy="1175004"/>
          </a:xfrm>
        </p:spPr>
      </p:pic>
      <p:pic>
        <p:nvPicPr>
          <p:cNvPr id="6" name="Picture 87" descr="https://lh3.ggpht.com/A0x3jzuH1qRkE10HcTiT4qQr_6iAqVg-CTsoIqxnoIFyv92V91WI3KqiVlOvLtfoMRg=w300">
            <a:hlinkClick r:id="rId4" action="ppaction://hlinksldjump"/>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11200326" y="124002"/>
            <a:ext cx="655245" cy="655245"/>
          </a:xfrm>
          <a:prstGeom prst="rect">
            <a:avLst/>
          </a:prstGeom>
          <a:noFill/>
          <a:extLst>
            <a:ext uri="{909E8E84-426E-40dd-AFC4-6F175D3DCCD1}">
              <a14:hiddenFill xmlns="" xmlns:a14="http://schemas.microsoft.com/office/drawing/2010/main">
                <a:solidFill>
                  <a:srgbClr val="FFFFFF"/>
                </a:solidFill>
              </a14:hiddenFill>
            </a:ext>
          </a:extLst>
        </p:spPr>
      </p:pic>
      <p:pic>
        <p:nvPicPr>
          <p:cNvPr id="7" name="Picture 6"/>
          <p:cNvPicPr>
            <a:picLocks noChangeAspect="1"/>
          </p:cNvPicPr>
          <p:nvPr/>
        </p:nvPicPr>
        <p:blipFill>
          <a:blip r:embed="rId6"/>
          <a:stretch>
            <a:fillRect/>
          </a:stretch>
        </p:blipFill>
        <p:spPr>
          <a:xfrm>
            <a:off x="609441" y="1580618"/>
            <a:ext cx="7848600" cy="4417472"/>
          </a:xfrm>
          <a:prstGeom prst="rect">
            <a:avLst/>
          </a:prstGeom>
        </p:spPr>
      </p:pic>
      <p:sp>
        <p:nvSpPr>
          <p:cNvPr id="3" name="TextBox 2"/>
          <p:cNvSpPr txBox="1"/>
          <p:nvPr/>
        </p:nvSpPr>
        <p:spPr>
          <a:xfrm>
            <a:off x="660621" y="6170532"/>
            <a:ext cx="8610600" cy="383128"/>
          </a:xfrm>
          <a:prstGeom prst="rect">
            <a:avLst/>
          </a:prstGeom>
          <a:noFill/>
        </p:spPr>
        <p:txBody>
          <a:bodyPr wrap="square" lIns="0" tIns="0" rIns="0" bIns="0" rtlCol="0">
            <a:noAutofit/>
          </a:bodyPr>
          <a:lstStyle/>
          <a:p>
            <a:pPr>
              <a:lnSpc>
                <a:spcPct val="90000"/>
              </a:lnSpc>
            </a:pPr>
            <a:endParaRPr lang="en-US" sz="2000" dirty="0" smtClean="0">
              <a:solidFill>
                <a:srgbClr val="0096D6"/>
              </a:solidFill>
            </a:endParaRPr>
          </a:p>
        </p:txBody>
      </p:sp>
    </p:spTree>
    <p:extLst>
      <p:ext uri="{BB962C8B-B14F-4D97-AF65-F5344CB8AC3E}">
        <p14:creationId xmlns:p14="http://schemas.microsoft.com/office/powerpoint/2010/main" val="671719746"/>
      </p:ext>
    </p:extLst>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1812" y="381000"/>
            <a:ext cx="7657893" cy="914400"/>
          </a:xfrm>
        </p:spPr>
        <p:txBody>
          <a:bodyPr/>
          <a:lstStyle/>
          <a:p>
            <a:r>
              <a:rPr lang="en-US" sz="3732" dirty="0">
                <a:solidFill>
                  <a:srgbClr val="000000"/>
                </a:solidFill>
                <a:latin typeface="HP Simplified" pitchFamily="34" charset="0"/>
                <a:cs typeface="HP Simplified" pitchFamily="34" charset="0"/>
              </a:rPr>
              <a:t>State of Security</a:t>
            </a:r>
            <a:br>
              <a:rPr lang="en-US" sz="3732" dirty="0">
                <a:solidFill>
                  <a:srgbClr val="000000"/>
                </a:solidFill>
                <a:latin typeface="HP Simplified" pitchFamily="34" charset="0"/>
                <a:cs typeface="HP Simplified" pitchFamily="34" charset="0"/>
              </a:rPr>
            </a:br>
            <a:r>
              <a:rPr lang="en-US" sz="3732" dirty="0" smtClean="0">
                <a:solidFill>
                  <a:srgbClr val="000000"/>
                </a:solidFill>
                <a:latin typeface="HP Simplified" pitchFamily="34" charset="0"/>
                <a:cs typeface="HP Simplified" pitchFamily="34" charset="0"/>
              </a:rPr>
              <a:t>Operations</a:t>
            </a:r>
            <a:endParaRPr lang="en-US" sz="3732" dirty="0">
              <a:solidFill>
                <a:srgbClr val="000000"/>
              </a:solidFill>
              <a:latin typeface="HP Simplified" pitchFamily="34" charset="0"/>
              <a:cs typeface="HP Simplified" pitchFamily="34" charset="0"/>
            </a:endParaRPr>
          </a:p>
        </p:txBody>
      </p:sp>
      <p:pic>
        <p:nvPicPr>
          <p:cNvPr id="5" name="Picture 4"/>
          <p:cNvPicPr>
            <a:picLocks noChangeAspect="1"/>
          </p:cNvPicPr>
          <p:nvPr/>
        </p:nvPicPr>
        <p:blipFill>
          <a:blip r:embed="rId3"/>
          <a:stretch>
            <a:fillRect/>
          </a:stretch>
        </p:blipFill>
        <p:spPr>
          <a:xfrm>
            <a:off x="4570412" y="352063"/>
            <a:ext cx="4150066" cy="5518219"/>
          </a:xfrm>
          <a:prstGeom prst="rect">
            <a:avLst/>
          </a:prstGeom>
          <a:ln>
            <a:solidFill>
              <a:schemeClr val="tx1"/>
            </a:solidFill>
          </a:ln>
          <a:effectLst>
            <a:softEdge rad="0"/>
          </a:effectLst>
        </p:spPr>
      </p:pic>
    </p:spTree>
    <p:extLst>
      <p:ext uri="{BB962C8B-B14F-4D97-AF65-F5344CB8AC3E}">
        <p14:creationId xmlns:p14="http://schemas.microsoft.com/office/powerpoint/2010/main" val="103277180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78822" y="0"/>
            <a:ext cx="12367647" cy="5486400"/>
          </a:xfrm>
          <a:prstGeom prst="rect">
            <a:avLst/>
          </a:prstGeom>
        </p:spPr>
      </p:pic>
      <p:sp>
        <p:nvSpPr>
          <p:cNvPr id="3" name="Title 1"/>
          <p:cNvSpPr txBox="1">
            <a:spLocks/>
          </p:cNvSpPr>
          <p:nvPr/>
        </p:nvSpPr>
        <p:spPr>
          <a:xfrm>
            <a:off x="8140" y="5715000"/>
            <a:ext cx="12180685" cy="762000"/>
          </a:xfrm>
          <a:prstGeom prst="rect">
            <a:avLst/>
          </a:prstGeom>
        </p:spPr>
        <p:txBody>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algn="ctr"/>
            <a:r>
              <a:rPr lang="en-US" sz="3732" dirty="0" smtClean="0"/>
              <a:t>118 assessments . 87 organizations . 18 countries</a:t>
            </a:r>
            <a:endParaRPr lang="en-US" sz="3732" dirty="0"/>
          </a:p>
        </p:txBody>
      </p:sp>
    </p:spTree>
    <p:extLst>
      <p:ext uri="{BB962C8B-B14F-4D97-AF65-F5344CB8AC3E}">
        <p14:creationId xmlns:p14="http://schemas.microsoft.com/office/powerpoint/2010/main" val="4056835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nchor="ctr">
            <a:noAutofit/>
          </a:bodyPr>
          <a:lstStyle/>
          <a:p>
            <a:pPr>
              <a:defRPr/>
            </a:pPr>
            <a:r>
              <a:rPr lang="en-US" dirty="0">
                <a:latin typeface="+mn-lt"/>
                <a:ea typeface="ＭＳ Ｐゴシック" pitchFamily="34" charset="-128"/>
                <a:cs typeface="Arial" charset="0"/>
              </a:rPr>
              <a:t>Maturity and </a:t>
            </a:r>
            <a:r>
              <a:rPr lang="en-US" dirty="0" smtClean="0">
                <a:latin typeface="+mn-lt"/>
                <a:ea typeface="ＭＳ Ｐゴシック" pitchFamily="34" charset="-128"/>
                <a:cs typeface="Arial" charset="0"/>
              </a:rPr>
              <a:t>Capability Levels</a:t>
            </a:r>
            <a:endParaRPr lang="en-US" dirty="0">
              <a:latin typeface="+mn-lt"/>
              <a:ea typeface="ＭＳ Ｐゴシック" pitchFamily="34" charset="-128"/>
              <a:cs typeface="Arial" charset="0"/>
            </a:endParaRPr>
          </a:p>
        </p:txBody>
      </p:sp>
      <p:sp>
        <p:nvSpPr>
          <p:cNvPr id="5" name="Rectangle 4" descr="© INSCALE GmbH, 21.06.2010"/>
          <p:cNvSpPr>
            <a:spLocks noChangeArrowheads="1"/>
          </p:cNvSpPr>
          <p:nvPr/>
        </p:nvSpPr>
        <p:spPr bwMode="gray">
          <a:xfrm flipV="1">
            <a:off x="9107144" y="1890151"/>
            <a:ext cx="1138341" cy="4074553"/>
          </a:xfrm>
          <a:prstGeom prst="rect">
            <a:avLst/>
          </a:prstGeom>
          <a:solidFill>
            <a:srgbClr val="C0C0C0"/>
          </a:solidFill>
          <a:ln w="9525">
            <a:noFill/>
            <a:miter lim="800000"/>
            <a:headEnd/>
            <a:tailEnd/>
          </a:ln>
        </p:spPr>
        <p:txBody>
          <a:bodyPr wrap="none" anchor="ctr"/>
          <a:lstStyle/>
          <a:p>
            <a:endParaRPr lang="en-US" sz="2399" dirty="0"/>
          </a:p>
        </p:txBody>
      </p:sp>
      <p:sp>
        <p:nvSpPr>
          <p:cNvPr id="7" name="Rectangle 6" descr="© INSCALE GmbH, 21.06.2010"/>
          <p:cNvSpPr>
            <a:spLocks noChangeArrowheads="1"/>
          </p:cNvSpPr>
          <p:nvPr/>
        </p:nvSpPr>
        <p:spPr bwMode="gray">
          <a:xfrm flipV="1">
            <a:off x="7911243" y="1902854"/>
            <a:ext cx="1125911" cy="4061853"/>
          </a:xfrm>
          <a:prstGeom prst="rect">
            <a:avLst/>
          </a:prstGeom>
          <a:solidFill>
            <a:srgbClr val="C0C0C0"/>
          </a:solidFill>
          <a:ln w="9525">
            <a:noFill/>
            <a:miter lim="800000"/>
            <a:headEnd/>
            <a:tailEnd/>
          </a:ln>
        </p:spPr>
        <p:txBody>
          <a:bodyPr wrap="none" anchor="ctr"/>
          <a:lstStyle/>
          <a:p>
            <a:endParaRPr lang="en-US" sz="2399" dirty="0"/>
          </a:p>
        </p:txBody>
      </p:sp>
      <p:sp>
        <p:nvSpPr>
          <p:cNvPr id="8" name="Rectangle 7" descr="© INSCALE GmbH, 21.06.2010"/>
          <p:cNvSpPr>
            <a:spLocks noChangeArrowheads="1"/>
          </p:cNvSpPr>
          <p:nvPr/>
        </p:nvSpPr>
        <p:spPr bwMode="gray">
          <a:xfrm flipV="1">
            <a:off x="6680846" y="1909983"/>
            <a:ext cx="1175806" cy="4054721"/>
          </a:xfrm>
          <a:prstGeom prst="rect">
            <a:avLst/>
          </a:prstGeom>
          <a:solidFill>
            <a:srgbClr val="C0C0C0"/>
          </a:solidFill>
          <a:ln w="9525">
            <a:noFill/>
            <a:miter lim="800000"/>
            <a:headEnd/>
            <a:tailEnd/>
          </a:ln>
        </p:spPr>
        <p:txBody>
          <a:bodyPr wrap="none" anchor="ctr"/>
          <a:lstStyle/>
          <a:p>
            <a:endParaRPr lang="en-US" sz="2399" dirty="0"/>
          </a:p>
        </p:txBody>
      </p:sp>
      <p:sp>
        <p:nvSpPr>
          <p:cNvPr id="9" name="Rectangle 8" descr="© INSCALE GmbH, 21.06.2010"/>
          <p:cNvSpPr>
            <a:spLocks noChangeArrowheads="1"/>
          </p:cNvSpPr>
          <p:nvPr/>
        </p:nvSpPr>
        <p:spPr bwMode="gray">
          <a:xfrm flipV="1">
            <a:off x="4010127" y="1890155"/>
            <a:ext cx="1287209" cy="4074551"/>
          </a:xfrm>
          <a:prstGeom prst="rect">
            <a:avLst/>
          </a:prstGeom>
          <a:solidFill>
            <a:srgbClr val="C0C0C0"/>
          </a:solidFill>
          <a:ln w="9525">
            <a:noFill/>
            <a:miter lim="800000"/>
            <a:headEnd/>
            <a:tailEnd/>
          </a:ln>
        </p:spPr>
        <p:txBody>
          <a:bodyPr wrap="none" anchor="ctr"/>
          <a:lstStyle/>
          <a:p>
            <a:endParaRPr lang="en-US" sz="2399" dirty="0"/>
          </a:p>
        </p:txBody>
      </p:sp>
      <p:sp>
        <p:nvSpPr>
          <p:cNvPr id="10" name="Rectangle 9" descr="© INSCALE GmbH, 21.06.2010"/>
          <p:cNvSpPr>
            <a:spLocks noChangeArrowheads="1"/>
          </p:cNvSpPr>
          <p:nvPr/>
        </p:nvSpPr>
        <p:spPr bwMode="gray">
          <a:xfrm flipV="1">
            <a:off x="5381456" y="1894388"/>
            <a:ext cx="1247607" cy="4070320"/>
          </a:xfrm>
          <a:prstGeom prst="rect">
            <a:avLst/>
          </a:prstGeom>
          <a:solidFill>
            <a:srgbClr val="C0C0C0"/>
          </a:solidFill>
          <a:ln w="9525">
            <a:noFill/>
            <a:miter lim="800000"/>
            <a:headEnd/>
            <a:tailEnd/>
          </a:ln>
        </p:spPr>
        <p:txBody>
          <a:bodyPr wrap="none" anchor="ctr"/>
          <a:lstStyle/>
          <a:p>
            <a:endParaRPr lang="en-US" sz="2399" dirty="0"/>
          </a:p>
        </p:txBody>
      </p:sp>
      <p:sp>
        <p:nvSpPr>
          <p:cNvPr id="11" name="Text Box 2"/>
          <p:cNvSpPr txBox="1">
            <a:spLocks noChangeArrowheads="1"/>
          </p:cNvSpPr>
          <p:nvPr/>
        </p:nvSpPr>
        <p:spPr bwMode="auto">
          <a:xfrm>
            <a:off x="4010127" y="2106004"/>
            <a:ext cx="1287209" cy="856099"/>
          </a:xfrm>
          <a:prstGeom prst="rect">
            <a:avLst/>
          </a:prstGeom>
          <a:noFill/>
          <a:ln w="9525">
            <a:noFill/>
            <a:miter lim="800000"/>
            <a:headEnd/>
            <a:tailEnd/>
          </a:ln>
        </p:spPr>
        <p:txBody>
          <a:bodyPr rot="0" vert="horz" wrap="square" lIns="121888" tIns="60944" rIns="121888" bIns="60944" anchor="t" anchorCtr="0">
            <a:spAutoFit/>
          </a:bodyPr>
          <a:lstStyle/>
          <a:p>
            <a:pPr algn="ctr">
              <a:lnSpc>
                <a:spcPct val="115000"/>
              </a:lnSpc>
              <a:spcAft>
                <a:spcPts val="1333"/>
              </a:spcAft>
            </a:pPr>
            <a:r>
              <a:rPr lang="en-US" sz="1600" b="1" dirty="0">
                <a:latin typeface="+mj-lt"/>
                <a:ea typeface="Calibri"/>
                <a:cs typeface="Times New Roman"/>
              </a:rPr>
              <a:t>Level 0 </a:t>
            </a:r>
          </a:p>
          <a:p>
            <a:pPr algn="ctr">
              <a:lnSpc>
                <a:spcPct val="115000"/>
              </a:lnSpc>
              <a:spcAft>
                <a:spcPts val="1333"/>
              </a:spcAft>
            </a:pPr>
            <a:r>
              <a:rPr lang="en-US" sz="1600" b="1" dirty="0">
                <a:latin typeface="+mj-lt"/>
                <a:ea typeface="Calibri"/>
                <a:cs typeface="Times New Roman"/>
              </a:rPr>
              <a:t>Incomplete</a:t>
            </a:r>
          </a:p>
        </p:txBody>
      </p:sp>
      <p:sp>
        <p:nvSpPr>
          <p:cNvPr id="12" name="Text Box 2"/>
          <p:cNvSpPr txBox="1">
            <a:spLocks noChangeArrowheads="1"/>
          </p:cNvSpPr>
          <p:nvPr/>
        </p:nvSpPr>
        <p:spPr bwMode="auto">
          <a:xfrm>
            <a:off x="5381454" y="2093307"/>
            <a:ext cx="1247607" cy="856099"/>
          </a:xfrm>
          <a:prstGeom prst="rect">
            <a:avLst/>
          </a:prstGeom>
          <a:noFill/>
          <a:ln w="9525">
            <a:noFill/>
            <a:miter lim="800000"/>
            <a:headEnd/>
            <a:tailEnd/>
          </a:ln>
        </p:spPr>
        <p:txBody>
          <a:bodyPr rot="0" vert="horz" wrap="square" lIns="121888" tIns="60944" rIns="121888" bIns="60944" anchor="t" anchorCtr="0">
            <a:spAutoFit/>
          </a:bodyPr>
          <a:lstStyle/>
          <a:p>
            <a:pPr algn="ctr">
              <a:lnSpc>
                <a:spcPct val="115000"/>
              </a:lnSpc>
              <a:spcAft>
                <a:spcPts val="1333"/>
              </a:spcAft>
            </a:pPr>
            <a:r>
              <a:rPr lang="en-US" sz="1600" b="1" dirty="0">
                <a:latin typeface="+mj-lt"/>
                <a:ea typeface="Calibri"/>
                <a:cs typeface="Times New Roman"/>
              </a:rPr>
              <a:t>Level 1</a:t>
            </a:r>
          </a:p>
          <a:p>
            <a:pPr algn="ctr">
              <a:lnSpc>
                <a:spcPct val="115000"/>
              </a:lnSpc>
              <a:spcAft>
                <a:spcPts val="1333"/>
              </a:spcAft>
            </a:pPr>
            <a:r>
              <a:rPr lang="en-US" sz="1600" b="1" dirty="0">
                <a:latin typeface="+mj-lt"/>
                <a:ea typeface="Calibri"/>
                <a:cs typeface="Times New Roman"/>
              </a:rPr>
              <a:t>Performed</a:t>
            </a:r>
          </a:p>
        </p:txBody>
      </p:sp>
      <p:sp>
        <p:nvSpPr>
          <p:cNvPr id="13" name="Text Box 2"/>
          <p:cNvSpPr txBox="1">
            <a:spLocks noChangeArrowheads="1"/>
          </p:cNvSpPr>
          <p:nvPr/>
        </p:nvSpPr>
        <p:spPr bwMode="auto">
          <a:xfrm>
            <a:off x="6667431" y="2106004"/>
            <a:ext cx="1165678" cy="1305966"/>
          </a:xfrm>
          <a:prstGeom prst="rect">
            <a:avLst/>
          </a:prstGeom>
          <a:noFill/>
          <a:ln w="9525">
            <a:noFill/>
            <a:miter lim="800000"/>
            <a:headEnd/>
            <a:tailEnd/>
          </a:ln>
        </p:spPr>
        <p:txBody>
          <a:bodyPr rot="0" vert="horz" wrap="square" lIns="121888" tIns="60944" rIns="121888" bIns="60944" anchor="t" anchorCtr="0">
            <a:spAutoFit/>
          </a:bodyPr>
          <a:lstStyle/>
          <a:p>
            <a:pPr algn="ctr">
              <a:lnSpc>
                <a:spcPct val="115000"/>
              </a:lnSpc>
              <a:spcAft>
                <a:spcPts val="1333"/>
              </a:spcAft>
            </a:pPr>
            <a:r>
              <a:rPr lang="en-US" sz="1600" b="1" dirty="0">
                <a:latin typeface="+mj-lt"/>
                <a:ea typeface="Calibri"/>
                <a:cs typeface="Times New Roman"/>
              </a:rPr>
              <a:t>Level 2</a:t>
            </a:r>
          </a:p>
          <a:p>
            <a:pPr algn="ctr">
              <a:lnSpc>
                <a:spcPct val="115000"/>
              </a:lnSpc>
              <a:spcAft>
                <a:spcPts val="1333"/>
              </a:spcAft>
            </a:pPr>
            <a:r>
              <a:rPr lang="en-US" sz="1600" b="1" dirty="0">
                <a:latin typeface="+mj-lt"/>
                <a:ea typeface="Calibri"/>
                <a:cs typeface="Times New Roman"/>
              </a:rPr>
              <a:t>Managed</a:t>
            </a:r>
          </a:p>
          <a:p>
            <a:pPr algn="ctr">
              <a:lnSpc>
                <a:spcPct val="115000"/>
              </a:lnSpc>
              <a:spcAft>
                <a:spcPts val="1333"/>
              </a:spcAft>
            </a:pPr>
            <a:endParaRPr lang="en-US" sz="1600" b="1" dirty="0">
              <a:latin typeface="Georgia"/>
              <a:ea typeface="Calibri"/>
              <a:cs typeface="Times New Roman"/>
            </a:endParaRPr>
          </a:p>
        </p:txBody>
      </p:sp>
      <p:sp>
        <p:nvSpPr>
          <p:cNvPr id="14" name="Text Box 2"/>
          <p:cNvSpPr txBox="1">
            <a:spLocks noChangeArrowheads="1"/>
          </p:cNvSpPr>
          <p:nvPr/>
        </p:nvSpPr>
        <p:spPr bwMode="auto">
          <a:xfrm>
            <a:off x="7911241" y="2101772"/>
            <a:ext cx="1125912" cy="856099"/>
          </a:xfrm>
          <a:prstGeom prst="rect">
            <a:avLst/>
          </a:prstGeom>
          <a:noFill/>
          <a:ln w="9525">
            <a:noFill/>
            <a:miter lim="800000"/>
            <a:headEnd/>
            <a:tailEnd/>
          </a:ln>
        </p:spPr>
        <p:txBody>
          <a:bodyPr rot="0" vert="horz" wrap="square" lIns="121888" tIns="60944" rIns="121888" bIns="60944" anchor="t" anchorCtr="0">
            <a:spAutoFit/>
          </a:bodyPr>
          <a:lstStyle/>
          <a:p>
            <a:pPr algn="ctr">
              <a:lnSpc>
                <a:spcPct val="115000"/>
              </a:lnSpc>
              <a:spcAft>
                <a:spcPts val="1333"/>
              </a:spcAft>
            </a:pPr>
            <a:r>
              <a:rPr lang="en-US" sz="1600" b="1">
                <a:latin typeface="+mj-lt"/>
                <a:ea typeface="Calibri"/>
                <a:cs typeface="Times New Roman"/>
              </a:rPr>
              <a:t>Level </a:t>
            </a:r>
            <a:r>
              <a:rPr lang="en-US" sz="1600" b="1" smtClean="0">
                <a:latin typeface="+mj-lt"/>
                <a:ea typeface="Calibri"/>
                <a:cs typeface="Times New Roman"/>
              </a:rPr>
              <a:t>3</a:t>
            </a:r>
            <a:endParaRPr lang="en-US" sz="1600" b="1" dirty="0">
              <a:latin typeface="+mj-lt"/>
              <a:ea typeface="Calibri"/>
              <a:cs typeface="Times New Roman"/>
            </a:endParaRPr>
          </a:p>
          <a:p>
            <a:pPr algn="ctr">
              <a:lnSpc>
                <a:spcPct val="115000"/>
              </a:lnSpc>
              <a:spcAft>
                <a:spcPts val="1333"/>
              </a:spcAft>
            </a:pPr>
            <a:r>
              <a:rPr lang="en-US" sz="1600" b="1" dirty="0">
                <a:latin typeface="+mj-lt"/>
                <a:ea typeface="Calibri"/>
                <a:cs typeface="Times New Roman"/>
              </a:rPr>
              <a:t>Defined</a:t>
            </a:r>
          </a:p>
        </p:txBody>
      </p:sp>
      <p:sp>
        <p:nvSpPr>
          <p:cNvPr id="15" name="Text Box 2"/>
          <p:cNvSpPr txBox="1">
            <a:spLocks noChangeArrowheads="1"/>
          </p:cNvSpPr>
          <p:nvPr/>
        </p:nvSpPr>
        <p:spPr bwMode="auto">
          <a:xfrm>
            <a:off x="9107144" y="2099354"/>
            <a:ext cx="1138342" cy="1755833"/>
          </a:xfrm>
          <a:prstGeom prst="rect">
            <a:avLst/>
          </a:prstGeom>
          <a:noFill/>
          <a:ln w="9525">
            <a:noFill/>
            <a:miter lim="800000"/>
            <a:headEnd/>
            <a:tailEnd/>
          </a:ln>
        </p:spPr>
        <p:txBody>
          <a:bodyPr rot="0" vert="horz" wrap="square" lIns="121888" tIns="60944" rIns="121888" bIns="60944" anchor="t" anchorCtr="0">
            <a:spAutoFit/>
          </a:bodyPr>
          <a:lstStyle/>
          <a:p>
            <a:pPr algn="ctr">
              <a:lnSpc>
                <a:spcPct val="115000"/>
              </a:lnSpc>
              <a:spcAft>
                <a:spcPts val="1333"/>
              </a:spcAft>
            </a:pPr>
            <a:r>
              <a:rPr lang="en-US" sz="1600" b="1" dirty="0">
                <a:latin typeface="+mj-lt"/>
                <a:ea typeface="Calibri"/>
                <a:cs typeface="Times New Roman"/>
              </a:rPr>
              <a:t>Level 4</a:t>
            </a:r>
          </a:p>
          <a:p>
            <a:pPr algn="ctr">
              <a:lnSpc>
                <a:spcPct val="115000"/>
              </a:lnSpc>
              <a:spcAft>
                <a:spcPts val="1333"/>
              </a:spcAft>
            </a:pPr>
            <a:r>
              <a:rPr lang="en-US" sz="1600" b="1" dirty="0">
                <a:latin typeface="+mj-lt"/>
                <a:ea typeface="Calibri"/>
                <a:cs typeface="Times New Roman"/>
              </a:rPr>
              <a:t>Measured</a:t>
            </a:r>
          </a:p>
          <a:p>
            <a:pPr algn="ctr">
              <a:lnSpc>
                <a:spcPct val="115000"/>
              </a:lnSpc>
              <a:spcAft>
                <a:spcPts val="1333"/>
              </a:spcAft>
            </a:pPr>
            <a:endParaRPr lang="en-US" sz="1600" b="1" dirty="0">
              <a:latin typeface="Calibri"/>
              <a:ea typeface="Calibri"/>
              <a:cs typeface="Times New Roman"/>
            </a:endParaRPr>
          </a:p>
          <a:p>
            <a:pPr algn="ctr">
              <a:lnSpc>
                <a:spcPct val="115000"/>
              </a:lnSpc>
              <a:spcAft>
                <a:spcPts val="1333"/>
              </a:spcAft>
            </a:pPr>
            <a:endParaRPr lang="en-US" sz="1600" b="1" dirty="0">
              <a:latin typeface="Calibri"/>
              <a:ea typeface="Calibri"/>
              <a:cs typeface="Times New Roman"/>
            </a:endParaRPr>
          </a:p>
        </p:txBody>
      </p:sp>
      <p:sp>
        <p:nvSpPr>
          <p:cNvPr id="3" name="TextBox 2"/>
          <p:cNvSpPr txBox="1"/>
          <p:nvPr/>
        </p:nvSpPr>
        <p:spPr>
          <a:xfrm>
            <a:off x="6370637" y="1502060"/>
            <a:ext cx="3013902" cy="379463"/>
          </a:xfrm>
          <a:prstGeom prst="rect">
            <a:avLst/>
          </a:prstGeom>
          <a:noFill/>
        </p:spPr>
        <p:txBody>
          <a:bodyPr wrap="none" rtlCol="0">
            <a:spAutoFit/>
          </a:bodyPr>
          <a:lstStyle/>
          <a:p>
            <a:r>
              <a:rPr lang="en-US" sz="1866" b="1" dirty="0">
                <a:latin typeface="+mj-lt"/>
              </a:rPr>
              <a:t>Maturity &amp; capability levels</a:t>
            </a:r>
          </a:p>
        </p:txBody>
      </p:sp>
      <p:sp>
        <p:nvSpPr>
          <p:cNvPr id="20" name="TextBox 19"/>
          <p:cNvSpPr txBox="1"/>
          <p:nvPr/>
        </p:nvSpPr>
        <p:spPr>
          <a:xfrm>
            <a:off x="168873" y="1611000"/>
            <a:ext cx="3649307" cy="461537"/>
          </a:xfrm>
          <a:prstGeom prst="rect">
            <a:avLst/>
          </a:prstGeom>
          <a:noFill/>
        </p:spPr>
        <p:txBody>
          <a:bodyPr wrap="square" rtlCol="0">
            <a:spAutoFit/>
          </a:bodyPr>
          <a:lstStyle/>
          <a:p>
            <a:r>
              <a:rPr lang="en-US" sz="2399" b="1" dirty="0">
                <a:solidFill>
                  <a:schemeClr val="accent1"/>
                </a:solidFill>
                <a:latin typeface="+mj-lt"/>
              </a:rPr>
              <a:t>Assessment methodology</a:t>
            </a:r>
          </a:p>
        </p:txBody>
      </p:sp>
      <p:sp>
        <p:nvSpPr>
          <p:cNvPr id="19" name="TextBox 18"/>
          <p:cNvSpPr txBox="1"/>
          <p:nvPr/>
        </p:nvSpPr>
        <p:spPr>
          <a:xfrm>
            <a:off x="182190" y="2325126"/>
            <a:ext cx="3621855" cy="3374001"/>
          </a:xfrm>
          <a:prstGeom prst="rect">
            <a:avLst/>
          </a:prstGeom>
          <a:noFill/>
        </p:spPr>
        <p:txBody>
          <a:bodyPr wrap="square" rtlCol="0">
            <a:spAutoFit/>
          </a:bodyPr>
          <a:lstStyle/>
          <a:p>
            <a:pPr marL="380905" indent="-380905">
              <a:spcBef>
                <a:spcPts val="1600"/>
              </a:spcBef>
              <a:buFont typeface="Arial" pitchFamily="34" charset="0"/>
              <a:buChar char="•"/>
            </a:pPr>
            <a:r>
              <a:rPr lang="en-US" sz="1866" dirty="0"/>
              <a:t>Quantitative assessment of business, people, process and technology</a:t>
            </a:r>
          </a:p>
          <a:p>
            <a:pPr marL="380905" indent="-380905">
              <a:spcBef>
                <a:spcPts val="1600"/>
              </a:spcBef>
              <a:buFont typeface="Arial" pitchFamily="34" charset="0"/>
              <a:buChar char="•"/>
            </a:pPr>
            <a:r>
              <a:rPr lang="en-US" sz="1866" dirty="0"/>
              <a:t>Based on Carnegie Mellon – </a:t>
            </a:r>
            <a:r>
              <a:rPr lang="en-US" sz="1866" i="1" dirty="0"/>
              <a:t>Software Engineering Institute’s - Capability Maturity Model for Integration</a:t>
            </a:r>
            <a:r>
              <a:rPr lang="en-US" sz="1866" dirty="0"/>
              <a:t> (SEI-CMMI)</a:t>
            </a:r>
          </a:p>
          <a:p>
            <a:pPr marL="380905" indent="-380905">
              <a:spcBef>
                <a:spcPts val="1600"/>
              </a:spcBef>
              <a:buFont typeface="Arial" pitchFamily="34" charset="0"/>
              <a:buChar char="•"/>
            </a:pPr>
            <a:r>
              <a:rPr lang="en-US" sz="1866" dirty="0"/>
              <a:t>Year-to-year trends and comparisons across industries</a:t>
            </a:r>
          </a:p>
        </p:txBody>
      </p:sp>
      <p:sp>
        <p:nvSpPr>
          <p:cNvPr id="21" name="TextBox 20"/>
          <p:cNvSpPr txBox="1"/>
          <p:nvPr/>
        </p:nvSpPr>
        <p:spPr>
          <a:xfrm>
            <a:off x="11536515" y="6318296"/>
            <a:ext cx="184731" cy="502573"/>
          </a:xfrm>
          <a:prstGeom prst="rect">
            <a:avLst/>
          </a:prstGeom>
          <a:noFill/>
        </p:spPr>
        <p:txBody>
          <a:bodyPr wrap="none" rtlCol="0">
            <a:spAutoFit/>
          </a:bodyPr>
          <a:lstStyle/>
          <a:p>
            <a:endParaRPr lang="en-US" sz="2666" dirty="0" err="1">
              <a:latin typeface="+mj-lt"/>
            </a:endParaRPr>
          </a:p>
        </p:txBody>
      </p:sp>
      <p:sp>
        <p:nvSpPr>
          <p:cNvPr id="24" name="Rectangle 23" descr="© INSCALE GmbH, 21.06.2010"/>
          <p:cNvSpPr>
            <a:spLocks noChangeArrowheads="1"/>
          </p:cNvSpPr>
          <p:nvPr/>
        </p:nvSpPr>
        <p:spPr bwMode="gray">
          <a:xfrm flipV="1">
            <a:off x="10316447" y="1898616"/>
            <a:ext cx="1220068" cy="4061853"/>
          </a:xfrm>
          <a:prstGeom prst="rect">
            <a:avLst/>
          </a:prstGeom>
          <a:solidFill>
            <a:srgbClr val="C0C0C0"/>
          </a:solidFill>
          <a:ln w="9525">
            <a:noFill/>
            <a:miter lim="800000"/>
            <a:headEnd/>
            <a:tailEnd/>
          </a:ln>
        </p:spPr>
        <p:txBody>
          <a:bodyPr wrap="none" anchor="ctr"/>
          <a:lstStyle/>
          <a:p>
            <a:endParaRPr lang="en-US" sz="2399" dirty="0"/>
          </a:p>
        </p:txBody>
      </p:sp>
      <p:sp>
        <p:nvSpPr>
          <p:cNvPr id="26" name="Text Box 2"/>
          <p:cNvSpPr txBox="1">
            <a:spLocks noChangeArrowheads="1"/>
          </p:cNvSpPr>
          <p:nvPr/>
        </p:nvSpPr>
        <p:spPr bwMode="auto">
          <a:xfrm>
            <a:off x="10316448" y="2102842"/>
            <a:ext cx="1220066" cy="856099"/>
          </a:xfrm>
          <a:prstGeom prst="rect">
            <a:avLst/>
          </a:prstGeom>
          <a:noFill/>
          <a:ln w="9525">
            <a:noFill/>
            <a:miter lim="800000"/>
            <a:headEnd/>
            <a:tailEnd/>
          </a:ln>
        </p:spPr>
        <p:txBody>
          <a:bodyPr rot="0" vert="horz" wrap="square" lIns="121888" tIns="60944" rIns="121888" bIns="60944" anchor="t" anchorCtr="0">
            <a:spAutoFit/>
          </a:bodyPr>
          <a:lstStyle/>
          <a:p>
            <a:pPr algn="ctr">
              <a:lnSpc>
                <a:spcPct val="115000"/>
              </a:lnSpc>
              <a:spcAft>
                <a:spcPts val="1333"/>
              </a:spcAft>
            </a:pPr>
            <a:r>
              <a:rPr lang="en-US" sz="1600" b="1" dirty="0">
                <a:latin typeface="+mj-lt"/>
                <a:ea typeface="Calibri"/>
                <a:cs typeface="Times New Roman"/>
              </a:rPr>
              <a:t>Level 5</a:t>
            </a:r>
          </a:p>
          <a:p>
            <a:pPr algn="ctr">
              <a:lnSpc>
                <a:spcPct val="115000"/>
              </a:lnSpc>
              <a:spcAft>
                <a:spcPts val="1333"/>
              </a:spcAft>
            </a:pPr>
            <a:r>
              <a:rPr lang="en-US" sz="1600" b="1" dirty="0">
                <a:latin typeface="+mj-lt"/>
                <a:ea typeface="Calibri"/>
                <a:cs typeface="Times New Roman"/>
              </a:rPr>
              <a:t>Optimized</a:t>
            </a:r>
          </a:p>
        </p:txBody>
      </p:sp>
      <p:sp>
        <p:nvSpPr>
          <p:cNvPr id="7177" name="Oval 7176"/>
          <p:cNvSpPr/>
          <p:nvPr/>
        </p:nvSpPr>
        <p:spPr>
          <a:xfrm>
            <a:off x="8106723" y="4107880"/>
            <a:ext cx="471913" cy="494453"/>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a:solidFill>
                <a:schemeClr val="tx1"/>
              </a:solidFill>
            </a:endParaRPr>
          </a:p>
        </p:txBody>
      </p:sp>
      <p:sp>
        <p:nvSpPr>
          <p:cNvPr id="7171" name="Freeform 7170"/>
          <p:cNvSpPr/>
          <p:nvPr/>
        </p:nvSpPr>
        <p:spPr>
          <a:xfrm>
            <a:off x="4010128" y="4361003"/>
            <a:ext cx="7408298" cy="1584813"/>
          </a:xfrm>
          <a:custGeom>
            <a:avLst/>
            <a:gdLst>
              <a:gd name="connsiteX0" fmla="*/ 0 w 6599208"/>
              <a:gd name="connsiteY0" fmla="*/ 1603565 h 1603565"/>
              <a:gd name="connsiteX1" fmla="*/ 3588589 w 6599208"/>
              <a:gd name="connsiteY1" fmla="*/ 7679 h 1603565"/>
              <a:gd name="connsiteX2" fmla="*/ 6599208 w 6599208"/>
              <a:gd name="connsiteY2" fmla="*/ 999716 h 1603565"/>
            </a:gdLst>
            <a:ahLst/>
            <a:cxnLst>
              <a:cxn ang="0">
                <a:pos x="connsiteX0" y="connsiteY0"/>
              </a:cxn>
              <a:cxn ang="0">
                <a:pos x="connsiteX1" y="connsiteY1"/>
              </a:cxn>
              <a:cxn ang="0">
                <a:pos x="connsiteX2" y="connsiteY2"/>
              </a:cxn>
            </a:cxnLst>
            <a:rect l="l" t="t" r="r" b="b"/>
            <a:pathLst>
              <a:path w="6599208" h="1603565">
                <a:moveTo>
                  <a:pt x="0" y="1603565"/>
                </a:moveTo>
                <a:cubicBezTo>
                  <a:pt x="1244360" y="855942"/>
                  <a:pt x="2488721" y="108320"/>
                  <a:pt x="3588589" y="7679"/>
                </a:cubicBezTo>
                <a:cubicBezTo>
                  <a:pt x="4688457" y="-92962"/>
                  <a:pt x="6085936" y="825750"/>
                  <a:pt x="6599208" y="999716"/>
                </a:cubicBezTo>
              </a:path>
            </a:pathLst>
          </a:custGeom>
          <a:noFill/>
          <a:ln w="25400">
            <a:solidFill>
              <a:schemeClr val="accent1"/>
            </a:solidFill>
            <a:tailEnd type="triangle"/>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p>
        </p:txBody>
      </p:sp>
      <p:sp>
        <p:nvSpPr>
          <p:cNvPr id="7173" name="Freeform 7172"/>
          <p:cNvSpPr/>
          <p:nvPr/>
        </p:nvSpPr>
        <p:spPr>
          <a:xfrm>
            <a:off x="4010126" y="3177803"/>
            <a:ext cx="7479261" cy="2782670"/>
          </a:xfrm>
          <a:custGeom>
            <a:avLst/>
            <a:gdLst>
              <a:gd name="connsiteX0" fmla="*/ 0 w 6590582"/>
              <a:gd name="connsiteY0" fmla="*/ 2613804 h 2613804"/>
              <a:gd name="connsiteX1" fmla="*/ 6590582 w 6590582"/>
              <a:gd name="connsiteY1" fmla="*/ 0 h 2613804"/>
              <a:gd name="connsiteX2" fmla="*/ 6590582 w 6590582"/>
              <a:gd name="connsiteY2" fmla="*/ 0 h 2613804"/>
            </a:gdLst>
            <a:ahLst/>
            <a:cxnLst>
              <a:cxn ang="0">
                <a:pos x="connsiteX0" y="connsiteY0"/>
              </a:cxn>
              <a:cxn ang="0">
                <a:pos x="connsiteX1" y="connsiteY1"/>
              </a:cxn>
              <a:cxn ang="0">
                <a:pos x="connsiteX2" y="connsiteY2"/>
              </a:cxn>
            </a:cxnLst>
            <a:rect l="l" t="t" r="r" b="b"/>
            <a:pathLst>
              <a:path w="6590582" h="2613804">
                <a:moveTo>
                  <a:pt x="0" y="2613804"/>
                </a:moveTo>
                <a:lnTo>
                  <a:pt x="6590582" y="0"/>
                </a:lnTo>
                <a:lnTo>
                  <a:pt x="6590582" y="0"/>
                </a:lnTo>
              </a:path>
            </a:pathLst>
          </a:custGeom>
          <a:solidFill>
            <a:schemeClr val="accent2"/>
          </a:solidFill>
          <a:ln w="22225">
            <a:solidFill>
              <a:schemeClr val="accent2"/>
            </a:solidFill>
            <a:tailEnd type="triangle"/>
          </a:ln>
          <a:effectLst/>
        </p:spPr>
        <p:style>
          <a:lnRef idx="1">
            <a:schemeClr val="accent1"/>
          </a:lnRef>
          <a:fillRef idx="3">
            <a:schemeClr val="accent1"/>
          </a:fillRef>
          <a:effectRef idx="2">
            <a:schemeClr val="accent1"/>
          </a:effectRef>
          <a:fontRef idx="minor">
            <a:schemeClr val="lt1"/>
          </a:fontRef>
        </p:style>
        <p:txBody>
          <a:bodyPr tIns="365665" bIns="0" rtlCol="0" anchor="ctr">
            <a:scene3d>
              <a:camera prst="orthographicFront">
                <a:rot lat="0" lon="0" rev="1500000"/>
              </a:camera>
              <a:lightRig rig="threePt" dir="t"/>
            </a:scene3d>
            <a:sp3d/>
          </a:bodyPr>
          <a:lstStyle/>
          <a:p>
            <a:pPr algn="ctr"/>
            <a:r>
              <a:rPr lang="en-US" sz="2133" dirty="0">
                <a:solidFill>
                  <a:srgbClr val="FF0000"/>
                </a:solidFill>
              </a:rPr>
              <a:t>      </a:t>
            </a:r>
          </a:p>
        </p:txBody>
      </p:sp>
      <p:sp>
        <p:nvSpPr>
          <p:cNvPr id="7178" name="TextBox 7177"/>
          <p:cNvSpPr txBox="1"/>
          <p:nvPr/>
        </p:nvSpPr>
        <p:spPr>
          <a:xfrm rot="19965311">
            <a:off x="5299950" y="4129467"/>
            <a:ext cx="1857596" cy="377544"/>
          </a:xfrm>
          <a:prstGeom prst="rect">
            <a:avLst/>
          </a:prstGeom>
          <a:noFill/>
        </p:spPr>
        <p:txBody>
          <a:bodyPr wrap="square" rtlCol="0">
            <a:noAutofit/>
          </a:bodyPr>
          <a:lstStyle/>
          <a:p>
            <a:pPr defTabSz="573474">
              <a:spcAft>
                <a:spcPts val="533"/>
              </a:spcAft>
              <a:buSzPct val="100000"/>
            </a:pPr>
            <a:r>
              <a:rPr lang="en-US" sz="2133" dirty="0">
                <a:solidFill>
                  <a:schemeClr val="accent1"/>
                </a:solidFill>
                <a:latin typeface="HP Simplified" pitchFamily="34" charset="0"/>
                <a:cs typeface="HP Simplified" pitchFamily="34" charset="0"/>
              </a:rPr>
              <a:t>Effectiveness</a:t>
            </a:r>
          </a:p>
        </p:txBody>
      </p:sp>
      <p:sp>
        <p:nvSpPr>
          <p:cNvPr id="29" name="TextBox 28"/>
          <p:cNvSpPr txBox="1"/>
          <p:nvPr/>
        </p:nvSpPr>
        <p:spPr>
          <a:xfrm rot="20115701">
            <a:off x="6696513" y="4598080"/>
            <a:ext cx="1277623" cy="420564"/>
          </a:xfrm>
          <a:prstGeom prst="rect">
            <a:avLst/>
          </a:prstGeom>
          <a:noFill/>
        </p:spPr>
        <p:txBody>
          <a:bodyPr wrap="square" rtlCol="0">
            <a:spAutoFit/>
          </a:bodyPr>
          <a:lstStyle/>
          <a:p>
            <a:pPr defTabSz="573474">
              <a:spcAft>
                <a:spcPts val="533"/>
              </a:spcAft>
              <a:buSzPct val="100000"/>
            </a:pPr>
            <a:r>
              <a:rPr lang="en-US" sz="2133" dirty="0">
                <a:solidFill>
                  <a:schemeClr val="accent2"/>
                </a:solidFill>
                <a:latin typeface="HP Simplified" pitchFamily="34" charset="0"/>
                <a:cs typeface="HP Simplified" pitchFamily="34" charset="0"/>
              </a:rPr>
              <a:t>Maturity</a:t>
            </a:r>
          </a:p>
        </p:txBody>
      </p:sp>
    </p:spTree>
    <p:extLst>
      <p:ext uri="{BB962C8B-B14F-4D97-AF65-F5344CB8AC3E}">
        <p14:creationId xmlns:p14="http://schemas.microsoft.com/office/powerpoint/2010/main" val="2468642333"/>
      </p:ext>
    </p:extLst>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221375" y="934806"/>
            <a:ext cx="10196376" cy="4767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Picture 1"/>
          <p:cNvPicPr>
            <a:picLocks noChangeAspect="1"/>
          </p:cNvPicPr>
          <p:nvPr/>
        </p:nvPicPr>
        <p:blipFill>
          <a:blip r:embed="rId3"/>
          <a:stretch>
            <a:fillRect/>
          </a:stretch>
        </p:blipFill>
        <p:spPr>
          <a:xfrm>
            <a:off x="780846" y="1200731"/>
            <a:ext cx="10627132" cy="4456539"/>
          </a:xfrm>
          <a:prstGeom prst="rect">
            <a:avLst/>
          </a:prstGeom>
        </p:spPr>
      </p:pic>
      <p:sp>
        <p:nvSpPr>
          <p:cNvPr id="3" name="TextBox 2"/>
          <p:cNvSpPr txBox="1"/>
          <p:nvPr/>
        </p:nvSpPr>
        <p:spPr>
          <a:xfrm>
            <a:off x="3800872" y="458327"/>
            <a:ext cx="4587077" cy="1218883"/>
          </a:xfrm>
          <a:prstGeom prst="rect">
            <a:avLst/>
          </a:prstGeom>
          <a:noFill/>
        </p:spPr>
        <p:txBody>
          <a:bodyPr wrap="none" rtlCol="0">
            <a:noAutofit/>
          </a:bodyPr>
          <a:lstStyle/>
          <a:p>
            <a:pPr defTabSz="573474">
              <a:spcAft>
                <a:spcPts val="533"/>
              </a:spcAft>
              <a:buSzPct val="100000"/>
            </a:pPr>
            <a:r>
              <a:rPr lang="en-US" sz="2800" b="1" dirty="0">
                <a:solidFill>
                  <a:srgbClr val="000000"/>
                </a:solidFill>
                <a:cs typeface="HP Simplified" pitchFamily="34" charset="0"/>
              </a:rPr>
              <a:t>Median SOMM Score by Industry</a:t>
            </a:r>
          </a:p>
        </p:txBody>
      </p:sp>
    </p:spTree>
    <p:extLst>
      <p:ext uri="{BB962C8B-B14F-4D97-AF65-F5344CB8AC3E}">
        <p14:creationId xmlns:p14="http://schemas.microsoft.com/office/powerpoint/2010/main" val="79427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0912" y="0"/>
            <a:ext cx="11513300" cy="874483"/>
          </a:xfrm>
        </p:spPr>
        <p:txBody>
          <a:bodyPr anchor="ctr"/>
          <a:lstStyle/>
          <a:p>
            <a:r>
              <a:rPr lang="en-US" dirty="0" smtClean="0"/>
              <a:t>Key Takeaways</a:t>
            </a:r>
            <a:endParaRPr lang="en-US" dirty="0"/>
          </a:p>
        </p:txBody>
      </p:sp>
      <p:sp>
        <p:nvSpPr>
          <p:cNvPr id="4" name="Content Placeholder 3"/>
          <p:cNvSpPr>
            <a:spLocks noGrp="1"/>
          </p:cNvSpPr>
          <p:nvPr>
            <p:ph sz="quarter" idx="4294967295"/>
          </p:nvPr>
        </p:nvSpPr>
        <p:spPr>
          <a:xfrm>
            <a:off x="633500" y="1115212"/>
            <a:ext cx="11128397" cy="4616517"/>
          </a:xfrm>
          <a:prstGeom prst="rect">
            <a:avLst/>
          </a:prstGeom>
        </p:spPr>
        <p:txBody>
          <a:bodyPr>
            <a:normAutofit/>
          </a:bodyPr>
          <a:lstStyle/>
          <a:p>
            <a:pPr marL="377858" indent="-380905" defTabSz="609448">
              <a:spcBef>
                <a:spcPts val="1600"/>
              </a:spcBef>
              <a:buFont typeface="Arial" panose="020B0604020202020204" pitchFamily="34" charset="0"/>
              <a:buChar char="•"/>
            </a:pPr>
            <a:r>
              <a:rPr lang="en-US" sz="2400" dirty="0"/>
              <a:t>#1 concern of cyber defense team leadership is attracting and retaining </a:t>
            </a:r>
            <a:r>
              <a:rPr lang="en-US" sz="2400" dirty="0" smtClean="0"/>
              <a:t>skilled </a:t>
            </a:r>
            <a:r>
              <a:rPr lang="en-US" sz="2400" dirty="0"/>
              <a:t>resources.</a:t>
            </a:r>
          </a:p>
          <a:p>
            <a:pPr marL="377858" indent="-380905" defTabSz="609448">
              <a:spcBef>
                <a:spcPts val="1600"/>
              </a:spcBef>
              <a:buFont typeface="Arial" panose="020B0604020202020204" pitchFamily="34" charset="0"/>
              <a:buChar char="•"/>
            </a:pPr>
            <a:r>
              <a:rPr lang="en-US" sz="2400" dirty="0"/>
              <a:t>0% of Cyber Defense teams achieving minimum security monitoring </a:t>
            </a:r>
            <a:r>
              <a:rPr lang="en-US" sz="2400" dirty="0" smtClean="0"/>
              <a:t>capabilities </a:t>
            </a:r>
            <a:r>
              <a:rPr lang="en-US" sz="2400" dirty="0"/>
              <a:t>without a SIEM: ZERO</a:t>
            </a:r>
          </a:p>
          <a:p>
            <a:pPr marL="377858" indent="-380905" defTabSz="609448">
              <a:spcBef>
                <a:spcPts val="1600"/>
              </a:spcBef>
              <a:buFont typeface="Arial" panose="020B0604020202020204" pitchFamily="34" charset="0"/>
              <a:buChar char="•"/>
            </a:pPr>
            <a:r>
              <a:rPr lang="en-US" sz="2400" dirty="0"/>
              <a:t>20% of SOCs are not meeting </a:t>
            </a:r>
            <a:r>
              <a:rPr lang="en-US" sz="2400" u="sng" dirty="0"/>
              <a:t>minimum</a:t>
            </a:r>
            <a:r>
              <a:rPr lang="en-US" sz="2400" dirty="0"/>
              <a:t> security threat detection and </a:t>
            </a:r>
            <a:r>
              <a:rPr lang="en-US" sz="2400" dirty="0" smtClean="0"/>
              <a:t>response </a:t>
            </a:r>
            <a:r>
              <a:rPr lang="en-US" sz="2400" dirty="0"/>
              <a:t>capabilities</a:t>
            </a:r>
          </a:p>
          <a:p>
            <a:pPr marL="377858" indent="-380905" defTabSz="609448">
              <a:spcBef>
                <a:spcPts val="1600"/>
              </a:spcBef>
              <a:buFont typeface="Arial" panose="020B0604020202020204" pitchFamily="34" charset="0"/>
              <a:buChar char="•"/>
            </a:pPr>
            <a:r>
              <a:rPr lang="en-US" sz="2400" dirty="0"/>
              <a:t>87% of SOCs are not meeting recommended maturity </a:t>
            </a:r>
            <a:r>
              <a:rPr lang="en-US" sz="2400" dirty="0" smtClean="0"/>
              <a:t>and  </a:t>
            </a:r>
            <a:r>
              <a:rPr lang="en-US" sz="2400" dirty="0"/>
              <a:t>capability levels</a:t>
            </a:r>
          </a:p>
        </p:txBody>
      </p:sp>
    </p:spTree>
    <p:extLst>
      <p:ext uri="{BB962C8B-B14F-4D97-AF65-F5344CB8AC3E}">
        <p14:creationId xmlns:p14="http://schemas.microsoft.com/office/powerpoint/2010/main" val="13220823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0912" y="0"/>
            <a:ext cx="11513300" cy="874483"/>
          </a:xfrm>
        </p:spPr>
        <p:txBody>
          <a:bodyPr anchor="ctr"/>
          <a:lstStyle/>
          <a:p>
            <a:r>
              <a:rPr lang="en-US" dirty="0"/>
              <a:t>Security operations is a program, not a project</a:t>
            </a:r>
          </a:p>
        </p:txBody>
      </p:sp>
      <p:sp>
        <p:nvSpPr>
          <p:cNvPr id="4" name="Content Placeholder 3"/>
          <p:cNvSpPr>
            <a:spLocks noGrp="1"/>
          </p:cNvSpPr>
          <p:nvPr>
            <p:ph sz="quarter" idx="4294967295"/>
          </p:nvPr>
        </p:nvSpPr>
        <p:spPr>
          <a:xfrm>
            <a:off x="633500" y="1115212"/>
            <a:ext cx="11128397" cy="4616517"/>
          </a:xfrm>
          <a:prstGeom prst="rect">
            <a:avLst/>
          </a:prstGeom>
        </p:spPr>
        <p:txBody>
          <a:bodyPr>
            <a:normAutofit/>
          </a:bodyPr>
          <a:lstStyle/>
          <a:p>
            <a:pPr marL="0" indent="0">
              <a:buNone/>
            </a:pPr>
            <a:r>
              <a:rPr lang="en-US" sz="2400" dirty="0">
                <a:solidFill>
                  <a:schemeClr val="accent1"/>
                </a:solidFill>
              </a:rPr>
              <a:t>SOC maturity often peaks </a:t>
            </a:r>
            <a:r>
              <a:rPr lang="en-US" sz="2400" dirty="0" smtClean="0">
                <a:solidFill>
                  <a:schemeClr val="accent1"/>
                </a:solidFill>
              </a:rPr>
              <a:t>and then drops at </a:t>
            </a:r>
            <a:r>
              <a:rPr lang="en-US" sz="2400" dirty="0">
                <a:solidFill>
                  <a:schemeClr val="accent1"/>
                </a:solidFill>
              </a:rPr>
              <a:t>about 18 months after inception, typically </a:t>
            </a:r>
            <a:r>
              <a:rPr lang="en-US" sz="2400" dirty="0" smtClean="0">
                <a:solidFill>
                  <a:schemeClr val="accent1"/>
                </a:solidFill>
              </a:rPr>
              <a:t>because of leadership </a:t>
            </a:r>
            <a:r>
              <a:rPr lang="en-US" sz="2400" dirty="0">
                <a:solidFill>
                  <a:schemeClr val="accent1"/>
                </a:solidFill>
              </a:rPr>
              <a:t>changes and the end of project funding</a:t>
            </a:r>
          </a:p>
        </p:txBody>
      </p:sp>
      <p:pic>
        <p:nvPicPr>
          <p:cNvPr id="3" name="Picture 2"/>
          <p:cNvPicPr>
            <a:picLocks noChangeAspect="1"/>
          </p:cNvPicPr>
          <p:nvPr/>
        </p:nvPicPr>
        <p:blipFill>
          <a:blip r:embed="rId3"/>
          <a:stretch>
            <a:fillRect/>
          </a:stretch>
        </p:blipFill>
        <p:spPr>
          <a:xfrm>
            <a:off x="1841528" y="2667000"/>
            <a:ext cx="8420447" cy="3353275"/>
          </a:xfrm>
          <a:prstGeom prst="rect">
            <a:avLst/>
          </a:prstGeom>
        </p:spPr>
      </p:pic>
    </p:spTree>
    <p:extLst>
      <p:ext uri="{BB962C8B-B14F-4D97-AF65-F5344CB8AC3E}">
        <p14:creationId xmlns:p14="http://schemas.microsoft.com/office/powerpoint/2010/main" val="1264172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00000"/>
              </a:lnSpc>
            </a:pPr>
            <a:r>
              <a:rPr lang="en-US" dirty="0" smtClean="0"/>
              <a:t>For more information…</a:t>
            </a:r>
            <a:endParaRPr lang="en-US" dirty="0"/>
          </a:p>
        </p:txBody>
      </p:sp>
      <p:sp>
        <p:nvSpPr>
          <p:cNvPr id="3" name="Text Placeholder 4"/>
          <p:cNvSpPr txBox="1">
            <a:spLocks/>
          </p:cNvSpPr>
          <p:nvPr/>
        </p:nvSpPr>
        <p:spPr>
          <a:xfrm>
            <a:off x="455612" y="1504673"/>
            <a:ext cx="11369886" cy="1201219"/>
          </a:xfrm>
          <a:prstGeom prst="rect">
            <a:avLst/>
          </a:prstGeom>
        </p:spPr>
        <p:style>
          <a:lnRef idx="2">
            <a:schemeClr val="accent1"/>
          </a:lnRef>
          <a:fillRef idx="1">
            <a:schemeClr val="lt1"/>
          </a:fillRef>
          <a:effectRef idx="0">
            <a:schemeClr val="accent1"/>
          </a:effectRef>
          <a:fontRef idx="minor">
            <a:schemeClr val="dk1"/>
          </a:fontRef>
        </p:style>
        <p:txBody>
          <a:bodyPr lIns="186473" tIns="0" rIns="248630" bIns="0" anchor="ctr"/>
          <a:lstStyle>
            <a:lvl1pPr marL="0" indent="0" algn="l" defTabSz="914363" rtl="0" eaLnBrk="1" latinLnBrk="0" hangingPunct="1">
              <a:lnSpc>
                <a:spcPct val="90000"/>
              </a:lnSpc>
              <a:spcBef>
                <a:spcPct val="20000"/>
              </a:spcBef>
              <a:buSzPct val="90000"/>
              <a:buFont typeface="Wingdings" pitchFamily="2" charset="2"/>
              <a:buNone/>
              <a:defRPr sz="2800" kern="1200">
                <a:gradFill>
                  <a:gsLst>
                    <a:gs pos="0">
                      <a:schemeClr val="tx1"/>
                    </a:gs>
                    <a:gs pos="86000">
                      <a:schemeClr val="tx1"/>
                    </a:gs>
                  </a:gsLst>
                  <a:lin ang="5400000" scaled="0"/>
                </a:gradFill>
                <a:latin typeface="Segoe UI Semibold" pitchFamily="34" charset="0"/>
                <a:ea typeface="+mn-ea"/>
                <a:cs typeface="+mn-cs"/>
              </a:defRPr>
            </a:lvl1pPr>
            <a:lvl2pPr marL="460375" indent="0" algn="l" defTabSz="914363" rtl="0" eaLnBrk="1" latinLnBrk="0" hangingPunct="1">
              <a:lnSpc>
                <a:spcPct val="90000"/>
              </a:lnSpc>
              <a:spcBef>
                <a:spcPct val="20000"/>
              </a:spcBef>
              <a:buSzPct val="90000"/>
              <a:buFont typeface="Wingdings" pitchFamily="2" charset="2"/>
              <a:buNone/>
              <a:defRPr sz="2400" kern="1200">
                <a:gradFill>
                  <a:gsLst>
                    <a:gs pos="0">
                      <a:schemeClr val="tx1"/>
                    </a:gs>
                    <a:gs pos="86000">
                      <a:schemeClr val="tx1"/>
                    </a:gs>
                  </a:gsLst>
                  <a:lin ang="5400000" scaled="0"/>
                </a:gradFill>
                <a:latin typeface="Segoe UI Light" pitchFamily="34" charset="0"/>
                <a:ea typeface="+mn-ea"/>
                <a:cs typeface="+mn-cs"/>
              </a:defRPr>
            </a:lvl2pPr>
            <a:lvl3pPr marL="1204913" indent="-349250" algn="l" defTabSz="914363" rtl="0" eaLnBrk="1" latinLnBrk="0" hangingPunct="1">
              <a:lnSpc>
                <a:spcPct val="90000"/>
              </a:lnSpc>
              <a:spcBef>
                <a:spcPct val="20000"/>
              </a:spcBef>
              <a:buSzPct val="90000"/>
              <a:buFont typeface="Wingdings" pitchFamily="2" charset="2"/>
              <a:buChar char="§"/>
              <a:defRPr sz="2000" kern="1200">
                <a:gradFill>
                  <a:gsLst>
                    <a:gs pos="0">
                      <a:schemeClr val="tx1"/>
                    </a:gs>
                    <a:gs pos="86000">
                      <a:schemeClr val="tx1"/>
                    </a:gs>
                  </a:gsLst>
                  <a:lin ang="5400000" scaled="0"/>
                </a:gradFill>
                <a:latin typeface="Segoe UI Light" pitchFamily="34" charset="0"/>
                <a:ea typeface="+mn-ea"/>
                <a:cs typeface="+mn-cs"/>
              </a:defRPr>
            </a:lvl3pPr>
            <a:lvl4pPr marL="1538288" indent="-279400"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4pPr>
            <a:lvl5pPr marL="1887538" indent="-282575"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609448">
              <a:lnSpc>
                <a:spcPct val="100000"/>
              </a:lnSpc>
              <a:spcBef>
                <a:spcPts val="0"/>
              </a:spcBef>
              <a:spcAft>
                <a:spcPts val="533"/>
              </a:spcAft>
              <a:buSzPct val="100000"/>
            </a:pPr>
            <a:r>
              <a:rPr lang="en-US" sz="2666" b="1" dirty="0">
                <a:solidFill>
                  <a:srgbClr val="000000"/>
                </a:solidFill>
                <a:latin typeface="HP Simplified" pitchFamily="34" charset="0"/>
              </a:rPr>
              <a:t>HP Security:</a:t>
            </a:r>
          </a:p>
          <a:p>
            <a:pPr defTabSz="609448">
              <a:lnSpc>
                <a:spcPct val="100000"/>
              </a:lnSpc>
              <a:spcBef>
                <a:spcPts val="0"/>
              </a:spcBef>
              <a:spcAft>
                <a:spcPts val="533"/>
              </a:spcAft>
              <a:buSzPct val="100000"/>
            </a:pPr>
            <a:r>
              <a:rPr lang="en-US" sz="2400" b="1" dirty="0" smtClean="0">
                <a:solidFill>
                  <a:srgbClr val="0096D6"/>
                </a:solidFill>
                <a:latin typeface="HP Simplified" pitchFamily="34" charset="0"/>
              </a:rPr>
              <a:t>hp.com/go/security</a:t>
            </a:r>
            <a:endParaRPr lang="en-US" sz="2400" b="1" dirty="0">
              <a:solidFill>
                <a:srgbClr val="0096D6"/>
              </a:solidFill>
              <a:latin typeface="HP Simplified" pitchFamily="34" charset="0"/>
            </a:endParaRPr>
          </a:p>
        </p:txBody>
      </p:sp>
      <p:sp>
        <p:nvSpPr>
          <p:cNvPr id="4" name="Text Placeholder 4"/>
          <p:cNvSpPr txBox="1">
            <a:spLocks/>
          </p:cNvSpPr>
          <p:nvPr/>
        </p:nvSpPr>
        <p:spPr>
          <a:xfrm>
            <a:off x="455613" y="2854513"/>
            <a:ext cx="11369888" cy="1201220"/>
          </a:xfrm>
          <a:prstGeom prst="rect">
            <a:avLst/>
          </a:prstGeom>
          <a:ln>
            <a:noFill/>
          </a:ln>
        </p:spPr>
        <p:style>
          <a:lnRef idx="2">
            <a:schemeClr val="dk1"/>
          </a:lnRef>
          <a:fillRef idx="1">
            <a:schemeClr val="lt1"/>
          </a:fillRef>
          <a:effectRef idx="0">
            <a:schemeClr val="dk1"/>
          </a:effectRef>
          <a:fontRef idx="minor">
            <a:schemeClr val="dk1"/>
          </a:fontRef>
        </p:style>
        <p:txBody>
          <a:bodyPr lIns="186473" tIns="0" rIns="248630" bIns="0" anchor="ctr"/>
          <a:lstStyle>
            <a:lvl1pPr marL="0" indent="0" algn="l" defTabSz="914363" rtl="0" eaLnBrk="1" latinLnBrk="0" hangingPunct="1">
              <a:lnSpc>
                <a:spcPct val="90000"/>
              </a:lnSpc>
              <a:spcBef>
                <a:spcPct val="20000"/>
              </a:spcBef>
              <a:buSzPct val="90000"/>
              <a:buFont typeface="Wingdings" pitchFamily="2" charset="2"/>
              <a:buNone/>
              <a:defRPr sz="2800" kern="1200">
                <a:gradFill>
                  <a:gsLst>
                    <a:gs pos="0">
                      <a:schemeClr val="tx1"/>
                    </a:gs>
                    <a:gs pos="86000">
                      <a:schemeClr val="tx1"/>
                    </a:gs>
                  </a:gsLst>
                  <a:lin ang="5400000" scaled="0"/>
                </a:gradFill>
                <a:latin typeface="Segoe UI Semibold" pitchFamily="34" charset="0"/>
                <a:ea typeface="+mn-ea"/>
                <a:cs typeface="+mn-cs"/>
              </a:defRPr>
            </a:lvl1pPr>
            <a:lvl2pPr marL="460375" indent="0" algn="l" defTabSz="914363" rtl="0" eaLnBrk="1" latinLnBrk="0" hangingPunct="1">
              <a:lnSpc>
                <a:spcPct val="90000"/>
              </a:lnSpc>
              <a:spcBef>
                <a:spcPct val="20000"/>
              </a:spcBef>
              <a:buSzPct val="90000"/>
              <a:buFont typeface="Wingdings" pitchFamily="2" charset="2"/>
              <a:buNone/>
              <a:defRPr sz="2400" kern="1200">
                <a:gradFill>
                  <a:gsLst>
                    <a:gs pos="0">
                      <a:schemeClr val="tx1"/>
                    </a:gs>
                    <a:gs pos="86000">
                      <a:schemeClr val="tx1"/>
                    </a:gs>
                  </a:gsLst>
                  <a:lin ang="5400000" scaled="0"/>
                </a:gradFill>
                <a:latin typeface="Segoe UI Light" pitchFamily="34" charset="0"/>
                <a:ea typeface="+mn-ea"/>
                <a:cs typeface="+mn-cs"/>
              </a:defRPr>
            </a:lvl2pPr>
            <a:lvl3pPr marL="1204913" indent="-349250" algn="l" defTabSz="914363" rtl="0" eaLnBrk="1" latinLnBrk="0" hangingPunct="1">
              <a:lnSpc>
                <a:spcPct val="90000"/>
              </a:lnSpc>
              <a:spcBef>
                <a:spcPct val="20000"/>
              </a:spcBef>
              <a:buSzPct val="90000"/>
              <a:buFont typeface="Wingdings" pitchFamily="2" charset="2"/>
              <a:buChar char="§"/>
              <a:defRPr sz="2000" kern="1200">
                <a:gradFill>
                  <a:gsLst>
                    <a:gs pos="0">
                      <a:schemeClr val="tx1"/>
                    </a:gs>
                    <a:gs pos="86000">
                      <a:schemeClr val="tx1"/>
                    </a:gs>
                  </a:gsLst>
                  <a:lin ang="5400000" scaled="0"/>
                </a:gradFill>
                <a:latin typeface="Segoe UI Light" pitchFamily="34" charset="0"/>
                <a:ea typeface="+mn-ea"/>
                <a:cs typeface="+mn-cs"/>
              </a:defRPr>
            </a:lvl3pPr>
            <a:lvl4pPr marL="1538288" indent="-279400"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4pPr>
            <a:lvl5pPr marL="1887538" indent="-282575"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609448">
              <a:lnSpc>
                <a:spcPct val="100000"/>
              </a:lnSpc>
              <a:spcBef>
                <a:spcPts val="0"/>
              </a:spcBef>
              <a:spcAft>
                <a:spcPts val="533"/>
              </a:spcAft>
              <a:buSzPct val="100000"/>
            </a:pPr>
            <a:r>
              <a:rPr lang="en-US" sz="2666" b="1" dirty="0">
                <a:solidFill>
                  <a:srgbClr val="000000"/>
                </a:solidFill>
                <a:latin typeface="HP Simplified" pitchFamily="34" charset="0"/>
              </a:rPr>
              <a:t>HP Security Research:</a:t>
            </a:r>
          </a:p>
          <a:p>
            <a:pPr defTabSz="609448">
              <a:lnSpc>
                <a:spcPct val="100000"/>
              </a:lnSpc>
              <a:spcBef>
                <a:spcPts val="0"/>
              </a:spcBef>
              <a:spcAft>
                <a:spcPts val="533"/>
              </a:spcAft>
              <a:buSzPct val="100000"/>
            </a:pPr>
            <a:r>
              <a:rPr lang="en-US" sz="2400" b="1" dirty="0">
                <a:solidFill>
                  <a:srgbClr val="0096D6"/>
                </a:solidFill>
                <a:latin typeface="HP Simplified" pitchFamily="34" charset="0"/>
              </a:rPr>
              <a:t>hp.com/go/HPSR</a:t>
            </a:r>
          </a:p>
        </p:txBody>
      </p:sp>
      <p:sp>
        <p:nvSpPr>
          <p:cNvPr id="5" name="Text Placeholder 4"/>
          <p:cNvSpPr txBox="1">
            <a:spLocks/>
          </p:cNvSpPr>
          <p:nvPr/>
        </p:nvSpPr>
        <p:spPr>
          <a:xfrm>
            <a:off x="455612" y="4211911"/>
            <a:ext cx="11369888" cy="1198289"/>
          </a:xfrm>
          <a:prstGeom prst="rect">
            <a:avLst/>
          </a:prstGeom>
          <a:ln>
            <a:noFill/>
          </a:ln>
        </p:spPr>
        <p:style>
          <a:lnRef idx="2">
            <a:schemeClr val="dk1"/>
          </a:lnRef>
          <a:fillRef idx="1">
            <a:schemeClr val="lt1"/>
          </a:fillRef>
          <a:effectRef idx="0">
            <a:schemeClr val="dk1"/>
          </a:effectRef>
          <a:fontRef idx="minor">
            <a:schemeClr val="dk1"/>
          </a:fontRef>
        </p:style>
        <p:txBody>
          <a:bodyPr lIns="186473" tIns="0" rIns="248630" bIns="0" anchor="ctr"/>
          <a:lstStyle>
            <a:lvl1pPr marL="0" indent="0" algn="l" defTabSz="914363" rtl="0" eaLnBrk="1" latinLnBrk="0" hangingPunct="1">
              <a:lnSpc>
                <a:spcPct val="90000"/>
              </a:lnSpc>
              <a:spcBef>
                <a:spcPct val="20000"/>
              </a:spcBef>
              <a:buSzPct val="90000"/>
              <a:buFont typeface="Wingdings" pitchFamily="2" charset="2"/>
              <a:buNone/>
              <a:defRPr sz="2800" kern="1200">
                <a:gradFill>
                  <a:gsLst>
                    <a:gs pos="0">
                      <a:schemeClr val="tx1"/>
                    </a:gs>
                    <a:gs pos="86000">
                      <a:schemeClr val="tx1"/>
                    </a:gs>
                  </a:gsLst>
                  <a:lin ang="5400000" scaled="0"/>
                </a:gradFill>
                <a:latin typeface="Segoe UI Semibold" pitchFamily="34" charset="0"/>
                <a:ea typeface="+mn-ea"/>
                <a:cs typeface="+mn-cs"/>
              </a:defRPr>
            </a:lvl1pPr>
            <a:lvl2pPr marL="460375" indent="0" algn="l" defTabSz="914363" rtl="0" eaLnBrk="1" latinLnBrk="0" hangingPunct="1">
              <a:lnSpc>
                <a:spcPct val="90000"/>
              </a:lnSpc>
              <a:spcBef>
                <a:spcPct val="20000"/>
              </a:spcBef>
              <a:buSzPct val="90000"/>
              <a:buFont typeface="Wingdings" pitchFamily="2" charset="2"/>
              <a:buNone/>
              <a:defRPr sz="2400" kern="1200">
                <a:gradFill>
                  <a:gsLst>
                    <a:gs pos="0">
                      <a:schemeClr val="tx1"/>
                    </a:gs>
                    <a:gs pos="86000">
                      <a:schemeClr val="tx1"/>
                    </a:gs>
                  </a:gsLst>
                  <a:lin ang="5400000" scaled="0"/>
                </a:gradFill>
                <a:latin typeface="Segoe UI Light" pitchFamily="34" charset="0"/>
                <a:ea typeface="+mn-ea"/>
                <a:cs typeface="+mn-cs"/>
              </a:defRPr>
            </a:lvl2pPr>
            <a:lvl3pPr marL="1204913" indent="-349250" algn="l" defTabSz="914363" rtl="0" eaLnBrk="1" latinLnBrk="0" hangingPunct="1">
              <a:lnSpc>
                <a:spcPct val="90000"/>
              </a:lnSpc>
              <a:spcBef>
                <a:spcPct val="20000"/>
              </a:spcBef>
              <a:buSzPct val="90000"/>
              <a:buFont typeface="Wingdings" pitchFamily="2" charset="2"/>
              <a:buChar char="§"/>
              <a:defRPr sz="2000" kern="1200">
                <a:gradFill>
                  <a:gsLst>
                    <a:gs pos="0">
                      <a:schemeClr val="tx1"/>
                    </a:gs>
                    <a:gs pos="86000">
                      <a:schemeClr val="tx1"/>
                    </a:gs>
                  </a:gsLst>
                  <a:lin ang="5400000" scaled="0"/>
                </a:gradFill>
                <a:latin typeface="Segoe UI Light" pitchFamily="34" charset="0"/>
                <a:ea typeface="+mn-ea"/>
                <a:cs typeface="+mn-cs"/>
              </a:defRPr>
            </a:lvl3pPr>
            <a:lvl4pPr marL="1538288" indent="-279400"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4pPr>
            <a:lvl5pPr marL="1887538" indent="-282575"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609448">
              <a:lnSpc>
                <a:spcPct val="100000"/>
              </a:lnSpc>
              <a:spcBef>
                <a:spcPts val="0"/>
              </a:spcBef>
              <a:spcAft>
                <a:spcPts val="533"/>
              </a:spcAft>
              <a:buSzPct val="100000"/>
            </a:pPr>
            <a:r>
              <a:rPr lang="en-US" sz="2666" b="1" dirty="0">
                <a:solidFill>
                  <a:srgbClr val="000000"/>
                </a:solidFill>
                <a:latin typeface="HP Simplified" pitchFamily="34" charset="0"/>
              </a:rPr>
              <a:t>HP </a:t>
            </a:r>
            <a:r>
              <a:rPr lang="en-US" sz="2666" b="1" dirty="0" smtClean="0">
                <a:solidFill>
                  <a:srgbClr val="000000"/>
                </a:solidFill>
                <a:latin typeface="HP Simplified" pitchFamily="34" charset="0"/>
              </a:rPr>
              <a:t>Enterprise Security Products blog:</a:t>
            </a:r>
            <a:endParaRPr lang="en-US" sz="2666" b="1" dirty="0">
              <a:solidFill>
                <a:srgbClr val="000000"/>
              </a:solidFill>
              <a:latin typeface="HP Simplified" pitchFamily="34" charset="0"/>
            </a:endParaRPr>
          </a:p>
          <a:p>
            <a:pPr defTabSz="609448">
              <a:lnSpc>
                <a:spcPct val="100000"/>
              </a:lnSpc>
              <a:spcBef>
                <a:spcPts val="0"/>
              </a:spcBef>
              <a:spcAft>
                <a:spcPts val="533"/>
              </a:spcAft>
              <a:buSzPct val="100000"/>
            </a:pPr>
            <a:r>
              <a:rPr lang="en-US" sz="2399" b="1" dirty="0" smtClean="0">
                <a:solidFill>
                  <a:srgbClr val="0096D6"/>
                </a:solidFill>
                <a:latin typeface="HP Simplified" pitchFamily="34" charset="0"/>
              </a:rPr>
              <a:t>hp.com/go/</a:t>
            </a:r>
            <a:r>
              <a:rPr lang="en-US" sz="2399" b="1" dirty="0" err="1" smtClean="0">
                <a:solidFill>
                  <a:srgbClr val="0096D6"/>
                </a:solidFill>
                <a:latin typeface="HP Simplified" pitchFamily="34" charset="0"/>
              </a:rPr>
              <a:t>securityproductsblog</a:t>
            </a:r>
            <a:endParaRPr lang="en-US" sz="2399" b="1" dirty="0">
              <a:solidFill>
                <a:srgbClr val="0096D6"/>
              </a:solidFill>
              <a:latin typeface="HP Simplified" pitchFamily="34" charset="0"/>
            </a:endParaRPr>
          </a:p>
        </p:txBody>
      </p:sp>
    </p:spTree>
    <p:extLst>
      <p:ext uri="{BB962C8B-B14F-4D97-AF65-F5344CB8AC3E}">
        <p14:creationId xmlns:p14="http://schemas.microsoft.com/office/powerpoint/2010/main" val="4122631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00000"/>
              </a:lnSpc>
            </a:pPr>
            <a:r>
              <a:rPr lang="en-US" dirty="0" smtClean="0"/>
              <a:t>For more information…</a:t>
            </a:r>
            <a:endParaRPr lang="en-US" dirty="0"/>
          </a:p>
        </p:txBody>
      </p:sp>
      <p:sp>
        <p:nvSpPr>
          <p:cNvPr id="3" name="Text Placeholder 4"/>
          <p:cNvSpPr txBox="1">
            <a:spLocks/>
          </p:cNvSpPr>
          <p:nvPr/>
        </p:nvSpPr>
        <p:spPr>
          <a:xfrm>
            <a:off x="455612" y="1504673"/>
            <a:ext cx="11369886" cy="1201219"/>
          </a:xfrm>
          <a:prstGeom prst="rect">
            <a:avLst/>
          </a:prstGeom>
        </p:spPr>
        <p:style>
          <a:lnRef idx="2">
            <a:schemeClr val="accent1"/>
          </a:lnRef>
          <a:fillRef idx="1">
            <a:schemeClr val="lt1"/>
          </a:fillRef>
          <a:effectRef idx="0">
            <a:schemeClr val="accent1"/>
          </a:effectRef>
          <a:fontRef idx="minor">
            <a:schemeClr val="dk1"/>
          </a:fontRef>
        </p:style>
        <p:txBody>
          <a:bodyPr lIns="186473" tIns="0" rIns="248630" bIns="0" anchor="ctr"/>
          <a:lstStyle>
            <a:lvl1pPr marL="0" indent="0" algn="l" defTabSz="914363" rtl="0" eaLnBrk="1" latinLnBrk="0" hangingPunct="1">
              <a:lnSpc>
                <a:spcPct val="90000"/>
              </a:lnSpc>
              <a:spcBef>
                <a:spcPct val="20000"/>
              </a:spcBef>
              <a:buSzPct val="90000"/>
              <a:buFont typeface="Wingdings" pitchFamily="2" charset="2"/>
              <a:buNone/>
              <a:defRPr sz="2800" kern="1200">
                <a:gradFill>
                  <a:gsLst>
                    <a:gs pos="0">
                      <a:schemeClr val="tx1"/>
                    </a:gs>
                    <a:gs pos="86000">
                      <a:schemeClr val="tx1"/>
                    </a:gs>
                  </a:gsLst>
                  <a:lin ang="5400000" scaled="0"/>
                </a:gradFill>
                <a:latin typeface="Segoe UI Semibold" pitchFamily="34" charset="0"/>
                <a:ea typeface="+mn-ea"/>
                <a:cs typeface="+mn-cs"/>
              </a:defRPr>
            </a:lvl1pPr>
            <a:lvl2pPr marL="460375" indent="0" algn="l" defTabSz="914363" rtl="0" eaLnBrk="1" latinLnBrk="0" hangingPunct="1">
              <a:lnSpc>
                <a:spcPct val="90000"/>
              </a:lnSpc>
              <a:spcBef>
                <a:spcPct val="20000"/>
              </a:spcBef>
              <a:buSzPct val="90000"/>
              <a:buFont typeface="Wingdings" pitchFamily="2" charset="2"/>
              <a:buNone/>
              <a:defRPr sz="2400" kern="1200">
                <a:gradFill>
                  <a:gsLst>
                    <a:gs pos="0">
                      <a:schemeClr val="tx1"/>
                    </a:gs>
                    <a:gs pos="86000">
                      <a:schemeClr val="tx1"/>
                    </a:gs>
                  </a:gsLst>
                  <a:lin ang="5400000" scaled="0"/>
                </a:gradFill>
                <a:latin typeface="Segoe UI Light" pitchFamily="34" charset="0"/>
                <a:ea typeface="+mn-ea"/>
                <a:cs typeface="+mn-cs"/>
              </a:defRPr>
            </a:lvl2pPr>
            <a:lvl3pPr marL="1204913" indent="-349250" algn="l" defTabSz="914363" rtl="0" eaLnBrk="1" latinLnBrk="0" hangingPunct="1">
              <a:lnSpc>
                <a:spcPct val="90000"/>
              </a:lnSpc>
              <a:spcBef>
                <a:spcPct val="20000"/>
              </a:spcBef>
              <a:buSzPct val="90000"/>
              <a:buFont typeface="Wingdings" pitchFamily="2" charset="2"/>
              <a:buChar char="§"/>
              <a:defRPr sz="2000" kern="1200">
                <a:gradFill>
                  <a:gsLst>
                    <a:gs pos="0">
                      <a:schemeClr val="tx1"/>
                    </a:gs>
                    <a:gs pos="86000">
                      <a:schemeClr val="tx1"/>
                    </a:gs>
                  </a:gsLst>
                  <a:lin ang="5400000" scaled="0"/>
                </a:gradFill>
                <a:latin typeface="Segoe UI Light" pitchFamily="34" charset="0"/>
                <a:ea typeface="+mn-ea"/>
                <a:cs typeface="+mn-cs"/>
              </a:defRPr>
            </a:lvl3pPr>
            <a:lvl4pPr marL="1538288" indent="-279400"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4pPr>
            <a:lvl5pPr marL="1887538" indent="-282575"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609448">
              <a:lnSpc>
                <a:spcPct val="100000"/>
              </a:lnSpc>
              <a:spcBef>
                <a:spcPts val="0"/>
              </a:spcBef>
              <a:spcAft>
                <a:spcPts val="533"/>
              </a:spcAft>
              <a:buSzPct val="100000"/>
            </a:pPr>
            <a:r>
              <a:rPr lang="en-US" sz="2666" b="1" dirty="0">
                <a:solidFill>
                  <a:srgbClr val="000000"/>
                </a:solidFill>
                <a:latin typeface="HP Simplified" pitchFamily="34" charset="0"/>
              </a:rPr>
              <a:t>HP </a:t>
            </a:r>
            <a:r>
              <a:rPr lang="en-US" sz="2666" b="1" dirty="0" smtClean="0">
                <a:solidFill>
                  <a:srgbClr val="000000"/>
                </a:solidFill>
                <a:latin typeface="HP Simplified" pitchFamily="34" charset="0"/>
              </a:rPr>
              <a:t>2015 Cyber Risk Report:</a:t>
            </a:r>
            <a:endParaRPr lang="en-US" sz="2666" b="1" dirty="0">
              <a:solidFill>
                <a:srgbClr val="000000"/>
              </a:solidFill>
              <a:latin typeface="HP Simplified" pitchFamily="34" charset="0"/>
            </a:endParaRPr>
          </a:p>
          <a:p>
            <a:pPr defTabSz="609448">
              <a:lnSpc>
                <a:spcPct val="100000"/>
              </a:lnSpc>
              <a:spcBef>
                <a:spcPts val="0"/>
              </a:spcBef>
              <a:spcAft>
                <a:spcPts val="533"/>
              </a:spcAft>
              <a:buSzPct val="100000"/>
            </a:pPr>
            <a:r>
              <a:rPr lang="en-US" sz="2400" b="1" dirty="0" smtClean="0">
                <a:solidFill>
                  <a:srgbClr val="0096D6"/>
                </a:solidFill>
                <a:latin typeface="HP Simplified" pitchFamily="34" charset="0"/>
              </a:rPr>
              <a:t>hp.com/go/</a:t>
            </a:r>
            <a:r>
              <a:rPr lang="en-US" sz="2400" b="1" dirty="0" err="1" smtClean="0">
                <a:solidFill>
                  <a:srgbClr val="0096D6"/>
                </a:solidFill>
                <a:latin typeface="HP Simplified" pitchFamily="34" charset="0"/>
              </a:rPr>
              <a:t>cyberrisk</a:t>
            </a:r>
            <a:endParaRPr lang="en-US" sz="2400" b="1" dirty="0">
              <a:solidFill>
                <a:srgbClr val="0096D6"/>
              </a:solidFill>
              <a:latin typeface="HP Simplified" pitchFamily="34" charset="0"/>
            </a:endParaRPr>
          </a:p>
        </p:txBody>
      </p:sp>
      <p:sp>
        <p:nvSpPr>
          <p:cNvPr id="4" name="Text Placeholder 4"/>
          <p:cNvSpPr txBox="1">
            <a:spLocks/>
          </p:cNvSpPr>
          <p:nvPr/>
        </p:nvSpPr>
        <p:spPr>
          <a:xfrm>
            <a:off x="455613" y="2854513"/>
            <a:ext cx="11369888" cy="1201220"/>
          </a:xfrm>
          <a:prstGeom prst="rect">
            <a:avLst/>
          </a:prstGeom>
          <a:ln>
            <a:noFill/>
          </a:ln>
        </p:spPr>
        <p:style>
          <a:lnRef idx="2">
            <a:schemeClr val="dk1"/>
          </a:lnRef>
          <a:fillRef idx="1">
            <a:schemeClr val="lt1"/>
          </a:fillRef>
          <a:effectRef idx="0">
            <a:schemeClr val="dk1"/>
          </a:effectRef>
          <a:fontRef idx="minor">
            <a:schemeClr val="dk1"/>
          </a:fontRef>
        </p:style>
        <p:txBody>
          <a:bodyPr lIns="186473" tIns="0" rIns="248630" bIns="0" anchor="ctr"/>
          <a:lstStyle>
            <a:lvl1pPr marL="0" indent="0" algn="l" defTabSz="914363" rtl="0" eaLnBrk="1" latinLnBrk="0" hangingPunct="1">
              <a:lnSpc>
                <a:spcPct val="90000"/>
              </a:lnSpc>
              <a:spcBef>
                <a:spcPct val="20000"/>
              </a:spcBef>
              <a:buSzPct val="90000"/>
              <a:buFont typeface="Wingdings" pitchFamily="2" charset="2"/>
              <a:buNone/>
              <a:defRPr sz="2800" kern="1200">
                <a:gradFill>
                  <a:gsLst>
                    <a:gs pos="0">
                      <a:schemeClr val="tx1"/>
                    </a:gs>
                    <a:gs pos="86000">
                      <a:schemeClr val="tx1"/>
                    </a:gs>
                  </a:gsLst>
                  <a:lin ang="5400000" scaled="0"/>
                </a:gradFill>
                <a:latin typeface="Segoe UI Semibold" pitchFamily="34" charset="0"/>
                <a:ea typeface="+mn-ea"/>
                <a:cs typeface="+mn-cs"/>
              </a:defRPr>
            </a:lvl1pPr>
            <a:lvl2pPr marL="460375" indent="0" algn="l" defTabSz="914363" rtl="0" eaLnBrk="1" latinLnBrk="0" hangingPunct="1">
              <a:lnSpc>
                <a:spcPct val="90000"/>
              </a:lnSpc>
              <a:spcBef>
                <a:spcPct val="20000"/>
              </a:spcBef>
              <a:buSzPct val="90000"/>
              <a:buFont typeface="Wingdings" pitchFamily="2" charset="2"/>
              <a:buNone/>
              <a:defRPr sz="2400" kern="1200">
                <a:gradFill>
                  <a:gsLst>
                    <a:gs pos="0">
                      <a:schemeClr val="tx1"/>
                    </a:gs>
                    <a:gs pos="86000">
                      <a:schemeClr val="tx1"/>
                    </a:gs>
                  </a:gsLst>
                  <a:lin ang="5400000" scaled="0"/>
                </a:gradFill>
                <a:latin typeface="Segoe UI Light" pitchFamily="34" charset="0"/>
                <a:ea typeface="+mn-ea"/>
                <a:cs typeface="+mn-cs"/>
              </a:defRPr>
            </a:lvl2pPr>
            <a:lvl3pPr marL="1204913" indent="-349250" algn="l" defTabSz="914363" rtl="0" eaLnBrk="1" latinLnBrk="0" hangingPunct="1">
              <a:lnSpc>
                <a:spcPct val="90000"/>
              </a:lnSpc>
              <a:spcBef>
                <a:spcPct val="20000"/>
              </a:spcBef>
              <a:buSzPct val="90000"/>
              <a:buFont typeface="Wingdings" pitchFamily="2" charset="2"/>
              <a:buChar char="§"/>
              <a:defRPr sz="2000" kern="1200">
                <a:gradFill>
                  <a:gsLst>
                    <a:gs pos="0">
                      <a:schemeClr val="tx1"/>
                    </a:gs>
                    <a:gs pos="86000">
                      <a:schemeClr val="tx1"/>
                    </a:gs>
                  </a:gsLst>
                  <a:lin ang="5400000" scaled="0"/>
                </a:gradFill>
                <a:latin typeface="Segoe UI Light" pitchFamily="34" charset="0"/>
                <a:ea typeface="+mn-ea"/>
                <a:cs typeface="+mn-cs"/>
              </a:defRPr>
            </a:lvl3pPr>
            <a:lvl4pPr marL="1538288" indent="-279400"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4pPr>
            <a:lvl5pPr marL="1887538" indent="-282575"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609448">
              <a:lnSpc>
                <a:spcPct val="100000"/>
              </a:lnSpc>
              <a:spcBef>
                <a:spcPts val="0"/>
              </a:spcBef>
              <a:spcAft>
                <a:spcPts val="533"/>
              </a:spcAft>
              <a:buSzPct val="100000"/>
            </a:pPr>
            <a:r>
              <a:rPr lang="en-US" sz="2666" b="1" dirty="0">
                <a:solidFill>
                  <a:srgbClr val="000000"/>
                </a:solidFill>
                <a:latin typeface="HP Simplified" pitchFamily="34" charset="0"/>
              </a:rPr>
              <a:t>HP </a:t>
            </a:r>
            <a:r>
              <a:rPr lang="en-US" sz="2666" b="1" dirty="0" smtClean="0">
                <a:solidFill>
                  <a:srgbClr val="000000"/>
                </a:solidFill>
                <a:latin typeface="HP Simplified" pitchFamily="34" charset="0"/>
              </a:rPr>
              <a:t>2015 State of Security Operations:</a:t>
            </a:r>
            <a:endParaRPr lang="en-US" sz="2666" b="1" dirty="0">
              <a:solidFill>
                <a:srgbClr val="000000"/>
              </a:solidFill>
              <a:latin typeface="HP Simplified" pitchFamily="34" charset="0"/>
            </a:endParaRPr>
          </a:p>
          <a:p>
            <a:r>
              <a:rPr lang="en-US" sz="2400" b="1" dirty="0" smtClean="0">
                <a:solidFill>
                  <a:srgbClr val="0096D6"/>
                </a:solidFill>
                <a:latin typeface="HP Simplified" pitchFamily="34" charset="0"/>
              </a:rPr>
              <a:t>hp.com/go/</a:t>
            </a:r>
            <a:r>
              <a:rPr lang="en-US" sz="2400" b="1" dirty="0" err="1" smtClean="0">
                <a:solidFill>
                  <a:srgbClr val="0096D6"/>
                </a:solidFill>
                <a:latin typeface="HP Simplified" pitchFamily="34" charset="0"/>
              </a:rPr>
              <a:t>StateOfSecOPs</a:t>
            </a:r>
            <a:endParaRPr lang="en-US" sz="2400" b="1" dirty="0">
              <a:solidFill>
                <a:srgbClr val="0096D6"/>
              </a:solidFill>
              <a:latin typeface="HP Simplified" pitchFamily="34" charset="0"/>
            </a:endParaRPr>
          </a:p>
        </p:txBody>
      </p:sp>
      <p:sp>
        <p:nvSpPr>
          <p:cNvPr id="5" name="Text Placeholder 4"/>
          <p:cNvSpPr txBox="1">
            <a:spLocks/>
          </p:cNvSpPr>
          <p:nvPr/>
        </p:nvSpPr>
        <p:spPr>
          <a:xfrm>
            <a:off x="455612" y="4211911"/>
            <a:ext cx="11369888" cy="1198289"/>
          </a:xfrm>
          <a:prstGeom prst="rect">
            <a:avLst/>
          </a:prstGeom>
          <a:ln>
            <a:noFill/>
          </a:ln>
        </p:spPr>
        <p:style>
          <a:lnRef idx="2">
            <a:schemeClr val="dk1"/>
          </a:lnRef>
          <a:fillRef idx="1">
            <a:schemeClr val="lt1"/>
          </a:fillRef>
          <a:effectRef idx="0">
            <a:schemeClr val="dk1"/>
          </a:effectRef>
          <a:fontRef idx="minor">
            <a:schemeClr val="dk1"/>
          </a:fontRef>
        </p:style>
        <p:txBody>
          <a:bodyPr lIns="186473" tIns="0" rIns="248630" bIns="0" anchor="ctr"/>
          <a:lstStyle>
            <a:lvl1pPr marL="0" indent="0" algn="l" defTabSz="914363" rtl="0" eaLnBrk="1" latinLnBrk="0" hangingPunct="1">
              <a:lnSpc>
                <a:spcPct val="90000"/>
              </a:lnSpc>
              <a:spcBef>
                <a:spcPct val="20000"/>
              </a:spcBef>
              <a:buSzPct val="90000"/>
              <a:buFont typeface="Wingdings" pitchFamily="2" charset="2"/>
              <a:buNone/>
              <a:defRPr sz="2800" kern="1200">
                <a:gradFill>
                  <a:gsLst>
                    <a:gs pos="0">
                      <a:schemeClr val="tx1"/>
                    </a:gs>
                    <a:gs pos="86000">
                      <a:schemeClr val="tx1"/>
                    </a:gs>
                  </a:gsLst>
                  <a:lin ang="5400000" scaled="0"/>
                </a:gradFill>
                <a:latin typeface="Segoe UI Semibold" pitchFamily="34" charset="0"/>
                <a:ea typeface="+mn-ea"/>
                <a:cs typeface="+mn-cs"/>
              </a:defRPr>
            </a:lvl1pPr>
            <a:lvl2pPr marL="460375" indent="0" algn="l" defTabSz="914363" rtl="0" eaLnBrk="1" latinLnBrk="0" hangingPunct="1">
              <a:lnSpc>
                <a:spcPct val="90000"/>
              </a:lnSpc>
              <a:spcBef>
                <a:spcPct val="20000"/>
              </a:spcBef>
              <a:buSzPct val="90000"/>
              <a:buFont typeface="Wingdings" pitchFamily="2" charset="2"/>
              <a:buNone/>
              <a:defRPr sz="2400" kern="1200">
                <a:gradFill>
                  <a:gsLst>
                    <a:gs pos="0">
                      <a:schemeClr val="tx1"/>
                    </a:gs>
                    <a:gs pos="86000">
                      <a:schemeClr val="tx1"/>
                    </a:gs>
                  </a:gsLst>
                  <a:lin ang="5400000" scaled="0"/>
                </a:gradFill>
                <a:latin typeface="Segoe UI Light" pitchFamily="34" charset="0"/>
                <a:ea typeface="+mn-ea"/>
                <a:cs typeface="+mn-cs"/>
              </a:defRPr>
            </a:lvl2pPr>
            <a:lvl3pPr marL="1204913" indent="-349250" algn="l" defTabSz="914363" rtl="0" eaLnBrk="1" latinLnBrk="0" hangingPunct="1">
              <a:lnSpc>
                <a:spcPct val="90000"/>
              </a:lnSpc>
              <a:spcBef>
                <a:spcPct val="20000"/>
              </a:spcBef>
              <a:buSzPct val="90000"/>
              <a:buFont typeface="Wingdings" pitchFamily="2" charset="2"/>
              <a:buChar char="§"/>
              <a:defRPr sz="2000" kern="1200">
                <a:gradFill>
                  <a:gsLst>
                    <a:gs pos="0">
                      <a:schemeClr val="tx1"/>
                    </a:gs>
                    <a:gs pos="86000">
                      <a:schemeClr val="tx1"/>
                    </a:gs>
                  </a:gsLst>
                  <a:lin ang="5400000" scaled="0"/>
                </a:gradFill>
                <a:latin typeface="Segoe UI Light" pitchFamily="34" charset="0"/>
                <a:ea typeface="+mn-ea"/>
                <a:cs typeface="+mn-cs"/>
              </a:defRPr>
            </a:lvl3pPr>
            <a:lvl4pPr marL="1538288" indent="-279400"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4pPr>
            <a:lvl5pPr marL="1887538" indent="-282575" algn="l" defTabSz="914363" rtl="0" eaLnBrk="1" latinLnBrk="0" hangingPunct="1">
              <a:lnSpc>
                <a:spcPct val="90000"/>
              </a:lnSpc>
              <a:spcBef>
                <a:spcPct val="20000"/>
              </a:spcBef>
              <a:buSzPct val="90000"/>
              <a:buFont typeface="Wingdings" pitchFamily="2" charset="2"/>
              <a:buChar char="§"/>
              <a:defRPr sz="1800" kern="1200">
                <a:gradFill>
                  <a:gsLst>
                    <a:gs pos="0">
                      <a:schemeClr val="tx1"/>
                    </a:gs>
                    <a:gs pos="86000">
                      <a:schemeClr val="tx1"/>
                    </a:gs>
                  </a:gsLst>
                  <a:lin ang="5400000" scaled="0"/>
                </a:gradFill>
                <a:latin typeface="Segoe UI Light" pitchFamily="34" charset="0"/>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609448">
              <a:lnSpc>
                <a:spcPct val="100000"/>
              </a:lnSpc>
              <a:spcBef>
                <a:spcPts val="0"/>
              </a:spcBef>
              <a:spcAft>
                <a:spcPts val="533"/>
              </a:spcAft>
              <a:buSzPct val="100000"/>
            </a:pPr>
            <a:r>
              <a:rPr lang="en-US" sz="2666" b="1" dirty="0">
                <a:solidFill>
                  <a:srgbClr val="000000"/>
                </a:solidFill>
                <a:latin typeface="HP Simplified" pitchFamily="34" charset="0"/>
              </a:rPr>
              <a:t>HP </a:t>
            </a:r>
            <a:r>
              <a:rPr lang="en-US" sz="2666" b="1" dirty="0" smtClean="0">
                <a:solidFill>
                  <a:srgbClr val="000000"/>
                </a:solidFill>
                <a:latin typeface="HP Simplified" pitchFamily="34" charset="0"/>
              </a:rPr>
              <a:t>Internet of Things study:</a:t>
            </a:r>
            <a:endParaRPr lang="en-US" sz="2666" b="1" dirty="0">
              <a:solidFill>
                <a:srgbClr val="000000"/>
              </a:solidFill>
              <a:latin typeface="HP Simplified" pitchFamily="34" charset="0"/>
            </a:endParaRPr>
          </a:p>
          <a:p>
            <a:pPr defTabSz="609448">
              <a:lnSpc>
                <a:spcPct val="100000"/>
              </a:lnSpc>
              <a:spcBef>
                <a:spcPts val="0"/>
              </a:spcBef>
              <a:spcAft>
                <a:spcPts val="533"/>
              </a:spcAft>
              <a:buSzPct val="100000"/>
            </a:pPr>
            <a:r>
              <a:rPr lang="en-US" sz="2400" b="1" dirty="0">
                <a:solidFill>
                  <a:srgbClr val="0096D6"/>
                </a:solidFill>
                <a:latin typeface="HP Simplified" pitchFamily="34" charset="0"/>
              </a:rPr>
              <a:t>hp.com/go/</a:t>
            </a:r>
            <a:r>
              <a:rPr lang="en-US" sz="2400" b="1" dirty="0" err="1">
                <a:solidFill>
                  <a:srgbClr val="0096D6"/>
                </a:solidFill>
                <a:latin typeface="HP Simplified" pitchFamily="34" charset="0"/>
              </a:rPr>
              <a:t>fortifyresearch</a:t>
            </a:r>
            <a:r>
              <a:rPr lang="en-US" sz="2400" b="1" dirty="0">
                <a:solidFill>
                  <a:srgbClr val="0096D6"/>
                </a:solidFill>
                <a:latin typeface="HP Simplified" pitchFamily="34" charset="0"/>
              </a:rPr>
              <a:t>/</a:t>
            </a:r>
            <a:r>
              <a:rPr lang="en-US" sz="2400" b="1" dirty="0" err="1">
                <a:solidFill>
                  <a:srgbClr val="0096D6"/>
                </a:solidFill>
                <a:latin typeface="HP Simplified" pitchFamily="34" charset="0"/>
              </a:rPr>
              <a:t>iot</a:t>
            </a:r>
            <a:r>
              <a:rPr lang="en-US" sz="2400" dirty="0"/>
              <a:t> </a:t>
            </a:r>
            <a:endParaRPr lang="en-US" sz="2399" b="1" dirty="0">
              <a:solidFill>
                <a:srgbClr val="0096D6"/>
              </a:solidFill>
              <a:latin typeface="HP Simplified" pitchFamily="34" charset="0"/>
            </a:endParaRPr>
          </a:p>
        </p:txBody>
      </p:sp>
    </p:spTree>
    <p:extLst>
      <p:ext uri="{BB962C8B-B14F-4D97-AF65-F5344CB8AC3E}">
        <p14:creationId xmlns:p14="http://schemas.microsoft.com/office/powerpoint/2010/main" val="3308255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7EBOo8olmE2DrICfghsN_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pW31YZ0iq02NsZBivkNn2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TfL8Eb4E7kmcoaa4Yqu2jQ"/>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7EBOo8olmE2DrICfghsN_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pW31YZ0iq02NsZBivkNn2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TfL8Eb4E7kmcoaa4Yqu2jQ"/>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qoIiEff1XkWkRagaFE45Zw"/>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8HV1dUZuqESSkAHDeOcU1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wWOmiUgOw0KfTbVbxD0ZEw"/>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bC7h.t4L5EK2cmhJ_EKK7g"/>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wbAYMfWB5UeiliktN0LaGg"/>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903M2ZV7vUqGrlrNb0_Zfw"/>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qoIiEff1XkWkRagaFE45Zw"/>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btkK1SRsu0G5KR_SkqKn2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UmOL2o1OKUirPPnXZFp0Pg"/>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iNLLqIahB0SqC1utxwQ7Ww"/>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hf0._vnBVEaKfa206kj85A"/>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903M2ZV7vUqGrlrNb0_Zfw"/>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903M2ZV7vUqGrlrNb0_Zfw"/>
</p:tagLst>
</file>

<file path=ppt/theme/theme1.xml><?xml version="1.0" encoding="utf-8"?>
<a:theme xmlns:a="http://schemas.openxmlformats.org/drawingml/2006/main" name="HP Standard 16x9">
  <a:themeElements>
    <a:clrScheme name="HP">
      <a:dk1>
        <a:sysClr val="windowText" lastClr="000000"/>
      </a:dk1>
      <a:lt1>
        <a:sysClr val="window" lastClr="FFFFFF"/>
      </a:lt1>
      <a:dk2>
        <a:srgbClr val="535455"/>
      </a:dk2>
      <a:lt2>
        <a:srgbClr val="E5E8E8"/>
      </a:lt2>
      <a:accent1>
        <a:srgbClr val="0096D6"/>
      </a:accent1>
      <a:accent2>
        <a:srgbClr val="822980"/>
      </a:accent2>
      <a:accent3>
        <a:srgbClr val="87898B"/>
      </a:accent3>
      <a:accent4>
        <a:srgbClr val="99D5EF"/>
      </a:accent4>
      <a:accent5>
        <a:srgbClr val="C094BF"/>
      </a:accent5>
      <a:accent6>
        <a:srgbClr val="B9B8BB"/>
      </a:accent6>
      <a:hlink>
        <a:srgbClr val="0096D6"/>
      </a:hlink>
      <a:folHlink>
        <a:srgbClr val="87898B"/>
      </a:folHlink>
    </a:clrScheme>
    <a:fontScheme name="HP Simplified">
      <a:majorFont>
        <a:latin typeface="HP Simplified"/>
        <a:ea typeface=""/>
        <a:cs typeface=""/>
      </a:majorFont>
      <a:minorFont>
        <a:latin typeface="HP Simplifie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19050">
          <a:solidFill>
            <a:schemeClr val="accent1"/>
          </a:solidFill>
          <a:miter lim="800000"/>
        </a:ln>
      </a:spPr>
      <a:bodyPr rtlCol="0" anchor="ctr"/>
      <a:lstStyle>
        <a:defPPr algn="ctr">
          <a:lnSpc>
            <a:spcPct val="90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tx1"/>
          </a:solidFill>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90000"/>
          </a:lnSpc>
          <a:defRPr dirty="0" err="1" smtClean="0"/>
        </a:defPPr>
      </a:lstStyle>
    </a:txDef>
  </a:objectDefaults>
  <a:extraClrSchemeLst/>
  <a:custClrLst>
    <a:custClr name="65% HP blue">
      <a:srgbClr val="59BBE4"/>
    </a:custClr>
    <a:custClr name="15% HP blue">
      <a:srgbClr val="D9EFF9"/>
    </a:custClr>
    <a:custClr name="Green">
      <a:srgbClr val="008B2C"/>
    </a:custClr>
    <a:custClr name="75% Green">
      <a:srgbClr val="40A85F"/>
    </a:custClr>
    <a:custClr name="50% Green">
      <a:srgbClr val="7FC594"/>
    </a:custClr>
    <a:custClr name="25% Green">
      <a:srgbClr val="BFE2CA"/>
    </a:custClr>
    <a:custClr name="Orange">
      <a:srgbClr val="F05332"/>
    </a:custClr>
    <a:custClr name="75% Orange">
      <a:srgbClr val="F47E65"/>
    </a:custClr>
    <a:custClr name="50% Orange">
      <a:srgbClr val="F7A998"/>
    </a:custClr>
    <a:custClr name="25% Orange">
      <a:srgbClr val="FBD4C0"/>
    </a:custClr>
  </a:custClr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Title with content">
  <a:themeElements>
    <a:clrScheme name="Custom 171">
      <a:dk1>
        <a:sysClr val="windowText" lastClr="000000"/>
      </a:dk1>
      <a:lt1>
        <a:sysClr val="window" lastClr="FFFFFF"/>
      </a:lt1>
      <a:dk2>
        <a:srgbClr val="000000"/>
      </a:dk2>
      <a:lt2>
        <a:srgbClr val="FFFFFF"/>
      </a:lt2>
      <a:accent1>
        <a:srgbClr val="0096D6"/>
      </a:accent1>
      <a:accent2>
        <a:srgbClr val="F05332"/>
      </a:accent2>
      <a:accent3>
        <a:srgbClr val="822980"/>
      </a:accent3>
      <a:accent4>
        <a:srgbClr val="87898B"/>
      </a:accent4>
      <a:accent5>
        <a:srgbClr val="B9B8BB"/>
      </a:accent5>
      <a:accent6>
        <a:srgbClr val="E5E8E8"/>
      </a:accent6>
      <a:hlink>
        <a:srgbClr val="0096D6"/>
      </a:hlink>
      <a:folHlink>
        <a:srgbClr val="0096D6"/>
      </a:folHlink>
    </a:clrScheme>
    <a:fontScheme name="HP Simplified">
      <a:majorFont>
        <a:latin typeface="HP Simplified"/>
        <a:ea typeface=""/>
        <a:cs typeface=""/>
      </a:majorFont>
      <a:minorFont>
        <a:latin typeface="HP Simplifie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mpd="sng">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marL="0" defTabSz="430213">
          <a:spcAft>
            <a:spcPts val="400"/>
          </a:spcAft>
          <a:buSzPct val="100000"/>
          <a:defRPr sz="1600" dirty="0" smtClean="0">
            <a:solidFill>
              <a:srgbClr val="000000"/>
            </a:solidFill>
            <a:latin typeface="HP Simplified" pitchFamily="34" charset="0"/>
            <a:cs typeface="HP Simplified" pitchFamily="34" charset="0"/>
          </a:defRPr>
        </a:defPPr>
      </a:lstStyle>
    </a:txDef>
  </a:objectDefaults>
  <a:extraClrSchemeLst/>
</a:theme>
</file>

<file path=ppt/theme/theme5.xml><?xml version="1.0" encoding="utf-8"?>
<a:theme xmlns:a="http://schemas.openxmlformats.org/drawingml/2006/main" name="1_Title with content">
  <a:themeElements>
    <a:clrScheme name="Custom 171">
      <a:dk1>
        <a:sysClr val="windowText" lastClr="000000"/>
      </a:dk1>
      <a:lt1>
        <a:sysClr val="window" lastClr="FFFFFF"/>
      </a:lt1>
      <a:dk2>
        <a:srgbClr val="000000"/>
      </a:dk2>
      <a:lt2>
        <a:srgbClr val="FFFFFF"/>
      </a:lt2>
      <a:accent1>
        <a:srgbClr val="0096D6"/>
      </a:accent1>
      <a:accent2>
        <a:srgbClr val="F05332"/>
      </a:accent2>
      <a:accent3>
        <a:srgbClr val="822980"/>
      </a:accent3>
      <a:accent4>
        <a:srgbClr val="87898B"/>
      </a:accent4>
      <a:accent5>
        <a:srgbClr val="B9B8BB"/>
      </a:accent5>
      <a:accent6>
        <a:srgbClr val="E5E8E8"/>
      </a:accent6>
      <a:hlink>
        <a:srgbClr val="0096D6"/>
      </a:hlink>
      <a:folHlink>
        <a:srgbClr val="0096D6"/>
      </a:folHlink>
    </a:clrScheme>
    <a:fontScheme name="HP Simplified">
      <a:majorFont>
        <a:latin typeface="HP Simplified"/>
        <a:ea typeface=""/>
        <a:cs typeface=""/>
      </a:majorFont>
      <a:minorFont>
        <a:latin typeface="HP Simplifie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mpd="sng">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marL="0" defTabSz="430213">
          <a:spcAft>
            <a:spcPts val="400"/>
          </a:spcAft>
          <a:buSzPct val="100000"/>
          <a:defRPr sz="1600" dirty="0" smtClean="0">
            <a:solidFill>
              <a:srgbClr val="000000"/>
            </a:solidFill>
            <a:latin typeface="HP Simplified" pitchFamily="34" charset="0"/>
            <a:cs typeface="HP Simplified" pitchFamily="34" charset="0"/>
          </a:defRPr>
        </a:defPPr>
      </a:lstStyle>
    </a:txDef>
  </a:objectDefaults>
  <a:extraClrSchemeLst/>
</a:theme>
</file>

<file path=ppt/theme/theme6.xml><?xml version="1.0" encoding="utf-8"?>
<a:theme xmlns:a="http://schemas.openxmlformats.org/drawingml/2006/main" name="HP Standard 16x9 v2">
  <a:themeElements>
    <a:clrScheme name="HP">
      <a:dk1>
        <a:sysClr val="windowText" lastClr="000000"/>
      </a:dk1>
      <a:lt1>
        <a:sysClr val="window" lastClr="FFFFFF"/>
      </a:lt1>
      <a:dk2>
        <a:srgbClr val="535455"/>
      </a:dk2>
      <a:lt2>
        <a:srgbClr val="E5E8E8"/>
      </a:lt2>
      <a:accent1>
        <a:srgbClr val="0096D6"/>
      </a:accent1>
      <a:accent2>
        <a:srgbClr val="822980"/>
      </a:accent2>
      <a:accent3>
        <a:srgbClr val="87898B"/>
      </a:accent3>
      <a:accent4>
        <a:srgbClr val="99D5EF"/>
      </a:accent4>
      <a:accent5>
        <a:srgbClr val="C094BF"/>
      </a:accent5>
      <a:accent6>
        <a:srgbClr val="B9B8BB"/>
      </a:accent6>
      <a:hlink>
        <a:srgbClr val="0096D6"/>
      </a:hlink>
      <a:folHlink>
        <a:srgbClr val="87898B"/>
      </a:folHlink>
    </a:clrScheme>
    <a:fontScheme name="HP Simplified">
      <a:majorFont>
        <a:latin typeface="HP Simplified"/>
        <a:ea typeface=""/>
        <a:cs typeface=""/>
      </a:majorFont>
      <a:minorFont>
        <a:latin typeface="HP Simplifie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19050">
          <a:solidFill>
            <a:schemeClr val="accent1"/>
          </a:solidFill>
          <a:miter lim="800000"/>
        </a:ln>
      </a:spPr>
      <a:bodyPr rtlCol="0" anchor="ctr"/>
      <a:lstStyle>
        <a:defPPr algn="ctr">
          <a:lnSpc>
            <a:spcPct val="90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tx1"/>
          </a:solidFill>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90000"/>
          </a:lnSpc>
          <a:defRPr dirty="0" err="1" smtClean="0"/>
        </a:defPPr>
      </a:lstStyle>
    </a:txDef>
  </a:objectDefaults>
  <a:extraClrSchemeLst/>
  <a:custClrLst>
    <a:custClr name="65% HP blue">
      <a:srgbClr val="59BBE4"/>
    </a:custClr>
    <a:custClr name="15% HP blue">
      <a:srgbClr val="D9EFF9"/>
    </a:custClr>
    <a:custClr name="Green">
      <a:srgbClr val="008B2C"/>
    </a:custClr>
    <a:custClr name="75% Green">
      <a:srgbClr val="40A85F"/>
    </a:custClr>
    <a:custClr name="50% Green">
      <a:srgbClr val="7FC594"/>
    </a:custClr>
    <a:custClr name="25% Green">
      <a:srgbClr val="BFE2CA"/>
    </a:custClr>
    <a:custClr name="Orange">
      <a:srgbClr val="F05332"/>
    </a:custClr>
    <a:custClr name="75% Orange">
      <a:srgbClr val="F47E65"/>
    </a:custClr>
    <a:custClr name="50% Orange">
      <a:srgbClr val="F7A998"/>
    </a:custClr>
    <a:custClr name="25% Orange">
      <a:srgbClr val="FBD4C0"/>
    </a:custClr>
  </a:custClrLst>
  <a:extLst>
    <a:ext uri="{05A4C25C-085E-4340-85A3-A5531E510DB2}">
      <thm15:themeFamily xmlns:thm15="http://schemas.microsoft.com/office/thememl/2012/main" name="Presentation33" id="{3ACABB14-ED85-427D-93D5-9753B67BBF0B}" vid="{BB8266B0-CB4B-438A-8EF8-02C645576621}"/>
    </a:ext>
  </a:extLst>
</a:theme>
</file>

<file path=ppt/theme/theme7.xml><?xml version="1.0" encoding="utf-8"?>
<a:theme xmlns:a="http://schemas.openxmlformats.org/drawingml/2006/main" name="2_Title with content">
  <a:themeElements>
    <a:clrScheme name="HP PowerPoint 2014">
      <a:dk1>
        <a:sysClr val="windowText" lastClr="000000"/>
      </a:dk1>
      <a:lt1>
        <a:sysClr val="window" lastClr="FFFFFF"/>
      </a:lt1>
      <a:dk2>
        <a:srgbClr val="0096D6"/>
      </a:dk2>
      <a:lt2>
        <a:srgbClr val="E5E8E8"/>
      </a:lt2>
      <a:accent1>
        <a:srgbClr val="0096D6"/>
      </a:accent1>
      <a:accent2>
        <a:srgbClr val="F05332"/>
      </a:accent2>
      <a:accent3>
        <a:srgbClr val="822980"/>
      </a:accent3>
      <a:accent4>
        <a:srgbClr val="87898B"/>
      </a:accent4>
      <a:accent5>
        <a:srgbClr val="B9B8BB"/>
      </a:accent5>
      <a:accent6>
        <a:srgbClr val="008B2B"/>
      </a:accent6>
      <a:hlink>
        <a:srgbClr val="0096D6"/>
      </a:hlink>
      <a:folHlink>
        <a:srgbClr val="0096D6"/>
      </a:folHlink>
    </a:clrScheme>
    <a:fontScheme name="HP Simplified">
      <a:majorFont>
        <a:latin typeface="HP Simplified"/>
        <a:ea typeface=""/>
        <a:cs typeface=""/>
      </a:majorFont>
      <a:minorFont>
        <a:latin typeface="HP Simplifie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mpd="sng">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marL="0" defTabSz="430213">
          <a:spcAft>
            <a:spcPts val="400"/>
          </a:spcAft>
          <a:buSzPct val="100000"/>
          <a:defRPr sz="1600" dirty="0" smtClean="0">
            <a:solidFill>
              <a:srgbClr val="000000"/>
            </a:solidFill>
            <a:latin typeface="HP Simplified" pitchFamily="34" charset="0"/>
            <a:cs typeface="HP Simplified" pitchFamily="34" charset="0"/>
          </a:defRPr>
        </a:defPPr>
      </a:lstStyle>
    </a:txDef>
  </a:objectDefaults>
  <a:extraClrSchemeLst/>
</a:theme>
</file>

<file path=ppt/theme/theme8.xml><?xml version="1.0" encoding="utf-8"?>
<a:theme xmlns:a="http://schemas.openxmlformats.org/drawingml/2006/main" name="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9.xml><?xml version="1.0" encoding="utf-8"?>
<a:theme xmlns:a="http://schemas.openxmlformats.org/drawingml/2006/main" name="Office Theme">
  <a:themeElements>
    <a:clrScheme name="HP">
      <a:dk1>
        <a:sysClr val="windowText" lastClr="000000"/>
      </a:dk1>
      <a:lt1>
        <a:sysClr val="window" lastClr="FFFFFF"/>
      </a:lt1>
      <a:dk2>
        <a:srgbClr val="535455"/>
      </a:dk2>
      <a:lt2>
        <a:srgbClr val="E5E8E8"/>
      </a:lt2>
      <a:accent1>
        <a:srgbClr val="0096D6"/>
      </a:accent1>
      <a:accent2>
        <a:srgbClr val="822980"/>
      </a:accent2>
      <a:accent3>
        <a:srgbClr val="87898B"/>
      </a:accent3>
      <a:accent4>
        <a:srgbClr val="99D5EF"/>
      </a:accent4>
      <a:accent5>
        <a:srgbClr val="C094BF"/>
      </a:accent5>
      <a:accent6>
        <a:srgbClr val="B9B8BB"/>
      </a:accent6>
      <a:hlink>
        <a:srgbClr val="0096D6"/>
      </a:hlink>
      <a:folHlink>
        <a:srgbClr val="87898B"/>
      </a:folHlink>
    </a:clrScheme>
    <a:fontScheme name="HP Simplified">
      <a:majorFont>
        <a:latin typeface="HP Simplified"/>
        <a:ea typeface=""/>
        <a:cs typeface=""/>
      </a:majorFont>
      <a:minorFont>
        <a:latin typeface="HP Simplifie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lnSpc>
            <a:spcPct val="90000"/>
          </a:lnSpc>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90000"/>
          </a:lnSpc>
          <a:defRPr dirty="0" err="1" smtClean="0"/>
        </a:defPPr>
      </a:lstStyle>
    </a:txDef>
  </a:objectDefaults>
  <a:extraClrSchemeLst/>
  <a:custClrLst>
    <a:custClr name="65% HP blue">
      <a:srgbClr val="59BBE4"/>
    </a:custClr>
    <a:custClr name="15% HP blue">
      <a:srgbClr val="D9EFF9"/>
    </a:custClr>
    <a:custClr name="Green">
      <a:srgbClr val="008B2C"/>
    </a:custClr>
    <a:custClr name="75% Green">
      <a:srgbClr val="40A85F"/>
    </a:custClr>
    <a:custClr name="50% Green">
      <a:srgbClr val="7FC594"/>
    </a:custClr>
    <a:custClr name="25% Green">
      <a:srgbClr val="BFE2CA"/>
    </a:custClr>
    <a:custClr name="Orange">
      <a:srgbClr val="F05332"/>
    </a:custClr>
    <a:custClr name="75% Orange">
      <a:srgbClr val="F47E65"/>
    </a:custClr>
    <a:custClr name="50% Orange">
      <a:srgbClr val="F7A998"/>
    </a:custClr>
    <a:custClr name="25% Orange">
      <a:srgbClr val="FBD4C0"/>
    </a:custClr>
  </a:custClrLst>
</a:theme>
</file>

<file path=ppt/theme/theme10.xml><?xml version="1.0" encoding="utf-8"?>
<a:theme xmlns:a="http://schemas.openxmlformats.org/drawingml/2006/main" name="Office Theme">
  <a:themeElements>
    <a:clrScheme name="HP">
      <a:dk1>
        <a:sysClr val="windowText" lastClr="000000"/>
      </a:dk1>
      <a:lt1>
        <a:sysClr val="window" lastClr="FFFFFF"/>
      </a:lt1>
      <a:dk2>
        <a:srgbClr val="535455"/>
      </a:dk2>
      <a:lt2>
        <a:srgbClr val="E5E8E8"/>
      </a:lt2>
      <a:accent1>
        <a:srgbClr val="0096D6"/>
      </a:accent1>
      <a:accent2>
        <a:srgbClr val="822980"/>
      </a:accent2>
      <a:accent3>
        <a:srgbClr val="87898B"/>
      </a:accent3>
      <a:accent4>
        <a:srgbClr val="99D5EF"/>
      </a:accent4>
      <a:accent5>
        <a:srgbClr val="C094BF"/>
      </a:accent5>
      <a:accent6>
        <a:srgbClr val="B9B8BB"/>
      </a:accent6>
      <a:hlink>
        <a:srgbClr val="0096D6"/>
      </a:hlink>
      <a:folHlink>
        <a:srgbClr val="87898B"/>
      </a:folHlink>
    </a:clrScheme>
    <a:fontScheme name="HP Simplified">
      <a:majorFont>
        <a:latin typeface="HP Simplified"/>
        <a:ea typeface=""/>
        <a:cs typeface=""/>
      </a:majorFont>
      <a:minorFont>
        <a:latin typeface="HP Simplifie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lnSpc>
            <a:spcPct val="90000"/>
          </a:lnSpc>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90000"/>
          </a:lnSpc>
          <a:defRPr dirty="0" err="1" smtClean="0"/>
        </a:defPPr>
      </a:lstStyle>
    </a:txDef>
  </a:objectDefaults>
  <a:extraClrSchemeLst/>
  <a:custClrLst>
    <a:custClr name="65% HP blue">
      <a:srgbClr val="59BBE4"/>
    </a:custClr>
    <a:custClr name="15% HP blue">
      <a:srgbClr val="D9EFF9"/>
    </a:custClr>
    <a:custClr name="Green">
      <a:srgbClr val="008B2C"/>
    </a:custClr>
    <a:custClr name="75% Green">
      <a:srgbClr val="40A85F"/>
    </a:custClr>
    <a:custClr name="50% Green">
      <a:srgbClr val="7FC594"/>
    </a:custClr>
    <a:custClr name="25% Green">
      <a:srgbClr val="BFE2CA"/>
    </a:custClr>
    <a:custClr name="Orange">
      <a:srgbClr val="F05332"/>
    </a:custClr>
    <a:custClr name="75% Orange">
      <a:srgbClr val="F47E65"/>
    </a:custClr>
    <a:custClr name="50% Orange">
      <a:srgbClr val="F7A998"/>
    </a:custClr>
    <a:custClr name="25% Orange">
      <a:srgbClr val="FBD4C0"/>
    </a:custClr>
  </a:custClrLst>
</a:theme>
</file>

<file path=docProps/app.xml><?xml version="1.0" encoding="utf-8"?>
<Properties xmlns="http://schemas.openxmlformats.org/officeDocument/2006/extended-properties" xmlns:vt="http://schemas.openxmlformats.org/officeDocument/2006/docPropsVTypes">
  <Template>HP_PPT_Standard_16x9_EN</Template>
  <TotalTime>9727</TotalTime>
  <Words>1183</Words>
  <Application>Microsoft Office PowerPoint</Application>
  <PresentationFormat>Custom</PresentationFormat>
  <Paragraphs>224</Paragraphs>
  <Slides>43</Slides>
  <Notes>37</Notes>
  <HiddenSlides>0</HiddenSlides>
  <MMClips>0</MMClips>
  <ScaleCrop>false</ScaleCrop>
  <HeadingPairs>
    <vt:vector size="8" baseType="variant">
      <vt:variant>
        <vt:lpstr>Fonts Used</vt:lpstr>
      </vt:variant>
      <vt:variant>
        <vt:i4>14</vt:i4>
      </vt:variant>
      <vt:variant>
        <vt:lpstr>Theme</vt:lpstr>
      </vt:variant>
      <vt:variant>
        <vt:i4>8</vt:i4>
      </vt:variant>
      <vt:variant>
        <vt:lpstr>Embedded OLE Servers</vt:lpstr>
      </vt:variant>
      <vt:variant>
        <vt:i4>1</vt:i4>
      </vt:variant>
      <vt:variant>
        <vt:lpstr>Slide Titles</vt:lpstr>
      </vt:variant>
      <vt:variant>
        <vt:i4>43</vt:i4>
      </vt:variant>
    </vt:vector>
  </HeadingPairs>
  <TitlesOfParts>
    <vt:vector size="66" baseType="lpstr">
      <vt:lpstr>ＭＳ Ｐゴシック</vt:lpstr>
      <vt:lpstr>Adobe Gothic Std B</vt:lpstr>
      <vt:lpstr>Arial</vt:lpstr>
      <vt:lpstr>Calibri</vt:lpstr>
      <vt:lpstr>Futura Bk</vt:lpstr>
      <vt:lpstr>Georgia</vt:lpstr>
      <vt:lpstr>HP Simplified</vt:lpstr>
      <vt:lpstr>HP Simplified Light</vt:lpstr>
      <vt:lpstr>Lucida Grande</vt:lpstr>
      <vt:lpstr>Miriam</vt:lpstr>
      <vt:lpstr>Segoe UI Semibold</vt:lpstr>
      <vt:lpstr>Times New Roman</vt:lpstr>
      <vt:lpstr>Wingdings</vt:lpstr>
      <vt:lpstr>ヒラギノ角ゴ Pro W3</vt:lpstr>
      <vt:lpstr>HP Standard 16x9</vt:lpstr>
      <vt:lpstr>1_Office Theme</vt:lpstr>
      <vt:lpstr>2_Office Theme</vt:lpstr>
      <vt:lpstr>Title with content</vt:lpstr>
      <vt:lpstr>1_Title with content</vt:lpstr>
      <vt:lpstr>HP Standard 16x9 v2</vt:lpstr>
      <vt:lpstr>2_Title with content</vt:lpstr>
      <vt:lpstr>4_Office Theme</vt:lpstr>
      <vt:lpstr>think-cell Slide</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Risk Report</vt:lpstr>
      <vt:lpstr>Key Finding #1</vt:lpstr>
      <vt:lpstr>Old vulns still going strong</vt:lpstr>
      <vt:lpstr>Takeaway</vt:lpstr>
      <vt:lpstr>Key Finding #2</vt:lpstr>
      <vt:lpstr>Misconfigurations are too common</vt:lpstr>
      <vt:lpstr>Takeaway</vt:lpstr>
      <vt:lpstr>Key Finding #3</vt:lpstr>
      <vt:lpstr>10 years of mobile malware</vt:lpstr>
      <vt:lpstr>Notable Android malware in 2014</vt:lpstr>
      <vt:lpstr>Web vs Mobile</vt:lpstr>
      <vt:lpstr>Takeaway</vt:lpstr>
      <vt:lpstr>Key Finding #4</vt:lpstr>
      <vt:lpstr>Takeaway</vt:lpstr>
      <vt:lpstr>Key Finding #5</vt:lpstr>
      <vt:lpstr>Takeaway</vt:lpstr>
      <vt:lpstr>Key Finding #6</vt:lpstr>
      <vt:lpstr>Even the best protections can’t do it alone</vt:lpstr>
      <vt:lpstr>Takeaway</vt:lpstr>
      <vt:lpstr>Going beyond the basics of best practices</vt:lpstr>
      <vt:lpstr>Going beyond the basics of best practices</vt:lpstr>
      <vt:lpstr>Internet of Things Research Study</vt:lpstr>
      <vt:lpstr>The most important security story of 2014</vt:lpstr>
      <vt:lpstr>Report Findings</vt:lpstr>
      <vt:lpstr>Internet of Things</vt:lpstr>
      <vt:lpstr>State of Security Operations</vt:lpstr>
      <vt:lpstr>PowerPoint Presentation</vt:lpstr>
      <vt:lpstr>Maturity and Capability Levels</vt:lpstr>
      <vt:lpstr>PowerPoint Presentation</vt:lpstr>
      <vt:lpstr>Key Takeaways</vt:lpstr>
      <vt:lpstr>Security operations is a program, not a project</vt:lpstr>
      <vt:lpstr>For more information…</vt:lpstr>
      <vt:lpstr>For more information…</vt:lpstr>
    </vt:vector>
  </TitlesOfParts>
  <Company>Hewlett Packard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Painter, Mark E</dc:creator>
  <cp:lastModifiedBy>Painter, Mark E</cp:lastModifiedBy>
  <cp:revision>168</cp:revision>
  <dcterms:created xsi:type="dcterms:W3CDTF">2015-01-13T22:12:30Z</dcterms:created>
  <dcterms:modified xsi:type="dcterms:W3CDTF">2015-06-11T14:38:59Z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2839718</vt:lpwstr>
  </property>
  <property fmtid="{D5CDD505-2E9C-101B-9397-08002B2CF9AE}" pid="3" name="NXPowerLiteSettings">
    <vt:lpwstr>F900050004A000</vt:lpwstr>
  </property>
  <property fmtid="{D5CDD505-2E9C-101B-9397-08002B2CF9AE}" pid="4" name="NXPowerLiteVersion">
    <vt:lpwstr>D6.0.7</vt:lpwstr>
  </property>
</Properties>
</file>