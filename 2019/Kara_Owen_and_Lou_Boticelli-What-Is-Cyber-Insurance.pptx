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6" r:id="rId5"/>
    <p:sldMasterId id="2147483652" r:id="rId6"/>
    <p:sldMasterId id="2147483658" r:id="rId7"/>
    <p:sldMasterId id="2147483694" r:id="rId8"/>
  </p:sldMasterIdLst>
  <p:notesMasterIdLst>
    <p:notesMasterId r:id="rId28"/>
  </p:notesMasterIdLst>
  <p:handoutMasterIdLst>
    <p:handoutMasterId r:id="rId29"/>
  </p:handoutMasterIdLst>
  <p:sldIdLst>
    <p:sldId id="367" r:id="rId9"/>
    <p:sldId id="392" r:id="rId10"/>
    <p:sldId id="371" r:id="rId11"/>
    <p:sldId id="370" r:id="rId12"/>
    <p:sldId id="373" r:id="rId13"/>
    <p:sldId id="394" r:id="rId14"/>
    <p:sldId id="397" r:id="rId15"/>
    <p:sldId id="374" r:id="rId16"/>
    <p:sldId id="399" r:id="rId17"/>
    <p:sldId id="372" r:id="rId18"/>
    <p:sldId id="369" r:id="rId19"/>
    <p:sldId id="396" r:id="rId20"/>
    <p:sldId id="400" r:id="rId21"/>
    <p:sldId id="387" r:id="rId22"/>
    <p:sldId id="390" r:id="rId23"/>
    <p:sldId id="389" r:id="rId24"/>
    <p:sldId id="391" r:id="rId25"/>
    <p:sldId id="395" r:id="rId26"/>
    <p:sldId id="393" r:id="rId27"/>
  </p:sldIdLst>
  <p:sldSz cx="9144000" cy="6858000" type="screen4x3"/>
  <p:notesSz cx="7010400" cy="9396413"/>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60"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A3B44"/>
    <a:srgbClr val="B71234"/>
    <a:srgbClr val="6163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4" autoAdjust="0"/>
    <p:restoredTop sz="94660"/>
  </p:normalViewPr>
  <p:slideViewPr>
    <p:cSldViewPr>
      <p:cViewPr varScale="1">
        <p:scale>
          <a:sx n="67" d="100"/>
          <a:sy n="67" d="100"/>
        </p:scale>
        <p:origin x="954" y="66"/>
      </p:cViewPr>
      <p:guideLst>
        <p:guide orient="horz" pos="2160"/>
        <p:guide pos="2880"/>
      </p:guideLst>
    </p:cSldViewPr>
  </p:slideViewPr>
  <p:notesTextViewPr>
    <p:cViewPr>
      <p:scale>
        <a:sx n="100" d="100"/>
        <a:sy n="100" d="100"/>
      </p:scale>
      <p:origin x="0" y="0"/>
    </p:cViewPr>
  </p:notesTextViewPr>
  <p:notesViewPr>
    <p:cSldViewPr>
      <p:cViewPr varScale="1">
        <p:scale>
          <a:sx n="66" d="100"/>
          <a:sy n="66" d="100"/>
        </p:scale>
        <p:origin x="-2040" y="-120"/>
      </p:cViewPr>
      <p:guideLst>
        <p:guide orient="horz" pos="2960"/>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4.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3FE9DD-0E84-634F-B6B5-339B2B128AF6}" type="doc">
      <dgm:prSet loTypeId="urn:microsoft.com/office/officeart/2005/8/layout/radial3" loCatId="" qsTypeId="urn:microsoft.com/office/officeart/2005/8/quickstyle/simple4" qsCatId="simple" csTypeId="urn:microsoft.com/office/officeart/2005/8/colors/accent1_2" csCatId="accent1" phldr="1"/>
      <dgm:spPr/>
      <dgm:t>
        <a:bodyPr/>
        <a:lstStyle/>
        <a:p>
          <a:endParaRPr lang="en-US"/>
        </a:p>
      </dgm:t>
    </dgm:pt>
    <dgm:pt modelId="{E3EF2626-FFCD-CC47-8AF5-956D66426CF8}">
      <dgm:prSet phldrT="[Text]" custT="1"/>
      <dgm:spPr>
        <a:gradFill rotWithShape="0">
          <a:gsLst>
            <a:gs pos="0">
              <a:srgbClr val="FF0000"/>
            </a:gs>
            <a:gs pos="100000">
              <a:schemeClr val="accent1">
                <a:alpha val="50000"/>
                <a:hueOff val="0"/>
                <a:satOff val="0"/>
                <a:lumOff val="0"/>
                <a:alphaOff val="0"/>
                <a:tint val="50000"/>
                <a:shade val="100000"/>
                <a:satMod val="350000"/>
              </a:schemeClr>
            </a:gs>
          </a:gsLst>
        </a:gradFill>
      </dgm:spPr>
      <dgm:t>
        <a:bodyPr/>
        <a:lstStyle/>
        <a:p>
          <a:r>
            <a:rPr lang="en-US" sz="2000" dirty="0" smtClean="0"/>
            <a:t>INSURED</a:t>
          </a:r>
          <a:endParaRPr lang="en-US" sz="2000" dirty="0"/>
        </a:p>
      </dgm:t>
    </dgm:pt>
    <dgm:pt modelId="{316F9BEF-F134-F94F-9AAA-CE2B961537D0}" type="parTrans" cxnId="{4BFB316F-E9BF-6A4A-A59A-6C0B89513759}">
      <dgm:prSet/>
      <dgm:spPr/>
      <dgm:t>
        <a:bodyPr/>
        <a:lstStyle/>
        <a:p>
          <a:endParaRPr lang="en-US"/>
        </a:p>
      </dgm:t>
    </dgm:pt>
    <dgm:pt modelId="{C1EA5F52-FBDE-A742-BF48-CA73D46013A3}" type="sibTrans" cxnId="{4BFB316F-E9BF-6A4A-A59A-6C0B89513759}">
      <dgm:prSet/>
      <dgm:spPr/>
      <dgm:t>
        <a:bodyPr/>
        <a:lstStyle/>
        <a:p>
          <a:endParaRPr lang="en-US"/>
        </a:p>
      </dgm:t>
    </dgm:pt>
    <dgm:pt modelId="{F4E2112F-8DC5-0042-B5FC-6D8F8E20DB4B}">
      <dgm:prSet phldrT="[Text]"/>
      <dgm:spPr>
        <a:solidFill>
          <a:srgbClr val="C00000"/>
        </a:solidFill>
      </dgm:spPr>
      <dgm:t>
        <a:bodyPr/>
        <a:lstStyle/>
        <a:p>
          <a:r>
            <a:rPr lang="en-US" b="1" dirty="0" smtClean="0">
              <a:solidFill>
                <a:schemeClr val="bg1"/>
              </a:solidFill>
            </a:rPr>
            <a:t>Risk Management </a:t>
          </a:r>
          <a:endParaRPr lang="en-US" b="1" dirty="0">
            <a:solidFill>
              <a:schemeClr val="bg1"/>
            </a:solidFill>
          </a:endParaRPr>
        </a:p>
      </dgm:t>
    </dgm:pt>
    <dgm:pt modelId="{8B453C14-4C65-AE43-AE92-1FEE83437BD2}" type="parTrans" cxnId="{3DEF6442-BF68-F545-A340-4CB462B6843E}">
      <dgm:prSet/>
      <dgm:spPr/>
      <dgm:t>
        <a:bodyPr/>
        <a:lstStyle/>
        <a:p>
          <a:endParaRPr lang="en-US"/>
        </a:p>
      </dgm:t>
    </dgm:pt>
    <dgm:pt modelId="{939044C5-C267-2941-9CD9-BBBCFE4DC6B1}" type="sibTrans" cxnId="{3DEF6442-BF68-F545-A340-4CB462B6843E}">
      <dgm:prSet/>
      <dgm:spPr/>
      <dgm:t>
        <a:bodyPr/>
        <a:lstStyle/>
        <a:p>
          <a:endParaRPr lang="en-US"/>
        </a:p>
      </dgm:t>
    </dgm:pt>
    <dgm:pt modelId="{2279862B-D335-8D41-9CEC-365004EDF8C4}">
      <dgm:prSet phldrT="[Text]"/>
      <dgm:spPr>
        <a:solidFill>
          <a:srgbClr val="C00000"/>
        </a:solidFill>
      </dgm:spPr>
      <dgm:t>
        <a:bodyPr/>
        <a:lstStyle/>
        <a:p>
          <a:r>
            <a:rPr lang="en-US" b="1" dirty="0" smtClean="0">
              <a:solidFill>
                <a:schemeClr val="bg1"/>
              </a:solidFill>
            </a:rPr>
            <a:t>Data and Network Security </a:t>
          </a:r>
          <a:endParaRPr lang="en-US" b="1" dirty="0">
            <a:solidFill>
              <a:schemeClr val="bg1"/>
            </a:solidFill>
          </a:endParaRPr>
        </a:p>
      </dgm:t>
    </dgm:pt>
    <dgm:pt modelId="{B9456853-1229-6946-B4C0-BA6CA2975C11}" type="parTrans" cxnId="{6BCD5E2D-385C-5446-8AD6-03BB31471B04}">
      <dgm:prSet/>
      <dgm:spPr/>
      <dgm:t>
        <a:bodyPr/>
        <a:lstStyle/>
        <a:p>
          <a:endParaRPr lang="en-US"/>
        </a:p>
      </dgm:t>
    </dgm:pt>
    <dgm:pt modelId="{40F7E21B-CC56-8F45-BDD1-814D43458452}" type="sibTrans" cxnId="{6BCD5E2D-385C-5446-8AD6-03BB31471B04}">
      <dgm:prSet/>
      <dgm:spPr/>
      <dgm:t>
        <a:bodyPr/>
        <a:lstStyle/>
        <a:p>
          <a:endParaRPr lang="en-US"/>
        </a:p>
      </dgm:t>
    </dgm:pt>
    <dgm:pt modelId="{FB0AF988-87D6-4845-8E3C-CF1E77BD8037}">
      <dgm:prSet phldrT="[Text]"/>
      <dgm:spPr>
        <a:solidFill>
          <a:srgbClr val="C00000"/>
        </a:solidFill>
      </dgm:spPr>
      <dgm:t>
        <a:bodyPr/>
        <a:lstStyle/>
        <a:p>
          <a:r>
            <a:rPr lang="en-US" b="1" dirty="0" smtClean="0">
              <a:solidFill>
                <a:schemeClr val="bg1"/>
              </a:solidFill>
            </a:rPr>
            <a:t>Terms and Conditions</a:t>
          </a:r>
          <a:endParaRPr lang="en-US" b="1" dirty="0">
            <a:solidFill>
              <a:schemeClr val="bg1"/>
            </a:solidFill>
          </a:endParaRPr>
        </a:p>
      </dgm:t>
    </dgm:pt>
    <dgm:pt modelId="{0283837F-160C-B247-9BE1-136B02029A4F}" type="parTrans" cxnId="{229FC5BC-9709-EA4D-AD57-3F62C7FA9163}">
      <dgm:prSet/>
      <dgm:spPr/>
      <dgm:t>
        <a:bodyPr/>
        <a:lstStyle/>
        <a:p>
          <a:endParaRPr lang="en-US"/>
        </a:p>
      </dgm:t>
    </dgm:pt>
    <dgm:pt modelId="{03D455F3-C9C7-3B4A-A877-74C74BFA10AB}" type="sibTrans" cxnId="{229FC5BC-9709-EA4D-AD57-3F62C7FA9163}">
      <dgm:prSet/>
      <dgm:spPr/>
      <dgm:t>
        <a:bodyPr/>
        <a:lstStyle/>
        <a:p>
          <a:endParaRPr lang="en-US"/>
        </a:p>
      </dgm:t>
    </dgm:pt>
    <dgm:pt modelId="{7E9E5A67-66EF-5643-A898-0F85288FF8B3}">
      <dgm:prSet phldrT="[Text]"/>
      <dgm:spPr>
        <a:solidFill>
          <a:srgbClr val="C00000"/>
        </a:solidFill>
      </dgm:spPr>
      <dgm:t>
        <a:bodyPr/>
        <a:lstStyle/>
        <a:p>
          <a:r>
            <a:rPr lang="en-US" b="1" dirty="0" smtClean="0">
              <a:solidFill>
                <a:schemeClr val="bg1"/>
              </a:solidFill>
            </a:rPr>
            <a:t>Privacy </a:t>
          </a:r>
          <a:endParaRPr lang="en-US" b="1" dirty="0">
            <a:solidFill>
              <a:schemeClr val="bg1"/>
            </a:solidFill>
          </a:endParaRPr>
        </a:p>
      </dgm:t>
    </dgm:pt>
    <dgm:pt modelId="{F07B45CF-7E07-DE4D-B56A-38AC685876BF}" type="parTrans" cxnId="{75F7DAB9-7E66-4240-931E-C010235C7365}">
      <dgm:prSet/>
      <dgm:spPr/>
      <dgm:t>
        <a:bodyPr/>
        <a:lstStyle/>
        <a:p>
          <a:endParaRPr lang="en-US"/>
        </a:p>
      </dgm:t>
    </dgm:pt>
    <dgm:pt modelId="{582905FA-36A8-8043-86B4-B091066C7983}" type="sibTrans" cxnId="{75F7DAB9-7E66-4240-931E-C010235C7365}">
      <dgm:prSet/>
      <dgm:spPr/>
      <dgm:t>
        <a:bodyPr/>
        <a:lstStyle/>
        <a:p>
          <a:endParaRPr lang="en-US"/>
        </a:p>
      </dgm:t>
    </dgm:pt>
    <dgm:pt modelId="{712DCC3C-3B9C-DE4C-9DDE-CC0AD23A5396}" type="pres">
      <dgm:prSet presAssocID="{073FE9DD-0E84-634F-B6B5-339B2B128AF6}" presName="composite" presStyleCnt="0">
        <dgm:presLayoutVars>
          <dgm:chMax val="1"/>
          <dgm:dir/>
          <dgm:resizeHandles val="exact"/>
        </dgm:presLayoutVars>
      </dgm:prSet>
      <dgm:spPr/>
      <dgm:t>
        <a:bodyPr/>
        <a:lstStyle/>
        <a:p>
          <a:endParaRPr lang="en-US"/>
        </a:p>
      </dgm:t>
    </dgm:pt>
    <dgm:pt modelId="{D3B572AA-B836-9649-B712-725BB80D1733}" type="pres">
      <dgm:prSet presAssocID="{073FE9DD-0E84-634F-B6B5-339B2B128AF6}" presName="radial" presStyleCnt="0">
        <dgm:presLayoutVars>
          <dgm:animLvl val="ctr"/>
        </dgm:presLayoutVars>
      </dgm:prSet>
      <dgm:spPr/>
    </dgm:pt>
    <dgm:pt modelId="{E6C88676-DC2B-6140-A2C6-1E8886A12DA9}" type="pres">
      <dgm:prSet presAssocID="{E3EF2626-FFCD-CC47-8AF5-956D66426CF8}" presName="centerShape" presStyleLbl="vennNode1" presStyleIdx="0" presStyleCnt="5" custScaleX="61123" custScaleY="55502"/>
      <dgm:spPr/>
      <dgm:t>
        <a:bodyPr/>
        <a:lstStyle/>
        <a:p>
          <a:endParaRPr lang="en-US"/>
        </a:p>
      </dgm:t>
    </dgm:pt>
    <dgm:pt modelId="{487D9CB4-07C6-E44F-A0F7-F7FD26623773}" type="pres">
      <dgm:prSet presAssocID="{F4E2112F-8DC5-0042-B5FC-6D8F8E20DB4B}" presName="node" presStyleLbl="vennNode1" presStyleIdx="1" presStyleCnt="5" custScaleX="130603" custScaleY="83446" custRadScaleRad="84736" custRadScaleInc="-628">
        <dgm:presLayoutVars>
          <dgm:bulletEnabled val="1"/>
        </dgm:presLayoutVars>
      </dgm:prSet>
      <dgm:spPr/>
      <dgm:t>
        <a:bodyPr/>
        <a:lstStyle/>
        <a:p>
          <a:endParaRPr lang="en-US"/>
        </a:p>
      </dgm:t>
    </dgm:pt>
    <dgm:pt modelId="{0021627C-E86A-5B41-8C20-774A37F9B53C}" type="pres">
      <dgm:prSet presAssocID="{2279862B-D335-8D41-9CEC-365004EDF8C4}" presName="node" presStyleLbl="vennNode1" presStyleIdx="2" presStyleCnt="5" custScaleX="130784" custScaleY="83702" custRadScaleRad="117688">
        <dgm:presLayoutVars>
          <dgm:bulletEnabled val="1"/>
        </dgm:presLayoutVars>
      </dgm:prSet>
      <dgm:spPr/>
      <dgm:t>
        <a:bodyPr/>
        <a:lstStyle/>
        <a:p>
          <a:endParaRPr lang="en-US"/>
        </a:p>
      </dgm:t>
    </dgm:pt>
    <dgm:pt modelId="{CA13F115-7C81-4244-A543-D64E10C3ED84}" type="pres">
      <dgm:prSet presAssocID="{FB0AF988-87D6-4845-8E3C-CF1E77BD8037}" presName="node" presStyleLbl="vennNode1" presStyleIdx="3" presStyleCnt="5" custScaleX="130784" custScaleY="83702" custRadScaleRad="84773" custRadScaleInc="-1623">
        <dgm:presLayoutVars>
          <dgm:bulletEnabled val="1"/>
        </dgm:presLayoutVars>
      </dgm:prSet>
      <dgm:spPr/>
      <dgm:t>
        <a:bodyPr/>
        <a:lstStyle/>
        <a:p>
          <a:endParaRPr lang="en-US"/>
        </a:p>
      </dgm:t>
    </dgm:pt>
    <dgm:pt modelId="{221A146A-CDD9-B240-AA7D-D41F73CAB2DD}" type="pres">
      <dgm:prSet presAssocID="{7E9E5A67-66EF-5643-A898-0F85288FF8B3}" presName="node" presStyleLbl="vennNode1" presStyleIdx="4" presStyleCnt="5" custScaleX="130784" custScaleY="83702" custRadScaleRad="119262" custRadScaleInc="1562">
        <dgm:presLayoutVars>
          <dgm:bulletEnabled val="1"/>
        </dgm:presLayoutVars>
      </dgm:prSet>
      <dgm:spPr/>
      <dgm:t>
        <a:bodyPr/>
        <a:lstStyle/>
        <a:p>
          <a:endParaRPr lang="en-US"/>
        </a:p>
      </dgm:t>
    </dgm:pt>
  </dgm:ptLst>
  <dgm:cxnLst>
    <dgm:cxn modelId="{229FC5BC-9709-EA4D-AD57-3F62C7FA9163}" srcId="{E3EF2626-FFCD-CC47-8AF5-956D66426CF8}" destId="{FB0AF988-87D6-4845-8E3C-CF1E77BD8037}" srcOrd="2" destOrd="0" parTransId="{0283837F-160C-B247-9BE1-136B02029A4F}" sibTransId="{03D455F3-C9C7-3B4A-A877-74C74BFA10AB}"/>
    <dgm:cxn modelId="{3DEF6442-BF68-F545-A340-4CB462B6843E}" srcId="{E3EF2626-FFCD-CC47-8AF5-956D66426CF8}" destId="{F4E2112F-8DC5-0042-B5FC-6D8F8E20DB4B}" srcOrd="0" destOrd="0" parTransId="{8B453C14-4C65-AE43-AE92-1FEE83437BD2}" sibTransId="{939044C5-C267-2941-9CD9-BBBCFE4DC6B1}"/>
    <dgm:cxn modelId="{8B6C1CCC-6FAF-466C-9594-C3DBC3852C06}" type="presOf" srcId="{7E9E5A67-66EF-5643-A898-0F85288FF8B3}" destId="{221A146A-CDD9-B240-AA7D-D41F73CAB2DD}" srcOrd="0" destOrd="0" presId="urn:microsoft.com/office/officeart/2005/8/layout/radial3"/>
    <dgm:cxn modelId="{867F3133-7E5A-4328-A1F8-CC0D0ED59E91}" type="presOf" srcId="{2279862B-D335-8D41-9CEC-365004EDF8C4}" destId="{0021627C-E86A-5B41-8C20-774A37F9B53C}" srcOrd="0" destOrd="0" presId="urn:microsoft.com/office/officeart/2005/8/layout/radial3"/>
    <dgm:cxn modelId="{17371277-B4B8-446E-812F-6925EFA50DC6}" type="presOf" srcId="{F4E2112F-8DC5-0042-B5FC-6D8F8E20DB4B}" destId="{487D9CB4-07C6-E44F-A0F7-F7FD26623773}" srcOrd="0" destOrd="0" presId="urn:microsoft.com/office/officeart/2005/8/layout/radial3"/>
    <dgm:cxn modelId="{75F7DAB9-7E66-4240-931E-C010235C7365}" srcId="{E3EF2626-FFCD-CC47-8AF5-956D66426CF8}" destId="{7E9E5A67-66EF-5643-A898-0F85288FF8B3}" srcOrd="3" destOrd="0" parTransId="{F07B45CF-7E07-DE4D-B56A-38AC685876BF}" sibTransId="{582905FA-36A8-8043-86B4-B091066C7983}"/>
    <dgm:cxn modelId="{4BFB316F-E9BF-6A4A-A59A-6C0B89513759}" srcId="{073FE9DD-0E84-634F-B6B5-339B2B128AF6}" destId="{E3EF2626-FFCD-CC47-8AF5-956D66426CF8}" srcOrd="0" destOrd="0" parTransId="{316F9BEF-F134-F94F-9AAA-CE2B961537D0}" sibTransId="{C1EA5F52-FBDE-A742-BF48-CA73D46013A3}"/>
    <dgm:cxn modelId="{52684F55-6E92-4EAD-B5D4-EF81AFCB6224}" type="presOf" srcId="{073FE9DD-0E84-634F-B6B5-339B2B128AF6}" destId="{712DCC3C-3B9C-DE4C-9DDE-CC0AD23A5396}" srcOrd="0" destOrd="0" presId="urn:microsoft.com/office/officeart/2005/8/layout/radial3"/>
    <dgm:cxn modelId="{44A09320-7135-4851-A9BE-F667BF6E6CE4}" type="presOf" srcId="{FB0AF988-87D6-4845-8E3C-CF1E77BD8037}" destId="{CA13F115-7C81-4244-A543-D64E10C3ED84}" srcOrd="0" destOrd="0" presId="urn:microsoft.com/office/officeart/2005/8/layout/radial3"/>
    <dgm:cxn modelId="{5AE3EEC7-5C8D-4397-B778-088DD957693A}" type="presOf" srcId="{E3EF2626-FFCD-CC47-8AF5-956D66426CF8}" destId="{E6C88676-DC2B-6140-A2C6-1E8886A12DA9}" srcOrd="0" destOrd="0" presId="urn:microsoft.com/office/officeart/2005/8/layout/radial3"/>
    <dgm:cxn modelId="{6BCD5E2D-385C-5446-8AD6-03BB31471B04}" srcId="{E3EF2626-FFCD-CC47-8AF5-956D66426CF8}" destId="{2279862B-D335-8D41-9CEC-365004EDF8C4}" srcOrd="1" destOrd="0" parTransId="{B9456853-1229-6946-B4C0-BA6CA2975C11}" sibTransId="{40F7E21B-CC56-8F45-BDD1-814D43458452}"/>
    <dgm:cxn modelId="{D4B35B57-A225-4CBF-9144-99576244CA62}" type="presParOf" srcId="{712DCC3C-3B9C-DE4C-9DDE-CC0AD23A5396}" destId="{D3B572AA-B836-9649-B712-725BB80D1733}" srcOrd="0" destOrd="0" presId="urn:microsoft.com/office/officeart/2005/8/layout/radial3"/>
    <dgm:cxn modelId="{B3A983F3-DC1A-4695-A897-A540737D998D}" type="presParOf" srcId="{D3B572AA-B836-9649-B712-725BB80D1733}" destId="{E6C88676-DC2B-6140-A2C6-1E8886A12DA9}" srcOrd="0" destOrd="0" presId="urn:microsoft.com/office/officeart/2005/8/layout/radial3"/>
    <dgm:cxn modelId="{D28F77E6-E325-4022-8DB2-F40CF2C5D3B2}" type="presParOf" srcId="{D3B572AA-B836-9649-B712-725BB80D1733}" destId="{487D9CB4-07C6-E44F-A0F7-F7FD26623773}" srcOrd="1" destOrd="0" presId="urn:microsoft.com/office/officeart/2005/8/layout/radial3"/>
    <dgm:cxn modelId="{BDB7F415-AF09-4DFD-8016-D6CAF9B31160}" type="presParOf" srcId="{D3B572AA-B836-9649-B712-725BB80D1733}" destId="{0021627C-E86A-5B41-8C20-774A37F9B53C}" srcOrd="2" destOrd="0" presId="urn:microsoft.com/office/officeart/2005/8/layout/radial3"/>
    <dgm:cxn modelId="{A5D6509F-505E-4633-8A5D-B2510911E438}" type="presParOf" srcId="{D3B572AA-B836-9649-B712-725BB80D1733}" destId="{CA13F115-7C81-4244-A543-D64E10C3ED84}" srcOrd="3" destOrd="0" presId="urn:microsoft.com/office/officeart/2005/8/layout/radial3"/>
    <dgm:cxn modelId="{B5B60248-F6FE-451C-A79A-67BBD3BD1025}" type="presParOf" srcId="{D3B572AA-B836-9649-B712-725BB80D1733}" destId="{221A146A-CDD9-B240-AA7D-D41F73CAB2DD}" srcOrd="4"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C88676-DC2B-6140-A2C6-1E8886A12DA9}">
      <dsp:nvSpPr>
        <dsp:cNvPr id="0" name=""/>
        <dsp:cNvSpPr/>
      </dsp:nvSpPr>
      <dsp:spPr>
        <a:xfrm>
          <a:off x="3520442" y="1743948"/>
          <a:ext cx="1709414" cy="1552212"/>
        </a:xfrm>
        <a:prstGeom prst="ellipse">
          <a:avLst/>
        </a:prstGeom>
        <a:gradFill rotWithShape="0">
          <a:gsLst>
            <a:gs pos="0">
              <a:srgbClr val="FF0000"/>
            </a:gs>
            <a:gs pos="100000">
              <a:schemeClr val="accent1">
                <a:alpha val="50000"/>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smtClean="0"/>
            <a:t>INSURED</a:t>
          </a:r>
          <a:endParaRPr lang="en-US" sz="2000" kern="1200" dirty="0"/>
        </a:p>
      </dsp:txBody>
      <dsp:txXfrm>
        <a:off x="3770780" y="1971264"/>
        <a:ext cx="1208738" cy="1097580"/>
      </dsp:txXfrm>
    </dsp:sp>
    <dsp:sp modelId="{487D9CB4-07C6-E44F-A0F7-F7FD26623773}">
      <dsp:nvSpPr>
        <dsp:cNvPr id="0" name=""/>
        <dsp:cNvSpPr/>
      </dsp:nvSpPr>
      <dsp:spPr>
        <a:xfrm>
          <a:off x="3446789" y="393420"/>
          <a:ext cx="1826273" cy="1166858"/>
        </a:xfrm>
        <a:prstGeom prst="ellipse">
          <a:avLst/>
        </a:prstGeom>
        <a:solidFill>
          <a:srgbClr val="C00000"/>
        </a:soli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US" sz="1600" b="1" kern="1200" dirty="0" smtClean="0">
              <a:solidFill>
                <a:schemeClr val="bg1"/>
              </a:solidFill>
            </a:rPr>
            <a:t>Risk Management </a:t>
          </a:r>
          <a:endParaRPr lang="en-US" sz="1600" b="1" kern="1200" dirty="0">
            <a:solidFill>
              <a:schemeClr val="bg1"/>
            </a:solidFill>
          </a:endParaRPr>
        </a:p>
      </dsp:txBody>
      <dsp:txXfrm>
        <a:off x="3714240" y="564302"/>
        <a:ext cx="1291371" cy="825094"/>
      </dsp:txXfrm>
    </dsp:sp>
    <dsp:sp modelId="{0021627C-E86A-5B41-8C20-774A37F9B53C}">
      <dsp:nvSpPr>
        <dsp:cNvPr id="0" name=""/>
        <dsp:cNvSpPr/>
      </dsp:nvSpPr>
      <dsp:spPr>
        <a:xfrm>
          <a:off x="5604177" y="1934836"/>
          <a:ext cx="1828804" cy="1170438"/>
        </a:xfrm>
        <a:prstGeom prst="ellipse">
          <a:avLst/>
        </a:prstGeom>
        <a:solidFill>
          <a:srgbClr val="C00000"/>
        </a:soli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US" sz="1600" b="1" kern="1200" dirty="0" smtClean="0">
              <a:solidFill>
                <a:schemeClr val="bg1"/>
              </a:solidFill>
            </a:rPr>
            <a:t>Data and Network Security </a:t>
          </a:r>
          <a:endParaRPr lang="en-US" sz="1600" b="1" kern="1200" dirty="0">
            <a:solidFill>
              <a:schemeClr val="bg1"/>
            </a:solidFill>
          </a:endParaRPr>
        </a:p>
      </dsp:txBody>
      <dsp:txXfrm>
        <a:off x="5871999" y="2106243"/>
        <a:ext cx="1293160" cy="827624"/>
      </dsp:txXfrm>
    </dsp:sp>
    <dsp:sp modelId="{CA13F115-7C81-4244-A543-D64E10C3ED84}">
      <dsp:nvSpPr>
        <dsp:cNvPr id="0" name=""/>
        <dsp:cNvSpPr/>
      </dsp:nvSpPr>
      <dsp:spPr>
        <a:xfrm>
          <a:off x="3500105" y="3478288"/>
          <a:ext cx="1828804" cy="1170438"/>
        </a:xfrm>
        <a:prstGeom prst="ellipse">
          <a:avLst/>
        </a:prstGeom>
        <a:solidFill>
          <a:srgbClr val="C00000"/>
        </a:soli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US" sz="1600" b="1" kern="1200" dirty="0" smtClean="0">
              <a:solidFill>
                <a:schemeClr val="bg1"/>
              </a:solidFill>
            </a:rPr>
            <a:t>Terms and Conditions</a:t>
          </a:r>
          <a:endParaRPr lang="en-US" sz="1600" b="1" kern="1200" dirty="0">
            <a:solidFill>
              <a:schemeClr val="bg1"/>
            </a:solidFill>
          </a:endParaRPr>
        </a:p>
      </dsp:txBody>
      <dsp:txXfrm>
        <a:off x="3767927" y="3649695"/>
        <a:ext cx="1293160" cy="827624"/>
      </dsp:txXfrm>
    </dsp:sp>
    <dsp:sp modelId="{221A146A-CDD9-B240-AA7D-D41F73CAB2DD}">
      <dsp:nvSpPr>
        <dsp:cNvPr id="0" name=""/>
        <dsp:cNvSpPr/>
      </dsp:nvSpPr>
      <dsp:spPr>
        <a:xfrm>
          <a:off x="1289305" y="1881547"/>
          <a:ext cx="1828804" cy="1170438"/>
        </a:xfrm>
        <a:prstGeom prst="ellipse">
          <a:avLst/>
        </a:prstGeom>
        <a:solidFill>
          <a:srgbClr val="C00000"/>
        </a:soli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US" sz="1600" b="1" kern="1200" dirty="0" smtClean="0">
              <a:solidFill>
                <a:schemeClr val="bg1"/>
              </a:solidFill>
            </a:rPr>
            <a:t>Privacy </a:t>
          </a:r>
          <a:endParaRPr lang="en-US" sz="1600" b="1" kern="1200" dirty="0">
            <a:solidFill>
              <a:schemeClr val="bg1"/>
            </a:solidFill>
          </a:endParaRPr>
        </a:p>
      </dsp:txBody>
      <dsp:txXfrm>
        <a:off x="1557127" y="2052954"/>
        <a:ext cx="1293160" cy="827624"/>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xfrm>
            <a:off x="0" y="0"/>
            <a:ext cx="3037840" cy="469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744" tIns="46872" rIns="93744" bIns="46872" numCol="1" anchor="t" anchorCtr="0" compatLnSpc="1">
            <a:prstTxWarp prst="textNoShape">
              <a:avLst/>
            </a:prstTxWarp>
          </a:bodyPr>
          <a:lstStyle>
            <a:lvl1pPr>
              <a:defRPr sz="1200"/>
            </a:lvl1pPr>
          </a:lstStyle>
          <a:p>
            <a:endParaRPr lang="en-US" altLang="en-US"/>
          </a:p>
        </p:txBody>
      </p:sp>
      <p:sp>
        <p:nvSpPr>
          <p:cNvPr id="69635" name="Rectangle 3"/>
          <p:cNvSpPr>
            <a:spLocks noGrp="1" noChangeArrowheads="1"/>
          </p:cNvSpPr>
          <p:nvPr>
            <p:ph type="dt" sz="quarter" idx="1"/>
          </p:nvPr>
        </p:nvSpPr>
        <p:spPr bwMode="auto">
          <a:xfrm>
            <a:off x="3970938" y="0"/>
            <a:ext cx="3037840" cy="469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744" tIns="46872" rIns="93744" bIns="46872" numCol="1" anchor="t" anchorCtr="0" compatLnSpc="1">
            <a:prstTxWarp prst="textNoShape">
              <a:avLst/>
            </a:prstTxWarp>
          </a:bodyPr>
          <a:lstStyle>
            <a:lvl1pPr algn="r">
              <a:defRPr sz="1200"/>
            </a:lvl1pPr>
          </a:lstStyle>
          <a:p>
            <a:endParaRPr lang="en-US" altLang="en-US"/>
          </a:p>
        </p:txBody>
      </p:sp>
      <p:sp>
        <p:nvSpPr>
          <p:cNvPr id="69636" name="Rectangle 4"/>
          <p:cNvSpPr>
            <a:spLocks noGrp="1" noChangeArrowheads="1"/>
          </p:cNvSpPr>
          <p:nvPr>
            <p:ph type="ftr" sz="quarter" idx="2"/>
          </p:nvPr>
        </p:nvSpPr>
        <p:spPr bwMode="auto">
          <a:xfrm>
            <a:off x="0" y="8924961"/>
            <a:ext cx="3037840" cy="469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744" tIns="46872" rIns="93744" bIns="46872" numCol="1" anchor="b" anchorCtr="0" compatLnSpc="1">
            <a:prstTxWarp prst="textNoShape">
              <a:avLst/>
            </a:prstTxWarp>
          </a:bodyPr>
          <a:lstStyle>
            <a:lvl1pPr>
              <a:defRPr sz="1200"/>
            </a:lvl1pPr>
          </a:lstStyle>
          <a:p>
            <a:endParaRPr lang="en-US" altLang="en-US"/>
          </a:p>
        </p:txBody>
      </p:sp>
      <p:sp>
        <p:nvSpPr>
          <p:cNvPr id="69637" name="Rectangle 5"/>
          <p:cNvSpPr>
            <a:spLocks noGrp="1" noChangeArrowheads="1"/>
          </p:cNvSpPr>
          <p:nvPr>
            <p:ph type="sldNum" sz="quarter" idx="3"/>
          </p:nvPr>
        </p:nvSpPr>
        <p:spPr bwMode="auto">
          <a:xfrm>
            <a:off x="3970938" y="8924961"/>
            <a:ext cx="3037840" cy="469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744" tIns="46872" rIns="93744" bIns="46872" numCol="1" anchor="b" anchorCtr="0" compatLnSpc="1">
            <a:prstTxWarp prst="textNoShape">
              <a:avLst/>
            </a:prstTxWarp>
          </a:bodyPr>
          <a:lstStyle>
            <a:lvl1pPr algn="r">
              <a:defRPr sz="1200"/>
            </a:lvl1pPr>
          </a:lstStyle>
          <a:p>
            <a:fld id="{2288986A-B212-4DE0-A41A-9BB4672A7C32}" type="slidenum">
              <a:rPr lang="en-US" altLang="en-US"/>
              <a:pPr/>
              <a:t>‹#›</a:t>
            </a:fld>
            <a:endParaRPr lang="en-US" altLang="en-US"/>
          </a:p>
        </p:txBody>
      </p:sp>
    </p:spTree>
    <p:extLst>
      <p:ext uri="{BB962C8B-B14F-4D97-AF65-F5344CB8AC3E}">
        <p14:creationId xmlns:p14="http://schemas.microsoft.com/office/powerpoint/2010/main" val="2644396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7840" cy="469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744" tIns="46872" rIns="93744" bIns="46872" numCol="1" anchor="t" anchorCtr="0" compatLnSpc="1">
            <a:prstTxWarp prst="textNoShape">
              <a:avLst/>
            </a:prstTxWarp>
          </a:bodyPr>
          <a:lstStyle>
            <a:lvl1pPr>
              <a:defRPr sz="1200"/>
            </a:lvl1pPr>
          </a:lstStyle>
          <a:p>
            <a:endParaRPr lang="en-US" altLang="en-US"/>
          </a:p>
        </p:txBody>
      </p:sp>
      <p:sp>
        <p:nvSpPr>
          <p:cNvPr id="23555" name="Rectangle 3"/>
          <p:cNvSpPr>
            <a:spLocks noGrp="1" noChangeArrowheads="1"/>
          </p:cNvSpPr>
          <p:nvPr>
            <p:ph type="dt" idx="1"/>
          </p:nvPr>
        </p:nvSpPr>
        <p:spPr bwMode="auto">
          <a:xfrm>
            <a:off x="3970938" y="0"/>
            <a:ext cx="3037840" cy="469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744" tIns="46872" rIns="93744" bIns="46872" numCol="1" anchor="t" anchorCtr="0" compatLnSpc="1">
            <a:prstTxWarp prst="textNoShape">
              <a:avLst/>
            </a:prstTxWarp>
          </a:bodyPr>
          <a:lstStyle>
            <a:lvl1pPr algn="r">
              <a:defRPr sz="1200"/>
            </a:lvl1pPr>
          </a:lstStyle>
          <a:p>
            <a:endParaRPr lang="en-US" altLang="en-US"/>
          </a:p>
        </p:txBody>
      </p:sp>
      <p:sp>
        <p:nvSpPr>
          <p:cNvPr id="23556" name="Rectangle 4"/>
          <p:cNvSpPr>
            <a:spLocks noGrp="1" noRot="1" noChangeAspect="1" noChangeArrowheads="1" noTextEdit="1"/>
          </p:cNvSpPr>
          <p:nvPr>
            <p:ph type="sldImg" idx="2"/>
          </p:nvPr>
        </p:nvSpPr>
        <p:spPr bwMode="auto">
          <a:xfrm>
            <a:off x="1155700" y="704850"/>
            <a:ext cx="4699000" cy="35242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3557" name="Rectangle 5"/>
          <p:cNvSpPr>
            <a:spLocks noGrp="1" noChangeArrowheads="1"/>
          </p:cNvSpPr>
          <p:nvPr>
            <p:ph type="body" sz="quarter" idx="3"/>
          </p:nvPr>
        </p:nvSpPr>
        <p:spPr bwMode="auto">
          <a:xfrm>
            <a:off x="701040" y="4463296"/>
            <a:ext cx="5608320" cy="4228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744" tIns="46872" rIns="93744" bIns="46872"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23558" name="Rectangle 6"/>
          <p:cNvSpPr>
            <a:spLocks noGrp="1" noChangeArrowheads="1"/>
          </p:cNvSpPr>
          <p:nvPr>
            <p:ph type="ftr" sz="quarter" idx="4"/>
          </p:nvPr>
        </p:nvSpPr>
        <p:spPr bwMode="auto">
          <a:xfrm>
            <a:off x="0" y="8924961"/>
            <a:ext cx="3037840" cy="469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744" tIns="46872" rIns="93744" bIns="46872" numCol="1" anchor="b" anchorCtr="0" compatLnSpc="1">
            <a:prstTxWarp prst="textNoShape">
              <a:avLst/>
            </a:prstTxWarp>
          </a:bodyPr>
          <a:lstStyle>
            <a:lvl1pPr>
              <a:defRPr sz="1200"/>
            </a:lvl1pPr>
          </a:lstStyle>
          <a:p>
            <a:endParaRPr lang="en-US" altLang="en-US"/>
          </a:p>
        </p:txBody>
      </p:sp>
      <p:sp>
        <p:nvSpPr>
          <p:cNvPr id="23559" name="Rectangle 7"/>
          <p:cNvSpPr>
            <a:spLocks noGrp="1" noChangeArrowheads="1"/>
          </p:cNvSpPr>
          <p:nvPr>
            <p:ph type="sldNum" sz="quarter" idx="5"/>
          </p:nvPr>
        </p:nvSpPr>
        <p:spPr bwMode="auto">
          <a:xfrm>
            <a:off x="3970938" y="8924961"/>
            <a:ext cx="3037840" cy="469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744" tIns="46872" rIns="93744" bIns="46872" numCol="1" anchor="b" anchorCtr="0" compatLnSpc="1">
            <a:prstTxWarp prst="textNoShape">
              <a:avLst/>
            </a:prstTxWarp>
          </a:bodyPr>
          <a:lstStyle>
            <a:lvl1pPr algn="r">
              <a:defRPr sz="1200"/>
            </a:lvl1pPr>
          </a:lstStyle>
          <a:p>
            <a:fld id="{8FDDD379-DEB4-498B-813A-53A2A38B24F2}" type="slidenum">
              <a:rPr lang="en-US" altLang="en-US"/>
              <a:pPr/>
              <a:t>‹#›</a:t>
            </a:fld>
            <a:endParaRPr lang="en-US" altLang="en-US"/>
          </a:p>
        </p:txBody>
      </p:sp>
    </p:spTree>
    <p:extLst>
      <p:ext uri="{BB962C8B-B14F-4D97-AF65-F5344CB8AC3E}">
        <p14:creationId xmlns:p14="http://schemas.microsoft.com/office/powerpoint/2010/main" val="75562006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mn-cs"/>
      </a:defRPr>
    </a:lvl1pPr>
    <a:lvl2pPr marL="457200" algn="l" rtl="0" fontAlgn="base">
      <a:spcBef>
        <a:spcPct val="30000"/>
      </a:spcBef>
      <a:spcAft>
        <a:spcPct val="0"/>
      </a:spcAft>
      <a:defRPr sz="1200" kern="1200">
        <a:solidFill>
          <a:schemeClr val="tx1"/>
        </a:solidFill>
        <a:latin typeface="Arial" pitchFamily="34" charset="0"/>
        <a:ea typeface="+mn-ea"/>
        <a:cs typeface="+mn-cs"/>
      </a:defRPr>
    </a:lvl2pPr>
    <a:lvl3pPr marL="914400" algn="l" rtl="0" fontAlgn="base">
      <a:spcBef>
        <a:spcPct val="30000"/>
      </a:spcBef>
      <a:spcAft>
        <a:spcPct val="0"/>
      </a:spcAft>
      <a:defRPr sz="1200" kern="1200">
        <a:solidFill>
          <a:schemeClr val="tx1"/>
        </a:solidFill>
        <a:latin typeface="Arial" pitchFamily="34" charset="0"/>
        <a:ea typeface="+mn-ea"/>
        <a:cs typeface="+mn-cs"/>
      </a:defRPr>
    </a:lvl3pPr>
    <a:lvl4pPr marL="1371600" algn="l" rtl="0" fontAlgn="base">
      <a:spcBef>
        <a:spcPct val="30000"/>
      </a:spcBef>
      <a:spcAft>
        <a:spcPct val="0"/>
      </a:spcAft>
      <a:defRPr sz="1200" kern="1200">
        <a:solidFill>
          <a:schemeClr val="tx1"/>
        </a:solidFill>
        <a:latin typeface="Arial" pitchFamily="34" charset="0"/>
        <a:ea typeface="+mn-ea"/>
        <a:cs typeface="+mn-cs"/>
      </a:defRPr>
    </a:lvl4pPr>
    <a:lvl5pPr marL="1828800" algn="l" rtl="0" fontAlgn="base">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KO</a:t>
            </a:r>
            <a:endParaRPr lang="en-US" dirty="0"/>
          </a:p>
        </p:txBody>
      </p:sp>
      <p:sp>
        <p:nvSpPr>
          <p:cNvPr id="4" name="Slide Number Placeholder 3"/>
          <p:cNvSpPr>
            <a:spLocks noGrp="1"/>
          </p:cNvSpPr>
          <p:nvPr>
            <p:ph type="sldNum" sz="quarter" idx="10"/>
          </p:nvPr>
        </p:nvSpPr>
        <p:spPr/>
        <p:txBody>
          <a:bodyPr/>
          <a:lstStyle/>
          <a:p>
            <a:fld id="{8FDDD379-DEB4-498B-813A-53A2A38B24F2}" type="slidenum">
              <a:rPr lang="en-US" altLang="en-US" smtClean="0"/>
              <a:pPr/>
              <a:t>1</a:t>
            </a:fld>
            <a:endParaRPr lang="en-US" altLang="en-US"/>
          </a:p>
        </p:txBody>
      </p:sp>
    </p:spTree>
    <p:extLst>
      <p:ext uri="{BB962C8B-B14F-4D97-AF65-F5344CB8AC3E}">
        <p14:creationId xmlns:p14="http://schemas.microsoft.com/office/powerpoint/2010/main" val="36807731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KO</a:t>
            </a:r>
            <a:endParaRPr lang="en-US" dirty="0"/>
          </a:p>
        </p:txBody>
      </p:sp>
      <p:sp>
        <p:nvSpPr>
          <p:cNvPr id="4" name="Slide Number Placeholder 3"/>
          <p:cNvSpPr>
            <a:spLocks noGrp="1"/>
          </p:cNvSpPr>
          <p:nvPr>
            <p:ph type="sldNum" sz="quarter" idx="10"/>
          </p:nvPr>
        </p:nvSpPr>
        <p:spPr/>
        <p:txBody>
          <a:bodyPr/>
          <a:lstStyle/>
          <a:p>
            <a:fld id="{1616A023-EDEA-4327-99A4-B2088B788169}" type="slidenum">
              <a:rPr lang="en-US" smtClean="0"/>
              <a:t>2</a:t>
            </a:fld>
            <a:endParaRPr lang="en-US"/>
          </a:p>
        </p:txBody>
      </p:sp>
    </p:spTree>
    <p:extLst>
      <p:ext uri="{BB962C8B-B14F-4D97-AF65-F5344CB8AC3E}">
        <p14:creationId xmlns:p14="http://schemas.microsoft.com/office/powerpoint/2010/main" val="3274807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KO- ask audience</a:t>
            </a:r>
            <a:r>
              <a:rPr lang="en-US" baseline="0" dirty="0" smtClean="0"/>
              <a:t> whether or not they purchase cyber insurance by a show of hands </a:t>
            </a:r>
            <a:endParaRPr lang="en-US" dirty="0"/>
          </a:p>
        </p:txBody>
      </p:sp>
      <p:sp>
        <p:nvSpPr>
          <p:cNvPr id="4" name="Slide Number Placeholder 3"/>
          <p:cNvSpPr>
            <a:spLocks noGrp="1"/>
          </p:cNvSpPr>
          <p:nvPr>
            <p:ph type="sldNum" sz="quarter" idx="10"/>
          </p:nvPr>
        </p:nvSpPr>
        <p:spPr/>
        <p:txBody>
          <a:bodyPr/>
          <a:lstStyle/>
          <a:p>
            <a:fld id="{1616A023-EDEA-4327-99A4-B2088B788169}" type="slidenum">
              <a:rPr lang="en-US" smtClean="0"/>
              <a:t>3</a:t>
            </a:fld>
            <a:endParaRPr lang="en-US"/>
          </a:p>
        </p:txBody>
      </p:sp>
    </p:spTree>
    <p:extLst>
      <p:ext uri="{BB962C8B-B14F-4D97-AF65-F5344CB8AC3E}">
        <p14:creationId xmlns:p14="http://schemas.microsoft.com/office/powerpoint/2010/main" val="225882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Lou</a:t>
            </a:r>
            <a:r>
              <a:rPr lang="en-US" baseline="0" dirty="0" smtClean="0"/>
              <a:t> – give examples of each </a:t>
            </a:r>
            <a:endParaRPr lang="en-US" dirty="0"/>
          </a:p>
        </p:txBody>
      </p:sp>
      <p:sp>
        <p:nvSpPr>
          <p:cNvPr id="4" name="Slide Number Placeholder 3"/>
          <p:cNvSpPr>
            <a:spLocks noGrp="1"/>
          </p:cNvSpPr>
          <p:nvPr>
            <p:ph type="sldNum" sz="quarter" idx="10"/>
          </p:nvPr>
        </p:nvSpPr>
        <p:spPr/>
        <p:txBody>
          <a:bodyPr/>
          <a:lstStyle/>
          <a:p>
            <a:fld id="{1616A023-EDEA-4327-99A4-B2088B788169}" type="slidenum">
              <a:rPr lang="en-US" smtClean="0"/>
              <a:t>4</a:t>
            </a:fld>
            <a:endParaRPr lang="en-US"/>
          </a:p>
        </p:txBody>
      </p:sp>
    </p:spTree>
    <p:extLst>
      <p:ext uri="{BB962C8B-B14F-4D97-AF65-F5344CB8AC3E}">
        <p14:creationId xmlns:p14="http://schemas.microsoft.com/office/powerpoint/2010/main" val="3955368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Lou - Give examples of each </a:t>
            </a:r>
            <a:endParaRPr lang="en-US" dirty="0"/>
          </a:p>
        </p:txBody>
      </p:sp>
      <p:sp>
        <p:nvSpPr>
          <p:cNvPr id="4" name="Slide Number Placeholder 3"/>
          <p:cNvSpPr>
            <a:spLocks noGrp="1"/>
          </p:cNvSpPr>
          <p:nvPr>
            <p:ph type="sldNum" sz="quarter" idx="10"/>
          </p:nvPr>
        </p:nvSpPr>
        <p:spPr/>
        <p:txBody>
          <a:bodyPr/>
          <a:lstStyle/>
          <a:p>
            <a:fld id="{1616A023-EDEA-4327-99A4-B2088B788169}" type="slidenum">
              <a:rPr lang="en-US" smtClean="0"/>
              <a:t>5</a:t>
            </a:fld>
            <a:endParaRPr lang="en-US"/>
          </a:p>
        </p:txBody>
      </p:sp>
    </p:spTree>
    <p:extLst>
      <p:ext uri="{BB962C8B-B14F-4D97-AF65-F5344CB8AC3E}">
        <p14:creationId xmlns:p14="http://schemas.microsoft.com/office/powerpoint/2010/main" val="25380781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Lou</a:t>
            </a:r>
            <a:endParaRPr lang="en-US" dirty="0"/>
          </a:p>
        </p:txBody>
      </p:sp>
      <p:sp>
        <p:nvSpPr>
          <p:cNvPr id="4" name="Slide Number Placeholder 3"/>
          <p:cNvSpPr>
            <a:spLocks noGrp="1"/>
          </p:cNvSpPr>
          <p:nvPr>
            <p:ph type="sldNum" sz="quarter" idx="10"/>
          </p:nvPr>
        </p:nvSpPr>
        <p:spPr/>
        <p:txBody>
          <a:bodyPr/>
          <a:lstStyle/>
          <a:p>
            <a:fld id="{1616A023-EDEA-4327-99A4-B2088B788169}" type="slidenum">
              <a:rPr lang="en-US" smtClean="0"/>
              <a:t>6</a:t>
            </a:fld>
            <a:endParaRPr lang="en-US"/>
          </a:p>
        </p:txBody>
      </p:sp>
    </p:spTree>
    <p:extLst>
      <p:ext uri="{BB962C8B-B14F-4D97-AF65-F5344CB8AC3E}">
        <p14:creationId xmlns:p14="http://schemas.microsoft.com/office/powerpoint/2010/main" val="10192234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Lou:</a:t>
            </a:r>
            <a:r>
              <a:rPr lang="en-US" baseline="0" dirty="0" smtClean="0"/>
              <a:t> - KO to add Marsh’s report and the process  </a:t>
            </a:r>
            <a:endParaRPr lang="en-US" dirty="0"/>
          </a:p>
        </p:txBody>
      </p:sp>
      <p:sp>
        <p:nvSpPr>
          <p:cNvPr id="4" name="Slide Number Placeholder 3"/>
          <p:cNvSpPr>
            <a:spLocks noGrp="1"/>
          </p:cNvSpPr>
          <p:nvPr>
            <p:ph type="sldNum" sz="quarter" idx="10"/>
          </p:nvPr>
        </p:nvSpPr>
        <p:spPr/>
        <p:txBody>
          <a:bodyPr/>
          <a:lstStyle/>
          <a:p>
            <a:fld id="{1616A023-EDEA-4327-99A4-B2088B788169}" type="slidenum">
              <a:rPr lang="en-US" smtClean="0"/>
              <a:t>7</a:t>
            </a:fld>
            <a:endParaRPr lang="en-US"/>
          </a:p>
        </p:txBody>
      </p:sp>
    </p:spTree>
    <p:extLst>
      <p:ext uri="{BB962C8B-B14F-4D97-AF65-F5344CB8AC3E}">
        <p14:creationId xmlns:p14="http://schemas.microsoft.com/office/powerpoint/2010/main" val="91024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Lou </a:t>
            </a:r>
            <a:endParaRPr lang="en-US" dirty="0"/>
          </a:p>
        </p:txBody>
      </p:sp>
      <p:sp>
        <p:nvSpPr>
          <p:cNvPr id="4" name="Slide Number Placeholder 3"/>
          <p:cNvSpPr>
            <a:spLocks noGrp="1"/>
          </p:cNvSpPr>
          <p:nvPr>
            <p:ph type="sldNum" sz="quarter" idx="10"/>
          </p:nvPr>
        </p:nvSpPr>
        <p:spPr/>
        <p:txBody>
          <a:bodyPr/>
          <a:lstStyle/>
          <a:p>
            <a:fld id="{1616A023-EDEA-4327-99A4-B2088B788169}" type="slidenum">
              <a:rPr lang="en-US" smtClean="0"/>
              <a:t>8</a:t>
            </a:fld>
            <a:endParaRPr lang="en-US"/>
          </a:p>
        </p:txBody>
      </p:sp>
    </p:spTree>
    <p:extLst>
      <p:ext uri="{BB962C8B-B14F-4D97-AF65-F5344CB8AC3E}">
        <p14:creationId xmlns:p14="http://schemas.microsoft.com/office/powerpoint/2010/main" val="1397107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Lou:</a:t>
            </a:r>
            <a:r>
              <a:rPr lang="en-US" baseline="0" dirty="0" smtClean="0"/>
              <a:t> </a:t>
            </a:r>
            <a:endParaRPr lang="en-US" dirty="0"/>
          </a:p>
        </p:txBody>
      </p:sp>
      <p:sp>
        <p:nvSpPr>
          <p:cNvPr id="4" name="Slide Number Placeholder 3"/>
          <p:cNvSpPr>
            <a:spLocks noGrp="1"/>
          </p:cNvSpPr>
          <p:nvPr>
            <p:ph type="sldNum" sz="quarter" idx="10"/>
          </p:nvPr>
        </p:nvSpPr>
        <p:spPr/>
        <p:txBody>
          <a:bodyPr/>
          <a:lstStyle/>
          <a:p>
            <a:fld id="{1616A023-EDEA-4327-99A4-B2088B788169}" type="slidenum">
              <a:rPr lang="en-US" smtClean="0"/>
              <a:t>9</a:t>
            </a:fld>
            <a:endParaRPr lang="en-US"/>
          </a:p>
        </p:txBody>
      </p:sp>
    </p:spTree>
    <p:extLst>
      <p:ext uri="{BB962C8B-B14F-4D97-AF65-F5344CB8AC3E}">
        <p14:creationId xmlns:p14="http://schemas.microsoft.com/office/powerpoint/2010/main" val="3730256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KO</a:t>
            </a:r>
            <a:endParaRPr lang="en-US" dirty="0"/>
          </a:p>
        </p:txBody>
      </p:sp>
      <p:sp>
        <p:nvSpPr>
          <p:cNvPr id="4" name="Slide Number Placeholder 3"/>
          <p:cNvSpPr>
            <a:spLocks noGrp="1"/>
          </p:cNvSpPr>
          <p:nvPr>
            <p:ph type="sldNum" sz="quarter" idx="10"/>
          </p:nvPr>
        </p:nvSpPr>
        <p:spPr/>
        <p:txBody>
          <a:bodyPr/>
          <a:lstStyle/>
          <a:p>
            <a:fld id="{1616A023-EDEA-4327-99A4-B2088B788169}" type="slidenum">
              <a:rPr lang="en-US" smtClean="0"/>
              <a:t>10</a:t>
            </a:fld>
            <a:endParaRPr lang="en-US"/>
          </a:p>
        </p:txBody>
      </p:sp>
    </p:spTree>
    <p:extLst>
      <p:ext uri="{BB962C8B-B14F-4D97-AF65-F5344CB8AC3E}">
        <p14:creationId xmlns:p14="http://schemas.microsoft.com/office/powerpoint/2010/main" val="21045420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KO</a:t>
            </a:r>
            <a:endParaRPr lang="en-US" dirty="0"/>
          </a:p>
        </p:txBody>
      </p:sp>
      <p:sp>
        <p:nvSpPr>
          <p:cNvPr id="4" name="Slide Number Placeholder 3"/>
          <p:cNvSpPr>
            <a:spLocks noGrp="1"/>
          </p:cNvSpPr>
          <p:nvPr>
            <p:ph type="sldNum" sz="quarter" idx="10"/>
          </p:nvPr>
        </p:nvSpPr>
        <p:spPr/>
        <p:txBody>
          <a:bodyPr/>
          <a:lstStyle/>
          <a:p>
            <a:fld id="{1616A023-EDEA-4327-99A4-B2088B788169}" type="slidenum">
              <a:rPr lang="en-US" smtClean="0"/>
              <a:t>11</a:t>
            </a:fld>
            <a:endParaRPr lang="en-US"/>
          </a:p>
        </p:txBody>
      </p:sp>
    </p:spTree>
    <p:extLst>
      <p:ext uri="{BB962C8B-B14F-4D97-AF65-F5344CB8AC3E}">
        <p14:creationId xmlns:p14="http://schemas.microsoft.com/office/powerpoint/2010/main" val="1370626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KO</a:t>
            </a:r>
            <a:endParaRPr lang="en-US" dirty="0"/>
          </a:p>
        </p:txBody>
      </p:sp>
      <p:sp>
        <p:nvSpPr>
          <p:cNvPr id="4" name="Slide Number Placeholder 3"/>
          <p:cNvSpPr>
            <a:spLocks noGrp="1"/>
          </p:cNvSpPr>
          <p:nvPr>
            <p:ph type="sldNum" sz="quarter" idx="10"/>
          </p:nvPr>
        </p:nvSpPr>
        <p:spPr/>
        <p:txBody>
          <a:bodyPr/>
          <a:lstStyle/>
          <a:p>
            <a:fld id="{1616A023-EDEA-4327-99A4-B2088B788169}" type="slidenum">
              <a:rPr lang="en-US" smtClean="0"/>
              <a:t>12</a:t>
            </a:fld>
            <a:endParaRPr lang="en-US"/>
          </a:p>
        </p:txBody>
      </p:sp>
    </p:spTree>
    <p:extLst>
      <p:ext uri="{BB962C8B-B14F-4D97-AF65-F5344CB8AC3E}">
        <p14:creationId xmlns:p14="http://schemas.microsoft.com/office/powerpoint/2010/main" val="34041590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KO</a:t>
            </a:r>
            <a:endParaRPr lang="en-US" dirty="0"/>
          </a:p>
        </p:txBody>
      </p:sp>
      <p:sp>
        <p:nvSpPr>
          <p:cNvPr id="4" name="Slide Number Placeholder 3"/>
          <p:cNvSpPr>
            <a:spLocks noGrp="1"/>
          </p:cNvSpPr>
          <p:nvPr>
            <p:ph type="sldNum" sz="quarter" idx="10"/>
          </p:nvPr>
        </p:nvSpPr>
        <p:spPr/>
        <p:txBody>
          <a:bodyPr/>
          <a:lstStyle/>
          <a:p>
            <a:fld id="{1616A023-EDEA-4327-99A4-B2088B788169}" type="slidenum">
              <a:rPr lang="en-US" smtClean="0"/>
              <a:t>13</a:t>
            </a:fld>
            <a:endParaRPr lang="en-US"/>
          </a:p>
        </p:txBody>
      </p:sp>
    </p:spTree>
    <p:extLst>
      <p:ext uri="{BB962C8B-B14F-4D97-AF65-F5344CB8AC3E}">
        <p14:creationId xmlns:p14="http://schemas.microsoft.com/office/powerpoint/2010/main" val="41186180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KO </a:t>
            </a:r>
            <a:endParaRPr lang="en-US" dirty="0"/>
          </a:p>
        </p:txBody>
      </p:sp>
      <p:sp>
        <p:nvSpPr>
          <p:cNvPr id="4" name="Slide Number Placeholder 3"/>
          <p:cNvSpPr>
            <a:spLocks noGrp="1"/>
          </p:cNvSpPr>
          <p:nvPr>
            <p:ph type="sldNum" sz="quarter" idx="10"/>
          </p:nvPr>
        </p:nvSpPr>
        <p:spPr/>
        <p:txBody>
          <a:bodyPr/>
          <a:lstStyle/>
          <a:p>
            <a:fld id="{1616A023-EDEA-4327-99A4-B2088B788169}" type="slidenum">
              <a:rPr lang="en-US" smtClean="0"/>
              <a:t>14</a:t>
            </a:fld>
            <a:endParaRPr lang="en-US"/>
          </a:p>
        </p:txBody>
      </p:sp>
    </p:spTree>
    <p:extLst>
      <p:ext uri="{BB962C8B-B14F-4D97-AF65-F5344CB8AC3E}">
        <p14:creationId xmlns:p14="http://schemas.microsoft.com/office/powerpoint/2010/main" val="2716930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KO</a:t>
            </a:r>
            <a:endParaRPr lang="en-US" dirty="0"/>
          </a:p>
        </p:txBody>
      </p:sp>
      <p:sp>
        <p:nvSpPr>
          <p:cNvPr id="4" name="Slide Number Placeholder 3"/>
          <p:cNvSpPr>
            <a:spLocks noGrp="1"/>
          </p:cNvSpPr>
          <p:nvPr>
            <p:ph type="sldNum" sz="quarter" idx="10"/>
          </p:nvPr>
        </p:nvSpPr>
        <p:spPr/>
        <p:txBody>
          <a:bodyPr/>
          <a:lstStyle/>
          <a:p>
            <a:fld id="{1616A023-EDEA-4327-99A4-B2088B788169}" type="slidenum">
              <a:rPr lang="en-US" smtClean="0"/>
              <a:t>15</a:t>
            </a:fld>
            <a:endParaRPr lang="en-US"/>
          </a:p>
        </p:txBody>
      </p:sp>
    </p:spTree>
    <p:extLst>
      <p:ext uri="{BB962C8B-B14F-4D97-AF65-F5344CB8AC3E}">
        <p14:creationId xmlns:p14="http://schemas.microsoft.com/office/powerpoint/2010/main" val="39181646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KO</a:t>
            </a:r>
            <a:endParaRPr lang="en-US" dirty="0"/>
          </a:p>
        </p:txBody>
      </p:sp>
      <p:sp>
        <p:nvSpPr>
          <p:cNvPr id="4" name="Slide Number Placeholder 3"/>
          <p:cNvSpPr>
            <a:spLocks noGrp="1"/>
          </p:cNvSpPr>
          <p:nvPr>
            <p:ph type="sldNum" sz="quarter" idx="10"/>
          </p:nvPr>
        </p:nvSpPr>
        <p:spPr/>
        <p:txBody>
          <a:bodyPr/>
          <a:lstStyle/>
          <a:p>
            <a:fld id="{1616A023-EDEA-4327-99A4-B2088B788169}" type="slidenum">
              <a:rPr lang="en-US" smtClean="0"/>
              <a:t>16</a:t>
            </a:fld>
            <a:endParaRPr lang="en-US"/>
          </a:p>
        </p:txBody>
      </p:sp>
    </p:spTree>
    <p:extLst>
      <p:ext uri="{BB962C8B-B14F-4D97-AF65-F5344CB8AC3E}">
        <p14:creationId xmlns:p14="http://schemas.microsoft.com/office/powerpoint/2010/main" val="39740788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KO</a:t>
            </a:r>
            <a:endParaRPr lang="en-US" dirty="0"/>
          </a:p>
        </p:txBody>
      </p:sp>
      <p:sp>
        <p:nvSpPr>
          <p:cNvPr id="4" name="Slide Number Placeholder 3"/>
          <p:cNvSpPr>
            <a:spLocks noGrp="1"/>
          </p:cNvSpPr>
          <p:nvPr>
            <p:ph type="sldNum" sz="quarter" idx="10"/>
          </p:nvPr>
        </p:nvSpPr>
        <p:spPr/>
        <p:txBody>
          <a:bodyPr/>
          <a:lstStyle/>
          <a:p>
            <a:fld id="{1616A023-EDEA-4327-99A4-B2088B788169}" type="slidenum">
              <a:rPr lang="en-US" smtClean="0"/>
              <a:t>17</a:t>
            </a:fld>
            <a:endParaRPr lang="en-US"/>
          </a:p>
        </p:txBody>
      </p:sp>
    </p:spTree>
    <p:extLst>
      <p:ext uri="{BB962C8B-B14F-4D97-AF65-F5344CB8AC3E}">
        <p14:creationId xmlns:p14="http://schemas.microsoft.com/office/powerpoint/2010/main" val="26833377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High tech technology</a:t>
            </a:r>
            <a:r>
              <a:rPr lang="en-US" baseline="0" dirty="0" smtClean="0"/>
              <a:t> </a:t>
            </a:r>
            <a:endParaRPr lang="en-US" dirty="0"/>
          </a:p>
        </p:txBody>
      </p:sp>
      <p:sp>
        <p:nvSpPr>
          <p:cNvPr id="4" name="Slide Number Placeholder 3"/>
          <p:cNvSpPr>
            <a:spLocks noGrp="1"/>
          </p:cNvSpPr>
          <p:nvPr>
            <p:ph type="sldNum" sz="quarter" idx="10"/>
          </p:nvPr>
        </p:nvSpPr>
        <p:spPr/>
        <p:txBody>
          <a:bodyPr/>
          <a:lstStyle/>
          <a:p>
            <a:fld id="{8FDDD379-DEB4-498B-813A-53A2A38B24F2}" type="slidenum">
              <a:rPr lang="en-US" altLang="en-US" smtClean="0"/>
              <a:pPr/>
              <a:t>18</a:t>
            </a:fld>
            <a:endParaRPr lang="en-US" altLang="en-US"/>
          </a:p>
        </p:txBody>
      </p:sp>
    </p:spTree>
    <p:extLst>
      <p:ext uri="{BB962C8B-B14F-4D97-AF65-F5344CB8AC3E}">
        <p14:creationId xmlns:p14="http://schemas.microsoft.com/office/powerpoint/2010/main" val="33165012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16A023-EDEA-4327-99A4-B2088B788169}" type="slidenum">
              <a:rPr lang="en-US" smtClean="0"/>
              <a:t>19</a:t>
            </a:fld>
            <a:endParaRPr lang="en-US"/>
          </a:p>
        </p:txBody>
      </p:sp>
    </p:spTree>
    <p:extLst>
      <p:ext uri="{BB962C8B-B14F-4D97-AF65-F5344CB8AC3E}">
        <p14:creationId xmlns:p14="http://schemas.microsoft.com/office/powerpoint/2010/main" val="33113705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0969" name="Picture 9" descr="MKS_18mm_R_G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135938" y="5681663"/>
            <a:ext cx="685800" cy="815975"/>
          </a:xfrm>
          <a:prstGeom prst="rect">
            <a:avLst/>
          </a:prstGeom>
          <a:noFill/>
          <a:extLst>
            <a:ext uri="{909E8E84-426E-40DD-AFC4-6F175D3DCCD1}">
              <a14:hiddenFill xmlns:a14="http://schemas.microsoft.com/office/drawing/2010/main">
                <a:solidFill>
                  <a:srgbClr val="FFFFFF"/>
                </a:solidFill>
              </a14:hiddenFill>
            </a:ext>
          </a:extLst>
        </p:spPr>
      </p:pic>
      <p:pic>
        <p:nvPicPr>
          <p:cNvPr id="40970" name="Picture 8" descr="pp_device"/>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3124200"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7" name="Title Placeholder 1"/>
          <p:cNvSpPr>
            <a:spLocks noGrp="1"/>
          </p:cNvSpPr>
          <p:nvPr>
            <p:ph type="ctrTitle"/>
          </p:nvPr>
        </p:nvSpPr>
        <p:spPr>
          <a:xfrm>
            <a:off x="247650" y="2586038"/>
            <a:ext cx="8532813" cy="3109912"/>
          </a:xfrm>
        </p:spPr>
        <p:txBody>
          <a:bodyPr anchor="t"/>
          <a:lstStyle>
            <a:lvl1pPr>
              <a:defRPr sz="5500"/>
            </a:lvl1pPr>
          </a:lstStyle>
          <a:p>
            <a:pPr lvl="0"/>
            <a:r>
              <a:rPr lang="en-US" altLang="en-US" noProof="0" smtClean="0"/>
              <a:t>Click to edit title style</a:t>
            </a:r>
          </a:p>
        </p:txBody>
      </p:sp>
      <p:sp>
        <p:nvSpPr>
          <p:cNvPr id="40968" name="Text Placeholder 2"/>
          <p:cNvSpPr>
            <a:spLocks noGrp="1"/>
          </p:cNvSpPr>
          <p:nvPr>
            <p:ph type="subTitle" idx="1"/>
          </p:nvPr>
        </p:nvSpPr>
        <p:spPr>
          <a:xfrm>
            <a:off x="265113" y="4721225"/>
            <a:ext cx="8510587" cy="1871663"/>
          </a:xfrm>
        </p:spPr>
        <p:txBody>
          <a:bodyPr anchor="b"/>
          <a:lstStyle>
            <a:lvl1pPr marL="0" indent="0">
              <a:buFontTx/>
              <a:buNone/>
              <a:defRPr>
                <a:solidFill>
                  <a:srgbClr val="3A3B44"/>
                </a:solidFill>
              </a:defRPr>
            </a:lvl1pPr>
          </a:lstStyle>
          <a:p>
            <a:pPr lvl="0"/>
            <a:r>
              <a:rPr lang="en-US" altLang="en-US" noProof="0" dirty="0" smtClean="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defRPr>
                <a:solidFill>
                  <a:srgbClr val="3A3B44"/>
                </a:solidFill>
              </a:defRPr>
            </a:lvl1pPr>
            <a:lvl2pPr>
              <a:defRPr>
                <a:solidFill>
                  <a:srgbClr val="3A3B44"/>
                </a:solidFill>
              </a:defRPr>
            </a:lvl2pPr>
            <a:lvl3pPr>
              <a:defRPr>
                <a:solidFill>
                  <a:srgbClr val="3A3B44"/>
                </a:solidFill>
              </a:defRPr>
            </a:lvl3pPr>
            <a:lvl4pPr>
              <a:defRPr>
                <a:solidFill>
                  <a:srgbClr val="3A3B44"/>
                </a:solidFill>
                <a:latin typeface="+mn-lt"/>
              </a:defRPr>
            </a:lvl4pPr>
            <a:lvl5pPr>
              <a:defRPr>
                <a:solidFill>
                  <a:srgbClr val="3A3B44"/>
                </a:solidFill>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Slide Number Placeholder 3"/>
          <p:cNvSpPr>
            <a:spLocks noGrp="1"/>
          </p:cNvSpPr>
          <p:nvPr>
            <p:ph type="sldNum" sz="quarter" idx="10"/>
          </p:nvPr>
        </p:nvSpPr>
        <p:spPr/>
        <p:txBody>
          <a:bodyPr/>
          <a:lstStyle>
            <a:lvl1pPr>
              <a:defRPr/>
            </a:lvl1pPr>
          </a:lstStyle>
          <a:p>
            <a:fld id="{C9474C90-8428-466A-800D-6A309A919829}" type="slidenum">
              <a:rPr lang="en-GB" altLang="en-US"/>
              <a:pPr/>
              <a:t>‹#›</a:t>
            </a:fld>
            <a:endParaRPr lang="en-GB" altLang="en-US"/>
          </a:p>
        </p:txBody>
      </p:sp>
      <p:sp>
        <p:nvSpPr>
          <p:cNvPr id="5" name="Date Placeholder 4"/>
          <p:cNvSpPr>
            <a:spLocks noGrp="1"/>
          </p:cNvSpPr>
          <p:nvPr>
            <p:ph type="dt" sz="half" idx="11"/>
          </p:nvPr>
        </p:nvSpPr>
        <p:spPr/>
        <p:txBody>
          <a:bodyPr/>
          <a:lstStyle>
            <a:lvl1pPr>
              <a:defRPr/>
            </a:lvl1pPr>
          </a:lstStyle>
          <a:p>
            <a:endParaRPr lang="en-GB" altLang="en-US"/>
          </a:p>
        </p:txBody>
      </p:sp>
      <p:sp>
        <p:nvSpPr>
          <p:cNvPr id="6" name="Footer Placeholder 5"/>
          <p:cNvSpPr>
            <a:spLocks noGrp="1"/>
          </p:cNvSpPr>
          <p:nvPr>
            <p:ph type="ftr" sz="quarter" idx="12"/>
          </p:nvPr>
        </p:nvSpPr>
        <p:spPr/>
        <p:txBody>
          <a:bodyPr/>
          <a:lstStyle>
            <a:lvl1pPr>
              <a:defRPr/>
            </a:lvl1pPr>
          </a:lstStyle>
          <a:p>
            <a:endParaRPr lang="en-GB" altLang="en-US"/>
          </a:p>
        </p:txBody>
      </p:sp>
    </p:spTree>
    <p:extLst>
      <p:ext uri="{BB962C8B-B14F-4D97-AF65-F5344CB8AC3E}">
        <p14:creationId xmlns:p14="http://schemas.microsoft.com/office/powerpoint/2010/main" val="3877205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rgbClr val="3A3B44"/>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smtClean="0"/>
              <a:t>Click to edit Master text styles</a:t>
            </a:r>
          </a:p>
        </p:txBody>
      </p:sp>
      <p:sp>
        <p:nvSpPr>
          <p:cNvPr id="4" name="Slide Number Placeholder 3"/>
          <p:cNvSpPr>
            <a:spLocks noGrp="1"/>
          </p:cNvSpPr>
          <p:nvPr>
            <p:ph type="sldNum" sz="quarter" idx="10"/>
          </p:nvPr>
        </p:nvSpPr>
        <p:spPr/>
        <p:txBody>
          <a:bodyPr/>
          <a:lstStyle>
            <a:lvl1pPr>
              <a:defRPr/>
            </a:lvl1pPr>
          </a:lstStyle>
          <a:p>
            <a:fld id="{C637D0FC-97B8-452A-8369-EA057A6A7621}" type="slidenum">
              <a:rPr lang="en-GB" altLang="en-US"/>
              <a:pPr/>
              <a:t>‹#›</a:t>
            </a:fld>
            <a:endParaRPr lang="en-GB" altLang="en-US"/>
          </a:p>
        </p:txBody>
      </p:sp>
      <p:sp>
        <p:nvSpPr>
          <p:cNvPr id="5" name="Date Placeholder 4"/>
          <p:cNvSpPr>
            <a:spLocks noGrp="1"/>
          </p:cNvSpPr>
          <p:nvPr>
            <p:ph type="dt" sz="half" idx="11"/>
          </p:nvPr>
        </p:nvSpPr>
        <p:spPr/>
        <p:txBody>
          <a:bodyPr/>
          <a:lstStyle>
            <a:lvl1pPr>
              <a:defRPr/>
            </a:lvl1pPr>
          </a:lstStyle>
          <a:p>
            <a:endParaRPr lang="en-GB" altLang="en-US"/>
          </a:p>
        </p:txBody>
      </p:sp>
      <p:sp>
        <p:nvSpPr>
          <p:cNvPr id="6" name="Footer Placeholder 5"/>
          <p:cNvSpPr>
            <a:spLocks noGrp="1"/>
          </p:cNvSpPr>
          <p:nvPr>
            <p:ph type="ftr" sz="quarter" idx="12"/>
          </p:nvPr>
        </p:nvSpPr>
        <p:spPr/>
        <p:txBody>
          <a:bodyPr/>
          <a:lstStyle>
            <a:lvl1pPr>
              <a:defRPr/>
            </a:lvl1pPr>
          </a:lstStyle>
          <a:p>
            <a:endParaRPr lang="en-GB" altLang="en-US"/>
          </a:p>
        </p:txBody>
      </p:sp>
    </p:spTree>
    <p:extLst>
      <p:ext uri="{BB962C8B-B14F-4D97-AF65-F5344CB8AC3E}">
        <p14:creationId xmlns:p14="http://schemas.microsoft.com/office/powerpoint/2010/main" val="2214593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66700" y="1601788"/>
            <a:ext cx="4243388" cy="4535487"/>
          </a:xfrm>
        </p:spPr>
        <p:txBody>
          <a:bodyPr/>
          <a:lstStyle>
            <a:lvl1pPr>
              <a:defRPr sz="2800"/>
            </a:lvl1pPr>
            <a:lvl2pPr>
              <a:defRPr sz="2400"/>
            </a:lvl2pPr>
            <a:lvl3pPr>
              <a:defRPr sz="2000"/>
            </a:lvl3pPr>
            <a:lvl4pPr>
              <a:defRPr sz="1800">
                <a:solidFill>
                  <a:srgbClr val="3A3B44"/>
                </a:solidFill>
                <a:latin typeface="+mn-lt"/>
              </a:defRPr>
            </a:lvl4pPr>
            <a:lvl5pPr>
              <a:defRPr sz="1800">
                <a:solidFill>
                  <a:srgbClr val="3A3B44"/>
                </a:solidFill>
                <a:latin typeface="+mn-lt"/>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62488" y="1601788"/>
            <a:ext cx="4243387" cy="4535487"/>
          </a:xfrm>
        </p:spPr>
        <p:txBody>
          <a:bodyPr/>
          <a:lstStyle>
            <a:lvl1pPr>
              <a:defRPr sz="2800"/>
            </a:lvl1pPr>
            <a:lvl2pPr>
              <a:defRPr sz="2400"/>
            </a:lvl2pPr>
            <a:lvl3pPr>
              <a:defRPr sz="2000"/>
            </a:lvl3pPr>
            <a:lvl4pPr>
              <a:defRPr sz="1800">
                <a:solidFill>
                  <a:srgbClr val="3A3B44"/>
                </a:solidFill>
                <a:latin typeface="+mn-lt"/>
              </a:defRPr>
            </a:lvl4pPr>
            <a:lvl5pPr>
              <a:defRPr sz="1800">
                <a:solidFill>
                  <a:srgbClr val="3A3B44"/>
                </a:solidFill>
                <a:latin typeface="+mn-lt"/>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Slide Number Placeholder 4"/>
          <p:cNvSpPr>
            <a:spLocks noGrp="1"/>
          </p:cNvSpPr>
          <p:nvPr>
            <p:ph type="sldNum" sz="quarter" idx="10"/>
          </p:nvPr>
        </p:nvSpPr>
        <p:spPr/>
        <p:txBody>
          <a:bodyPr/>
          <a:lstStyle>
            <a:lvl1pPr>
              <a:defRPr/>
            </a:lvl1pPr>
          </a:lstStyle>
          <a:p>
            <a:fld id="{6DE1B09C-F10A-40DF-9917-CCBC490C704D}" type="slidenum">
              <a:rPr lang="en-GB" altLang="en-US"/>
              <a:pPr/>
              <a:t>‹#›</a:t>
            </a:fld>
            <a:endParaRPr lang="en-GB" altLang="en-US"/>
          </a:p>
        </p:txBody>
      </p:sp>
      <p:sp>
        <p:nvSpPr>
          <p:cNvPr id="6" name="Date Placeholder 5"/>
          <p:cNvSpPr>
            <a:spLocks noGrp="1"/>
          </p:cNvSpPr>
          <p:nvPr>
            <p:ph type="dt" sz="half" idx="11"/>
          </p:nvPr>
        </p:nvSpPr>
        <p:spPr/>
        <p:txBody>
          <a:bodyPr/>
          <a:lstStyle>
            <a:lvl1pPr>
              <a:defRPr/>
            </a:lvl1pPr>
          </a:lstStyle>
          <a:p>
            <a:endParaRPr lang="en-GB" altLang="en-US"/>
          </a:p>
        </p:txBody>
      </p:sp>
      <p:sp>
        <p:nvSpPr>
          <p:cNvPr id="7" name="Footer Placeholder 6"/>
          <p:cNvSpPr>
            <a:spLocks noGrp="1"/>
          </p:cNvSpPr>
          <p:nvPr>
            <p:ph type="ftr" sz="quarter" idx="12"/>
          </p:nvPr>
        </p:nvSpPr>
        <p:spPr/>
        <p:txBody>
          <a:bodyPr/>
          <a:lstStyle>
            <a:lvl1pPr>
              <a:defRPr/>
            </a:lvl1pPr>
          </a:lstStyle>
          <a:p>
            <a:endParaRPr lang="en-GB" altLang="en-US"/>
          </a:p>
        </p:txBody>
      </p:sp>
    </p:spTree>
    <p:extLst>
      <p:ext uri="{BB962C8B-B14F-4D97-AF65-F5344CB8AC3E}">
        <p14:creationId xmlns:p14="http://schemas.microsoft.com/office/powerpoint/2010/main" val="1837910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solidFill>
                  <a:srgbClr val="3A3B44"/>
                </a:solidFill>
                <a:latin typeface="+mn-lt"/>
              </a:defRPr>
            </a:lvl4pPr>
            <a:lvl5pPr>
              <a:defRPr sz="1600">
                <a:solidFill>
                  <a:srgbClr val="3A3B44"/>
                </a:solidFill>
                <a:latin typeface="+mn-lt"/>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solidFill>
                  <a:srgbClr val="3A3B44"/>
                </a:solidFill>
                <a:latin typeface="+mn-lt"/>
              </a:defRPr>
            </a:lvl4pPr>
            <a:lvl5pPr>
              <a:defRPr sz="1600">
                <a:solidFill>
                  <a:srgbClr val="3A3B44"/>
                </a:solidFill>
                <a:latin typeface="+mn-lt"/>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Slide Number Placeholder 6"/>
          <p:cNvSpPr>
            <a:spLocks noGrp="1"/>
          </p:cNvSpPr>
          <p:nvPr>
            <p:ph type="sldNum" sz="quarter" idx="10"/>
          </p:nvPr>
        </p:nvSpPr>
        <p:spPr/>
        <p:txBody>
          <a:bodyPr/>
          <a:lstStyle>
            <a:lvl1pPr>
              <a:defRPr/>
            </a:lvl1pPr>
          </a:lstStyle>
          <a:p>
            <a:fld id="{628CD4A2-06CA-4C03-8BC1-CE3476B09851}" type="slidenum">
              <a:rPr lang="en-GB" altLang="en-US"/>
              <a:pPr/>
              <a:t>‹#›</a:t>
            </a:fld>
            <a:endParaRPr lang="en-GB" altLang="en-US"/>
          </a:p>
        </p:txBody>
      </p:sp>
      <p:sp>
        <p:nvSpPr>
          <p:cNvPr id="8" name="Date Placeholder 7"/>
          <p:cNvSpPr>
            <a:spLocks noGrp="1"/>
          </p:cNvSpPr>
          <p:nvPr>
            <p:ph type="dt" sz="half" idx="11"/>
          </p:nvPr>
        </p:nvSpPr>
        <p:spPr/>
        <p:txBody>
          <a:bodyPr/>
          <a:lstStyle>
            <a:lvl1pPr>
              <a:defRPr/>
            </a:lvl1pPr>
          </a:lstStyle>
          <a:p>
            <a:endParaRPr lang="en-GB" altLang="en-US"/>
          </a:p>
        </p:txBody>
      </p:sp>
      <p:sp>
        <p:nvSpPr>
          <p:cNvPr id="9" name="Footer Placeholder 8"/>
          <p:cNvSpPr>
            <a:spLocks noGrp="1"/>
          </p:cNvSpPr>
          <p:nvPr>
            <p:ph type="ftr" sz="quarter" idx="12"/>
          </p:nvPr>
        </p:nvSpPr>
        <p:spPr/>
        <p:txBody>
          <a:bodyPr/>
          <a:lstStyle>
            <a:lvl1pPr>
              <a:defRPr/>
            </a:lvl1pPr>
          </a:lstStyle>
          <a:p>
            <a:endParaRPr lang="en-GB" altLang="en-US"/>
          </a:p>
        </p:txBody>
      </p:sp>
    </p:spTree>
    <p:extLst>
      <p:ext uri="{BB962C8B-B14F-4D97-AF65-F5344CB8AC3E}">
        <p14:creationId xmlns:p14="http://schemas.microsoft.com/office/powerpoint/2010/main" val="584111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
          <p:cNvSpPr>
            <a:spLocks noGrp="1"/>
          </p:cNvSpPr>
          <p:nvPr>
            <p:ph type="sldNum" sz="quarter" idx="10"/>
          </p:nvPr>
        </p:nvSpPr>
        <p:spPr/>
        <p:txBody>
          <a:bodyPr/>
          <a:lstStyle>
            <a:lvl1pPr>
              <a:defRPr/>
            </a:lvl1pPr>
          </a:lstStyle>
          <a:p>
            <a:fld id="{B86A7705-9C19-4F1B-9294-3AFC53431B7A}" type="slidenum">
              <a:rPr lang="en-GB" altLang="en-US"/>
              <a:pPr/>
              <a:t>‹#›</a:t>
            </a:fld>
            <a:endParaRPr lang="en-GB" altLang="en-US"/>
          </a:p>
        </p:txBody>
      </p:sp>
      <p:sp>
        <p:nvSpPr>
          <p:cNvPr id="4" name="Date Placeholder 3"/>
          <p:cNvSpPr>
            <a:spLocks noGrp="1"/>
          </p:cNvSpPr>
          <p:nvPr>
            <p:ph type="dt" sz="half" idx="11"/>
          </p:nvPr>
        </p:nvSpPr>
        <p:spPr/>
        <p:txBody>
          <a:bodyPr/>
          <a:lstStyle>
            <a:lvl1pPr>
              <a:defRPr/>
            </a:lvl1pPr>
          </a:lstStyle>
          <a:p>
            <a:endParaRPr lang="en-GB" altLang="en-US"/>
          </a:p>
        </p:txBody>
      </p:sp>
      <p:sp>
        <p:nvSpPr>
          <p:cNvPr id="5" name="Footer Placeholder 4"/>
          <p:cNvSpPr>
            <a:spLocks noGrp="1"/>
          </p:cNvSpPr>
          <p:nvPr>
            <p:ph type="ftr" sz="quarter" idx="12"/>
          </p:nvPr>
        </p:nvSpPr>
        <p:spPr/>
        <p:txBody>
          <a:bodyPr/>
          <a:lstStyle>
            <a:lvl1pPr>
              <a:defRPr/>
            </a:lvl1pPr>
          </a:lstStyle>
          <a:p>
            <a:endParaRPr lang="en-GB" altLang="en-US"/>
          </a:p>
        </p:txBody>
      </p:sp>
    </p:spTree>
    <p:extLst>
      <p:ext uri="{BB962C8B-B14F-4D97-AF65-F5344CB8AC3E}">
        <p14:creationId xmlns:p14="http://schemas.microsoft.com/office/powerpoint/2010/main" val="3875765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E944BEEF-549B-4682-9267-D7AC94C4DF57}" type="slidenum">
              <a:rPr lang="en-GB" altLang="en-US"/>
              <a:pPr/>
              <a:t>‹#›</a:t>
            </a:fld>
            <a:endParaRPr lang="en-GB" altLang="en-US"/>
          </a:p>
        </p:txBody>
      </p:sp>
      <p:sp>
        <p:nvSpPr>
          <p:cNvPr id="3" name="Date Placeholder 2"/>
          <p:cNvSpPr>
            <a:spLocks noGrp="1"/>
          </p:cNvSpPr>
          <p:nvPr>
            <p:ph type="dt" sz="half" idx="11"/>
          </p:nvPr>
        </p:nvSpPr>
        <p:spPr/>
        <p:txBody>
          <a:bodyPr/>
          <a:lstStyle>
            <a:lvl1pPr>
              <a:defRPr/>
            </a:lvl1pPr>
          </a:lstStyle>
          <a:p>
            <a:endParaRPr lang="en-GB" altLang="en-US"/>
          </a:p>
        </p:txBody>
      </p:sp>
      <p:sp>
        <p:nvSpPr>
          <p:cNvPr id="4" name="Footer Placeholder 3"/>
          <p:cNvSpPr>
            <a:spLocks noGrp="1"/>
          </p:cNvSpPr>
          <p:nvPr>
            <p:ph type="ftr" sz="quarter" idx="12"/>
          </p:nvPr>
        </p:nvSpPr>
        <p:spPr/>
        <p:txBody>
          <a:bodyPr/>
          <a:lstStyle>
            <a:lvl1pPr>
              <a:defRPr/>
            </a:lvl1pPr>
          </a:lstStyle>
          <a:p>
            <a:endParaRPr lang="en-GB" altLang="en-US"/>
          </a:p>
        </p:txBody>
      </p:sp>
    </p:spTree>
    <p:extLst>
      <p:ext uri="{BB962C8B-B14F-4D97-AF65-F5344CB8AC3E}">
        <p14:creationId xmlns:p14="http://schemas.microsoft.com/office/powerpoint/2010/main" val="2720910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solidFill>
                  <a:srgbClr val="3A3B44"/>
                </a:solidFill>
                <a:latin typeface="+mn-lt"/>
              </a:defRPr>
            </a:lvl3pPr>
            <a:lvl4pPr>
              <a:defRPr sz="2000">
                <a:solidFill>
                  <a:srgbClr val="3A3B44"/>
                </a:solidFill>
                <a:latin typeface="+mn-lt"/>
              </a:defRPr>
            </a:lvl4pPr>
            <a:lvl5pPr>
              <a:defRPr sz="2000">
                <a:solidFill>
                  <a:srgbClr val="3A3B44"/>
                </a:solidFill>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a:lvl1pPr>
          </a:lstStyle>
          <a:p>
            <a:fld id="{8F356692-9030-41EB-B73E-F749AFEAB19D}" type="slidenum">
              <a:rPr lang="en-GB" altLang="en-US"/>
              <a:pPr/>
              <a:t>‹#›</a:t>
            </a:fld>
            <a:endParaRPr lang="en-GB" altLang="en-US"/>
          </a:p>
        </p:txBody>
      </p:sp>
      <p:sp>
        <p:nvSpPr>
          <p:cNvPr id="6" name="Date Placeholder 5"/>
          <p:cNvSpPr>
            <a:spLocks noGrp="1"/>
          </p:cNvSpPr>
          <p:nvPr>
            <p:ph type="dt" sz="half" idx="11"/>
          </p:nvPr>
        </p:nvSpPr>
        <p:spPr/>
        <p:txBody>
          <a:bodyPr/>
          <a:lstStyle>
            <a:lvl1pPr>
              <a:defRPr/>
            </a:lvl1pPr>
          </a:lstStyle>
          <a:p>
            <a:endParaRPr lang="en-GB" altLang="en-US"/>
          </a:p>
        </p:txBody>
      </p:sp>
      <p:sp>
        <p:nvSpPr>
          <p:cNvPr id="7" name="Footer Placeholder 6"/>
          <p:cNvSpPr>
            <a:spLocks noGrp="1"/>
          </p:cNvSpPr>
          <p:nvPr>
            <p:ph type="ftr" sz="quarter" idx="12"/>
          </p:nvPr>
        </p:nvSpPr>
        <p:spPr/>
        <p:txBody>
          <a:bodyPr/>
          <a:lstStyle>
            <a:lvl1pPr>
              <a:defRPr/>
            </a:lvl1pPr>
          </a:lstStyle>
          <a:p>
            <a:endParaRPr lang="en-GB" altLang="en-US"/>
          </a:p>
        </p:txBody>
      </p:sp>
    </p:spTree>
    <p:extLst>
      <p:ext uri="{BB962C8B-B14F-4D97-AF65-F5344CB8AC3E}">
        <p14:creationId xmlns:p14="http://schemas.microsoft.com/office/powerpoint/2010/main" val="1910787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a:lvl1pPr>
          </a:lstStyle>
          <a:p>
            <a:fld id="{FDFD1C95-2047-411D-A839-BDC7CBCB3793}" type="slidenum">
              <a:rPr lang="en-GB" altLang="en-US"/>
              <a:pPr/>
              <a:t>‹#›</a:t>
            </a:fld>
            <a:endParaRPr lang="en-GB" altLang="en-US"/>
          </a:p>
        </p:txBody>
      </p:sp>
      <p:sp>
        <p:nvSpPr>
          <p:cNvPr id="6" name="Date Placeholder 5"/>
          <p:cNvSpPr>
            <a:spLocks noGrp="1"/>
          </p:cNvSpPr>
          <p:nvPr>
            <p:ph type="dt" sz="half" idx="11"/>
          </p:nvPr>
        </p:nvSpPr>
        <p:spPr/>
        <p:txBody>
          <a:bodyPr/>
          <a:lstStyle>
            <a:lvl1pPr>
              <a:defRPr/>
            </a:lvl1pPr>
          </a:lstStyle>
          <a:p>
            <a:endParaRPr lang="en-GB" altLang="en-US"/>
          </a:p>
        </p:txBody>
      </p:sp>
      <p:sp>
        <p:nvSpPr>
          <p:cNvPr id="7" name="Footer Placeholder 6"/>
          <p:cNvSpPr>
            <a:spLocks noGrp="1"/>
          </p:cNvSpPr>
          <p:nvPr>
            <p:ph type="ftr" sz="quarter" idx="12"/>
          </p:nvPr>
        </p:nvSpPr>
        <p:spPr/>
        <p:txBody>
          <a:bodyPr/>
          <a:lstStyle>
            <a:lvl1pPr>
              <a:defRPr/>
            </a:lvl1pPr>
          </a:lstStyle>
          <a:p>
            <a:endParaRPr lang="en-GB" altLang="en-US"/>
          </a:p>
        </p:txBody>
      </p:sp>
    </p:spTree>
    <p:extLst>
      <p:ext uri="{BB962C8B-B14F-4D97-AF65-F5344CB8AC3E}">
        <p14:creationId xmlns:p14="http://schemas.microsoft.com/office/powerpoint/2010/main" val="3377247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lvl4pPr>
              <a:defRPr>
                <a:solidFill>
                  <a:srgbClr val="3A3B44"/>
                </a:solidFill>
                <a:latin typeface="+mn-lt"/>
              </a:defRPr>
            </a:lvl4pPr>
            <a:lvl5pPr>
              <a:defRPr>
                <a:solidFill>
                  <a:srgbClr val="3A3B44"/>
                </a:solidFill>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Slide Number Placeholder 3"/>
          <p:cNvSpPr>
            <a:spLocks noGrp="1"/>
          </p:cNvSpPr>
          <p:nvPr>
            <p:ph type="sldNum" sz="quarter" idx="10"/>
          </p:nvPr>
        </p:nvSpPr>
        <p:spPr/>
        <p:txBody>
          <a:bodyPr/>
          <a:lstStyle>
            <a:lvl1pPr>
              <a:defRPr/>
            </a:lvl1pPr>
          </a:lstStyle>
          <a:p>
            <a:fld id="{7A0654E2-5219-4C63-9CCC-941F49D7A2A2}" type="slidenum">
              <a:rPr lang="en-GB" altLang="en-US"/>
              <a:pPr/>
              <a:t>‹#›</a:t>
            </a:fld>
            <a:endParaRPr lang="en-GB" altLang="en-US"/>
          </a:p>
        </p:txBody>
      </p:sp>
      <p:sp>
        <p:nvSpPr>
          <p:cNvPr id="5" name="Date Placeholder 4"/>
          <p:cNvSpPr>
            <a:spLocks noGrp="1"/>
          </p:cNvSpPr>
          <p:nvPr>
            <p:ph type="dt" sz="half" idx="11"/>
          </p:nvPr>
        </p:nvSpPr>
        <p:spPr/>
        <p:txBody>
          <a:bodyPr/>
          <a:lstStyle>
            <a:lvl1pPr>
              <a:defRPr/>
            </a:lvl1pPr>
          </a:lstStyle>
          <a:p>
            <a:endParaRPr lang="en-GB" altLang="en-US"/>
          </a:p>
        </p:txBody>
      </p:sp>
      <p:sp>
        <p:nvSpPr>
          <p:cNvPr id="6" name="Footer Placeholder 5"/>
          <p:cNvSpPr>
            <a:spLocks noGrp="1"/>
          </p:cNvSpPr>
          <p:nvPr>
            <p:ph type="ftr" sz="quarter" idx="12"/>
          </p:nvPr>
        </p:nvSpPr>
        <p:spPr/>
        <p:txBody>
          <a:bodyPr/>
          <a:lstStyle>
            <a:lvl1pPr>
              <a:defRPr/>
            </a:lvl1pPr>
          </a:lstStyle>
          <a:p>
            <a:endParaRPr lang="en-GB" altLang="en-US"/>
          </a:p>
        </p:txBody>
      </p:sp>
    </p:spTree>
    <p:extLst>
      <p:ext uri="{BB962C8B-B14F-4D97-AF65-F5344CB8AC3E}">
        <p14:creationId xmlns:p14="http://schemas.microsoft.com/office/powerpoint/2010/main" val="3274270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9913" y="0"/>
            <a:ext cx="2224087" cy="61372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47650" y="0"/>
            <a:ext cx="6519863" cy="6137275"/>
          </a:xfrm>
        </p:spPr>
        <p:txBody>
          <a:bodyPr vert="eaVert"/>
          <a:lstStyle>
            <a:lvl4pPr>
              <a:defRPr>
                <a:solidFill>
                  <a:srgbClr val="3A3B44"/>
                </a:solidFill>
                <a:latin typeface="+mn-lt"/>
              </a:defRPr>
            </a:lvl4pPr>
            <a:lvl5pPr>
              <a:defRPr>
                <a:solidFill>
                  <a:srgbClr val="3A3B44"/>
                </a:solidFill>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Slide Number Placeholder 3"/>
          <p:cNvSpPr>
            <a:spLocks noGrp="1"/>
          </p:cNvSpPr>
          <p:nvPr>
            <p:ph type="sldNum" sz="quarter" idx="10"/>
          </p:nvPr>
        </p:nvSpPr>
        <p:spPr/>
        <p:txBody>
          <a:bodyPr/>
          <a:lstStyle>
            <a:lvl1pPr>
              <a:defRPr/>
            </a:lvl1pPr>
          </a:lstStyle>
          <a:p>
            <a:fld id="{45C32656-72F7-4227-971C-BBBDAF2D5D1D}" type="slidenum">
              <a:rPr lang="en-GB" altLang="en-US"/>
              <a:pPr/>
              <a:t>‹#›</a:t>
            </a:fld>
            <a:endParaRPr lang="en-GB" altLang="en-US"/>
          </a:p>
        </p:txBody>
      </p:sp>
      <p:sp>
        <p:nvSpPr>
          <p:cNvPr id="5" name="Date Placeholder 4"/>
          <p:cNvSpPr>
            <a:spLocks noGrp="1"/>
          </p:cNvSpPr>
          <p:nvPr>
            <p:ph type="dt" sz="half" idx="11"/>
          </p:nvPr>
        </p:nvSpPr>
        <p:spPr/>
        <p:txBody>
          <a:bodyPr/>
          <a:lstStyle>
            <a:lvl1pPr>
              <a:defRPr/>
            </a:lvl1pPr>
          </a:lstStyle>
          <a:p>
            <a:endParaRPr lang="en-GB" altLang="en-US"/>
          </a:p>
        </p:txBody>
      </p:sp>
      <p:sp>
        <p:nvSpPr>
          <p:cNvPr id="6" name="Footer Placeholder 5"/>
          <p:cNvSpPr>
            <a:spLocks noGrp="1"/>
          </p:cNvSpPr>
          <p:nvPr>
            <p:ph type="ftr" sz="quarter" idx="12"/>
          </p:nvPr>
        </p:nvSpPr>
        <p:spPr/>
        <p:txBody>
          <a:bodyPr/>
          <a:lstStyle>
            <a:lvl1pPr>
              <a:defRPr/>
            </a:lvl1pPr>
          </a:lstStyle>
          <a:p>
            <a:endParaRPr lang="en-GB" altLang="en-US"/>
          </a:p>
        </p:txBody>
      </p:sp>
    </p:spTree>
    <p:extLst>
      <p:ext uri="{BB962C8B-B14F-4D97-AF65-F5344CB8AC3E}">
        <p14:creationId xmlns:p14="http://schemas.microsoft.com/office/powerpoint/2010/main" val="26192557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36866" name="Picture 6" descr="PP_T_GW copy.g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9" name="Picture 5" descr="MKS_18mm_R_W"/>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35938" y="5681663"/>
            <a:ext cx="685800" cy="815975"/>
          </a:xfrm>
          <a:prstGeom prst="rect">
            <a:avLst/>
          </a:prstGeom>
          <a:noFill/>
          <a:extLst>
            <a:ext uri="{909E8E84-426E-40DD-AFC4-6F175D3DCCD1}">
              <a14:hiddenFill xmlns:a14="http://schemas.microsoft.com/office/drawing/2010/main">
                <a:solidFill>
                  <a:srgbClr val="FFFFFF"/>
                </a:solidFill>
              </a14:hiddenFill>
            </a:ext>
          </a:extLst>
        </p:spPr>
      </p:pic>
      <p:sp>
        <p:nvSpPr>
          <p:cNvPr id="36867" name="Text Placeholder 2"/>
          <p:cNvSpPr>
            <a:spLocks noGrp="1"/>
          </p:cNvSpPr>
          <p:nvPr>
            <p:ph type="subTitle" idx="1"/>
          </p:nvPr>
        </p:nvSpPr>
        <p:spPr>
          <a:xfrm>
            <a:off x="265113" y="4721225"/>
            <a:ext cx="8510587" cy="1871663"/>
          </a:xfrm>
        </p:spPr>
        <p:txBody>
          <a:bodyPr anchor="b"/>
          <a:lstStyle>
            <a:lvl1pPr marL="0" indent="0">
              <a:buFont typeface="Arial" pitchFamily="34" charset="0"/>
              <a:buNone/>
              <a:defRPr>
                <a:solidFill>
                  <a:schemeClr val="bg1"/>
                </a:solidFill>
              </a:defRPr>
            </a:lvl1pPr>
          </a:lstStyle>
          <a:p>
            <a:pPr lvl="0"/>
            <a:r>
              <a:rPr lang="en-US" altLang="en-US" noProof="0" smtClean="0"/>
              <a:t>Click to edit Master subtitle style</a:t>
            </a:r>
          </a:p>
        </p:txBody>
      </p:sp>
      <p:sp>
        <p:nvSpPr>
          <p:cNvPr id="36868" name="Title Placeholder 1"/>
          <p:cNvSpPr>
            <a:spLocks noGrp="1"/>
          </p:cNvSpPr>
          <p:nvPr>
            <p:ph type="ctrTitle"/>
          </p:nvPr>
        </p:nvSpPr>
        <p:spPr>
          <a:xfrm>
            <a:off x="247650" y="2586038"/>
            <a:ext cx="8532813" cy="3109912"/>
          </a:xfrm>
        </p:spPr>
        <p:txBody>
          <a:bodyPr anchor="t"/>
          <a:lstStyle>
            <a:lvl1pPr>
              <a:defRPr sz="5500">
                <a:solidFill>
                  <a:schemeClr val="bg1"/>
                </a:solidFill>
              </a:defRPr>
            </a:lvl1pPr>
          </a:lstStyle>
          <a:p>
            <a:pPr lvl="0"/>
            <a:r>
              <a:rPr lang="en-US" altLang="en-US" noProof="0" smtClean="0"/>
              <a:t>Click to edit Master title style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defRPr>
                <a:solidFill>
                  <a:srgbClr val="3A3B44"/>
                </a:solidFill>
              </a:defRPr>
            </a:lvl1pPr>
            <a:lvl2pPr>
              <a:defRPr>
                <a:solidFill>
                  <a:srgbClr val="3A3B44"/>
                </a:solidFill>
              </a:defRPr>
            </a:lvl2pPr>
            <a:lvl3pPr>
              <a:defRPr>
                <a:solidFill>
                  <a:srgbClr val="3A3B44"/>
                </a:solidFill>
              </a:defRPr>
            </a:lvl3pPr>
            <a:lvl4pPr>
              <a:defRPr>
                <a:solidFill>
                  <a:srgbClr val="3A3B44"/>
                </a:solidFill>
              </a:defRPr>
            </a:lvl4pPr>
            <a:lvl5pPr>
              <a:defRPr>
                <a:solidFill>
                  <a:srgbClr val="3A3B44"/>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lvl1pPr>
              <a:defRPr/>
            </a:lvl1pPr>
          </a:lstStyle>
          <a:p>
            <a:endParaRPr lang="en-GB" altLang="en-US"/>
          </a:p>
        </p:txBody>
      </p:sp>
      <p:sp>
        <p:nvSpPr>
          <p:cNvPr id="5" name="Footer Placeholder 4"/>
          <p:cNvSpPr>
            <a:spLocks noGrp="1"/>
          </p:cNvSpPr>
          <p:nvPr>
            <p:ph type="ftr" sz="quarter" idx="11"/>
          </p:nvPr>
        </p:nvSpPr>
        <p:spPr/>
        <p:txBody>
          <a:bodyPr/>
          <a:lstStyle>
            <a:lvl1pPr>
              <a:defRPr/>
            </a:lvl1pPr>
          </a:lstStyle>
          <a:p>
            <a:endParaRPr lang="en-GB" altLang="en-US"/>
          </a:p>
        </p:txBody>
      </p:sp>
      <p:sp>
        <p:nvSpPr>
          <p:cNvPr id="6" name="Slide Number Placeholder 5"/>
          <p:cNvSpPr>
            <a:spLocks noGrp="1"/>
          </p:cNvSpPr>
          <p:nvPr>
            <p:ph type="sldNum" sz="quarter" idx="12"/>
          </p:nvPr>
        </p:nvSpPr>
        <p:spPr/>
        <p:txBody>
          <a:bodyPr/>
          <a:lstStyle>
            <a:lvl1pPr>
              <a:defRPr/>
            </a:lvl1pPr>
          </a:lstStyle>
          <a:p>
            <a:fld id="{29AEC52B-B89B-484B-9F5E-875848921725}" type="slidenum">
              <a:rPr lang="en-GB" altLang="en-US"/>
              <a:pPr/>
              <a:t>‹#›</a:t>
            </a:fld>
            <a:endParaRPr lang="en-GB" altLang="en-US"/>
          </a:p>
        </p:txBody>
      </p:sp>
    </p:spTree>
    <p:extLst>
      <p:ext uri="{BB962C8B-B14F-4D97-AF65-F5344CB8AC3E}">
        <p14:creationId xmlns:p14="http://schemas.microsoft.com/office/powerpoint/2010/main" val="2649391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rgbClr val="3A3B44"/>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smtClean="0"/>
              <a:t>Click to edit Master text styles</a:t>
            </a:r>
          </a:p>
        </p:txBody>
      </p:sp>
      <p:sp>
        <p:nvSpPr>
          <p:cNvPr id="4" name="Date Placeholder 3"/>
          <p:cNvSpPr>
            <a:spLocks noGrp="1"/>
          </p:cNvSpPr>
          <p:nvPr>
            <p:ph type="dt" sz="half" idx="10"/>
          </p:nvPr>
        </p:nvSpPr>
        <p:spPr/>
        <p:txBody>
          <a:bodyPr/>
          <a:lstStyle>
            <a:lvl1pPr>
              <a:defRPr/>
            </a:lvl1pPr>
          </a:lstStyle>
          <a:p>
            <a:endParaRPr lang="en-GB" altLang="en-US"/>
          </a:p>
        </p:txBody>
      </p:sp>
      <p:sp>
        <p:nvSpPr>
          <p:cNvPr id="5" name="Footer Placeholder 4"/>
          <p:cNvSpPr>
            <a:spLocks noGrp="1"/>
          </p:cNvSpPr>
          <p:nvPr>
            <p:ph type="ftr" sz="quarter" idx="11"/>
          </p:nvPr>
        </p:nvSpPr>
        <p:spPr/>
        <p:txBody>
          <a:bodyPr/>
          <a:lstStyle>
            <a:lvl1pPr>
              <a:defRPr/>
            </a:lvl1pPr>
          </a:lstStyle>
          <a:p>
            <a:endParaRPr lang="en-GB" altLang="en-US"/>
          </a:p>
        </p:txBody>
      </p:sp>
      <p:sp>
        <p:nvSpPr>
          <p:cNvPr id="6" name="Slide Number Placeholder 5"/>
          <p:cNvSpPr>
            <a:spLocks noGrp="1"/>
          </p:cNvSpPr>
          <p:nvPr>
            <p:ph type="sldNum" sz="quarter" idx="12"/>
          </p:nvPr>
        </p:nvSpPr>
        <p:spPr/>
        <p:txBody>
          <a:bodyPr/>
          <a:lstStyle>
            <a:lvl1pPr>
              <a:defRPr/>
            </a:lvl1pPr>
          </a:lstStyle>
          <a:p>
            <a:fld id="{D639950B-6308-478C-A8B0-B92CC2C0404F}" type="slidenum">
              <a:rPr lang="en-GB" altLang="en-US"/>
              <a:pPr/>
              <a:t>‹#›</a:t>
            </a:fld>
            <a:endParaRPr lang="en-GB" altLang="en-US"/>
          </a:p>
        </p:txBody>
      </p:sp>
    </p:spTree>
    <p:extLst>
      <p:ext uri="{BB962C8B-B14F-4D97-AF65-F5344CB8AC3E}">
        <p14:creationId xmlns:p14="http://schemas.microsoft.com/office/powerpoint/2010/main" val="34154770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66700" y="1601788"/>
            <a:ext cx="4243388" cy="4535487"/>
          </a:xfrm>
        </p:spPr>
        <p:txBody>
          <a:bodyPr/>
          <a:lstStyle>
            <a:lvl1pPr>
              <a:defRPr sz="2800"/>
            </a:lvl1pPr>
            <a:lvl2pPr>
              <a:defRPr sz="2400">
                <a:solidFill>
                  <a:srgbClr val="3A3B44"/>
                </a:solidFill>
                <a:latin typeface="+mn-lt"/>
              </a:defRPr>
            </a:lvl2pPr>
            <a:lvl3pPr>
              <a:defRPr sz="2000">
                <a:solidFill>
                  <a:srgbClr val="3A3B44"/>
                </a:solidFill>
                <a:latin typeface="+mn-lt"/>
              </a:defRPr>
            </a:lvl3pPr>
            <a:lvl4pPr>
              <a:defRPr sz="1800">
                <a:solidFill>
                  <a:srgbClr val="3A3B44"/>
                </a:solidFill>
                <a:latin typeface="+mn-lt"/>
              </a:defRPr>
            </a:lvl4pPr>
            <a:lvl5pPr>
              <a:defRPr sz="1800">
                <a:solidFill>
                  <a:srgbClr val="3A3B44"/>
                </a:solidFill>
                <a:latin typeface="+mn-lt"/>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62488" y="1601788"/>
            <a:ext cx="4243387" cy="4535487"/>
          </a:xfrm>
        </p:spPr>
        <p:txBody>
          <a:bodyPr/>
          <a:lstStyle>
            <a:lvl1pPr>
              <a:defRPr sz="2800"/>
            </a:lvl1pPr>
            <a:lvl2pPr>
              <a:defRPr sz="2400">
                <a:solidFill>
                  <a:srgbClr val="3A3B44"/>
                </a:solidFill>
                <a:latin typeface="+mn-lt"/>
              </a:defRPr>
            </a:lvl2pPr>
            <a:lvl3pPr>
              <a:defRPr sz="2000">
                <a:solidFill>
                  <a:srgbClr val="3A3B44"/>
                </a:solidFill>
                <a:latin typeface="+mn-lt"/>
              </a:defRPr>
            </a:lvl3pPr>
            <a:lvl4pPr>
              <a:defRPr sz="1800">
                <a:solidFill>
                  <a:srgbClr val="3A3B44"/>
                </a:solidFill>
                <a:latin typeface="+mn-lt"/>
              </a:defRPr>
            </a:lvl4pPr>
            <a:lvl5pPr>
              <a:defRPr sz="1800">
                <a:solidFill>
                  <a:srgbClr val="3A3B44"/>
                </a:solidFill>
                <a:latin typeface="+mn-lt"/>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Date Placeholder 4"/>
          <p:cNvSpPr>
            <a:spLocks noGrp="1"/>
          </p:cNvSpPr>
          <p:nvPr>
            <p:ph type="dt" sz="half" idx="10"/>
          </p:nvPr>
        </p:nvSpPr>
        <p:spPr/>
        <p:txBody>
          <a:bodyPr/>
          <a:lstStyle>
            <a:lvl1pPr>
              <a:defRPr/>
            </a:lvl1pPr>
          </a:lstStyle>
          <a:p>
            <a:endParaRPr lang="en-GB" altLang="en-US"/>
          </a:p>
        </p:txBody>
      </p:sp>
      <p:sp>
        <p:nvSpPr>
          <p:cNvPr id="6" name="Footer Placeholder 5"/>
          <p:cNvSpPr>
            <a:spLocks noGrp="1"/>
          </p:cNvSpPr>
          <p:nvPr>
            <p:ph type="ftr" sz="quarter" idx="11"/>
          </p:nvPr>
        </p:nvSpPr>
        <p:spPr/>
        <p:txBody>
          <a:bodyPr/>
          <a:lstStyle>
            <a:lvl1pPr>
              <a:defRPr/>
            </a:lvl1pPr>
          </a:lstStyle>
          <a:p>
            <a:endParaRPr lang="en-GB" altLang="en-US"/>
          </a:p>
        </p:txBody>
      </p:sp>
      <p:sp>
        <p:nvSpPr>
          <p:cNvPr id="7" name="Slide Number Placeholder 6"/>
          <p:cNvSpPr>
            <a:spLocks noGrp="1"/>
          </p:cNvSpPr>
          <p:nvPr>
            <p:ph type="sldNum" sz="quarter" idx="12"/>
          </p:nvPr>
        </p:nvSpPr>
        <p:spPr/>
        <p:txBody>
          <a:bodyPr/>
          <a:lstStyle>
            <a:lvl1pPr>
              <a:defRPr/>
            </a:lvl1pPr>
          </a:lstStyle>
          <a:p>
            <a:fld id="{36D1D5F8-50D5-456A-BCEF-172C8FA41310}" type="slidenum">
              <a:rPr lang="en-GB" altLang="en-US"/>
              <a:pPr/>
              <a:t>‹#›</a:t>
            </a:fld>
            <a:endParaRPr lang="en-GB" altLang="en-US"/>
          </a:p>
        </p:txBody>
      </p:sp>
    </p:spTree>
    <p:extLst>
      <p:ext uri="{BB962C8B-B14F-4D97-AF65-F5344CB8AC3E}">
        <p14:creationId xmlns:p14="http://schemas.microsoft.com/office/powerpoint/2010/main" val="17109221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solidFill>
                  <a:srgbClr val="3A3B44"/>
                </a:solidFill>
                <a:latin typeface="+mn-lt"/>
              </a:defRPr>
            </a:lvl3pPr>
            <a:lvl4pPr>
              <a:defRPr sz="1600">
                <a:solidFill>
                  <a:srgbClr val="3A3B44"/>
                </a:solidFill>
                <a:latin typeface="+mn-lt"/>
              </a:defRPr>
            </a:lvl4pPr>
            <a:lvl5pPr>
              <a:defRPr sz="1600">
                <a:solidFill>
                  <a:srgbClr val="3A3B44"/>
                </a:solidFill>
                <a:latin typeface="+mn-lt"/>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solidFill>
                  <a:srgbClr val="3A3B44"/>
                </a:solidFill>
                <a:latin typeface="+mn-lt"/>
              </a:defRPr>
            </a:lvl4pPr>
            <a:lvl5pPr>
              <a:defRPr sz="1600">
                <a:solidFill>
                  <a:srgbClr val="3A3B44"/>
                </a:solidFill>
                <a:latin typeface="+mn-lt"/>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p:txBody>
          <a:bodyPr/>
          <a:lstStyle>
            <a:lvl1pPr>
              <a:defRPr/>
            </a:lvl1pPr>
          </a:lstStyle>
          <a:p>
            <a:endParaRPr lang="en-GB" altLang="en-US"/>
          </a:p>
        </p:txBody>
      </p:sp>
      <p:sp>
        <p:nvSpPr>
          <p:cNvPr id="8" name="Footer Placeholder 7"/>
          <p:cNvSpPr>
            <a:spLocks noGrp="1"/>
          </p:cNvSpPr>
          <p:nvPr>
            <p:ph type="ftr" sz="quarter" idx="11"/>
          </p:nvPr>
        </p:nvSpPr>
        <p:spPr/>
        <p:txBody>
          <a:bodyPr/>
          <a:lstStyle>
            <a:lvl1pPr>
              <a:defRPr/>
            </a:lvl1pPr>
          </a:lstStyle>
          <a:p>
            <a:endParaRPr lang="en-GB" altLang="en-US"/>
          </a:p>
        </p:txBody>
      </p:sp>
      <p:sp>
        <p:nvSpPr>
          <p:cNvPr id="9" name="Slide Number Placeholder 8"/>
          <p:cNvSpPr>
            <a:spLocks noGrp="1"/>
          </p:cNvSpPr>
          <p:nvPr>
            <p:ph type="sldNum" sz="quarter" idx="12"/>
          </p:nvPr>
        </p:nvSpPr>
        <p:spPr/>
        <p:txBody>
          <a:bodyPr/>
          <a:lstStyle>
            <a:lvl1pPr>
              <a:defRPr/>
            </a:lvl1pPr>
          </a:lstStyle>
          <a:p>
            <a:fld id="{6B3B8612-E1E4-47F1-8176-1D985F5765E2}" type="slidenum">
              <a:rPr lang="en-GB" altLang="en-US"/>
              <a:pPr/>
              <a:t>‹#›</a:t>
            </a:fld>
            <a:endParaRPr lang="en-GB" altLang="en-US"/>
          </a:p>
        </p:txBody>
      </p:sp>
    </p:spTree>
    <p:extLst>
      <p:ext uri="{BB962C8B-B14F-4D97-AF65-F5344CB8AC3E}">
        <p14:creationId xmlns:p14="http://schemas.microsoft.com/office/powerpoint/2010/main" val="28712244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GB" altLang="en-US"/>
          </a:p>
        </p:txBody>
      </p:sp>
      <p:sp>
        <p:nvSpPr>
          <p:cNvPr id="4" name="Footer Placeholder 3"/>
          <p:cNvSpPr>
            <a:spLocks noGrp="1"/>
          </p:cNvSpPr>
          <p:nvPr>
            <p:ph type="ftr" sz="quarter" idx="11"/>
          </p:nvPr>
        </p:nvSpPr>
        <p:spPr/>
        <p:txBody>
          <a:bodyPr/>
          <a:lstStyle>
            <a:lvl1pPr>
              <a:defRPr/>
            </a:lvl1pPr>
          </a:lstStyle>
          <a:p>
            <a:endParaRPr lang="en-GB" altLang="en-US"/>
          </a:p>
        </p:txBody>
      </p:sp>
      <p:sp>
        <p:nvSpPr>
          <p:cNvPr id="5" name="Slide Number Placeholder 4"/>
          <p:cNvSpPr>
            <a:spLocks noGrp="1"/>
          </p:cNvSpPr>
          <p:nvPr>
            <p:ph type="sldNum" sz="quarter" idx="12"/>
          </p:nvPr>
        </p:nvSpPr>
        <p:spPr/>
        <p:txBody>
          <a:bodyPr/>
          <a:lstStyle>
            <a:lvl1pPr>
              <a:defRPr/>
            </a:lvl1pPr>
          </a:lstStyle>
          <a:p>
            <a:fld id="{87AABA88-D3C8-4AE9-9A3B-7498CD89820E}" type="slidenum">
              <a:rPr lang="en-GB" altLang="en-US"/>
              <a:pPr/>
              <a:t>‹#›</a:t>
            </a:fld>
            <a:endParaRPr lang="en-GB" altLang="en-US"/>
          </a:p>
        </p:txBody>
      </p:sp>
    </p:spTree>
    <p:extLst>
      <p:ext uri="{BB962C8B-B14F-4D97-AF65-F5344CB8AC3E}">
        <p14:creationId xmlns:p14="http://schemas.microsoft.com/office/powerpoint/2010/main" val="40259134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GB" altLang="en-US"/>
          </a:p>
        </p:txBody>
      </p:sp>
      <p:sp>
        <p:nvSpPr>
          <p:cNvPr id="3" name="Footer Placeholder 2"/>
          <p:cNvSpPr>
            <a:spLocks noGrp="1"/>
          </p:cNvSpPr>
          <p:nvPr>
            <p:ph type="ftr" sz="quarter" idx="11"/>
          </p:nvPr>
        </p:nvSpPr>
        <p:spPr/>
        <p:txBody>
          <a:bodyPr/>
          <a:lstStyle>
            <a:lvl1pPr>
              <a:defRPr/>
            </a:lvl1pPr>
          </a:lstStyle>
          <a:p>
            <a:endParaRPr lang="en-GB" altLang="en-US"/>
          </a:p>
        </p:txBody>
      </p:sp>
      <p:sp>
        <p:nvSpPr>
          <p:cNvPr id="4" name="Slide Number Placeholder 3"/>
          <p:cNvSpPr>
            <a:spLocks noGrp="1"/>
          </p:cNvSpPr>
          <p:nvPr>
            <p:ph type="sldNum" sz="quarter" idx="12"/>
          </p:nvPr>
        </p:nvSpPr>
        <p:spPr/>
        <p:txBody>
          <a:bodyPr/>
          <a:lstStyle>
            <a:lvl1pPr>
              <a:defRPr/>
            </a:lvl1pPr>
          </a:lstStyle>
          <a:p>
            <a:fld id="{2637A63C-0920-4C2F-A035-3AB89BF58338}" type="slidenum">
              <a:rPr lang="en-GB" altLang="en-US"/>
              <a:pPr/>
              <a:t>‹#›</a:t>
            </a:fld>
            <a:endParaRPr lang="en-GB" altLang="en-US"/>
          </a:p>
        </p:txBody>
      </p:sp>
    </p:spTree>
    <p:extLst>
      <p:ext uri="{BB962C8B-B14F-4D97-AF65-F5344CB8AC3E}">
        <p14:creationId xmlns:p14="http://schemas.microsoft.com/office/powerpoint/2010/main" val="21593131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solidFill>
                  <a:srgbClr val="3A3B44"/>
                </a:solidFill>
              </a:defRPr>
            </a:lvl4pPr>
            <a:lvl5pPr>
              <a:defRPr sz="2000">
                <a:solidFill>
                  <a:srgbClr val="3A3B44"/>
                </a:solidFill>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GB" altLang="en-US"/>
          </a:p>
        </p:txBody>
      </p:sp>
      <p:sp>
        <p:nvSpPr>
          <p:cNvPr id="6" name="Footer Placeholder 5"/>
          <p:cNvSpPr>
            <a:spLocks noGrp="1"/>
          </p:cNvSpPr>
          <p:nvPr>
            <p:ph type="ftr" sz="quarter" idx="11"/>
          </p:nvPr>
        </p:nvSpPr>
        <p:spPr/>
        <p:txBody>
          <a:bodyPr/>
          <a:lstStyle>
            <a:lvl1pPr>
              <a:defRPr/>
            </a:lvl1pPr>
          </a:lstStyle>
          <a:p>
            <a:endParaRPr lang="en-GB" altLang="en-US"/>
          </a:p>
        </p:txBody>
      </p:sp>
      <p:sp>
        <p:nvSpPr>
          <p:cNvPr id="7" name="Slide Number Placeholder 6"/>
          <p:cNvSpPr>
            <a:spLocks noGrp="1"/>
          </p:cNvSpPr>
          <p:nvPr>
            <p:ph type="sldNum" sz="quarter" idx="12"/>
          </p:nvPr>
        </p:nvSpPr>
        <p:spPr/>
        <p:txBody>
          <a:bodyPr/>
          <a:lstStyle>
            <a:lvl1pPr>
              <a:defRPr/>
            </a:lvl1pPr>
          </a:lstStyle>
          <a:p>
            <a:fld id="{A610D28C-0FDE-491E-A451-49F588FA9D4C}" type="slidenum">
              <a:rPr lang="en-GB" altLang="en-US"/>
              <a:pPr/>
              <a:t>‹#›</a:t>
            </a:fld>
            <a:endParaRPr lang="en-GB" altLang="en-US"/>
          </a:p>
        </p:txBody>
      </p:sp>
    </p:spTree>
    <p:extLst>
      <p:ext uri="{BB962C8B-B14F-4D97-AF65-F5344CB8AC3E}">
        <p14:creationId xmlns:p14="http://schemas.microsoft.com/office/powerpoint/2010/main" val="253214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GB" altLang="en-US"/>
          </a:p>
        </p:txBody>
      </p:sp>
      <p:sp>
        <p:nvSpPr>
          <p:cNvPr id="6" name="Footer Placeholder 5"/>
          <p:cNvSpPr>
            <a:spLocks noGrp="1"/>
          </p:cNvSpPr>
          <p:nvPr>
            <p:ph type="ftr" sz="quarter" idx="11"/>
          </p:nvPr>
        </p:nvSpPr>
        <p:spPr/>
        <p:txBody>
          <a:bodyPr/>
          <a:lstStyle>
            <a:lvl1pPr>
              <a:defRPr/>
            </a:lvl1pPr>
          </a:lstStyle>
          <a:p>
            <a:endParaRPr lang="en-GB" altLang="en-US"/>
          </a:p>
        </p:txBody>
      </p:sp>
      <p:sp>
        <p:nvSpPr>
          <p:cNvPr id="7" name="Slide Number Placeholder 6"/>
          <p:cNvSpPr>
            <a:spLocks noGrp="1"/>
          </p:cNvSpPr>
          <p:nvPr>
            <p:ph type="sldNum" sz="quarter" idx="12"/>
          </p:nvPr>
        </p:nvSpPr>
        <p:spPr/>
        <p:txBody>
          <a:bodyPr/>
          <a:lstStyle>
            <a:lvl1pPr>
              <a:defRPr/>
            </a:lvl1pPr>
          </a:lstStyle>
          <a:p>
            <a:fld id="{006063CD-5674-41CB-A710-E73885AA00E6}" type="slidenum">
              <a:rPr lang="en-GB" altLang="en-US"/>
              <a:pPr/>
              <a:t>‹#›</a:t>
            </a:fld>
            <a:endParaRPr lang="en-GB" altLang="en-US"/>
          </a:p>
        </p:txBody>
      </p:sp>
    </p:spTree>
    <p:extLst>
      <p:ext uri="{BB962C8B-B14F-4D97-AF65-F5344CB8AC3E}">
        <p14:creationId xmlns:p14="http://schemas.microsoft.com/office/powerpoint/2010/main" val="26843342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lvl3pPr>
              <a:defRPr>
                <a:solidFill>
                  <a:srgbClr val="3A3B44"/>
                </a:solidFill>
                <a:latin typeface="+mn-lt"/>
              </a:defRPr>
            </a:lvl3pPr>
            <a:lvl4pPr>
              <a:defRPr>
                <a:solidFill>
                  <a:srgbClr val="3A3B44"/>
                </a:solidFill>
                <a:latin typeface="+mn-lt"/>
              </a:defRPr>
            </a:lvl4pPr>
            <a:lvl5pPr>
              <a:defRPr>
                <a:solidFill>
                  <a:srgbClr val="3A3B44"/>
                </a:solidFill>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lvl1pPr>
              <a:defRPr/>
            </a:lvl1pPr>
          </a:lstStyle>
          <a:p>
            <a:endParaRPr lang="en-GB" altLang="en-US"/>
          </a:p>
        </p:txBody>
      </p:sp>
      <p:sp>
        <p:nvSpPr>
          <p:cNvPr id="5" name="Footer Placeholder 4"/>
          <p:cNvSpPr>
            <a:spLocks noGrp="1"/>
          </p:cNvSpPr>
          <p:nvPr>
            <p:ph type="ftr" sz="quarter" idx="11"/>
          </p:nvPr>
        </p:nvSpPr>
        <p:spPr/>
        <p:txBody>
          <a:bodyPr/>
          <a:lstStyle>
            <a:lvl1pPr>
              <a:defRPr/>
            </a:lvl1pPr>
          </a:lstStyle>
          <a:p>
            <a:endParaRPr lang="en-GB" altLang="en-US"/>
          </a:p>
        </p:txBody>
      </p:sp>
      <p:sp>
        <p:nvSpPr>
          <p:cNvPr id="6" name="Slide Number Placeholder 5"/>
          <p:cNvSpPr>
            <a:spLocks noGrp="1"/>
          </p:cNvSpPr>
          <p:nvPr>
            <p:ph type="sldNum" sz="quarter" idx="12"/>
          </p:nvPr>
        </p:nvSpPr>
        <p:spPr/>
        <p:txBody>
          <a:bodyPr/>
          <a:lstStyle>
            <a:lvl1pPr>
              <a:defRPr/>
            </a:lvl1pPr>
          </a:lstStyle>
          <a:p>
            <a:fld id="{2AA080E5-AA44-4764-A85A-C4B1ED825D54}" type="slidenum">
              <a:rPr lang="en-GB" altLang="en-US"/>
              <a:pPr/>
              <a:t>‹#›</a:t>
            </a:fld>
            <a:endParaRPr lang="en-GB" altLang="en-US"/>
          </a:p>
        </p:txBody>
      </p:sp>
    </p:spTree>
    <p:extLst>
      <p:ext uri="{BB962C8B-B14F-4D97-AF65-F5344CB8AC3E}">
        <p14:creationId xmlns:p14="http://schemas.microsoft.com/office/powerpoint/2010/main" val="37746056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9913" y="0"/>
            <a:ext cx="2224087" cy="61372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47650" y="0"/>
            <a:ext cx="6519863" cy="6137275"/>
          </a:xfrm>
        </p:spPr>
        <p:txBody>
          <a:bodyPr vert="eaVert"/>
          <a:lstStyle>
            <a:lvl4pPr>
              <a:defRPr>
                <a:solidFill>
                  <a:srgbClr val="3A3B44"/>
                </a:solidFill>
                <a:latin typeface="+mn-lt"/>
              </a:defRPr>
            </a:lvl4pPr>
            <a:lvl5pPr>
              <a:defRPr>
                <a:solidFill>
                  <a:srgbClr val="3A3B44"/>
                </a:solidFill>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lvl1pPr>
              <a:defRPr/>
            </a:lvl1pPr>
          </a:lstStyle>
          <a:p>
            <a:endParaRPr lang="en-GB" altLang="en-US"/>
          </a:p>
        </p:txBody>
      </p:sp>
      <p:sp>
        <p:nvSpPr>
          <p:cNvPr id="5" name="Footer Placeholder 4"/>
          <p:cNvSpPr>
            <a:spLocks noGrp="1"/>
          </p:cNvSpPr>
          <p:nvPr>
            <p:ph type="ftr" sz="quarter" idx="11"/>
          </p:nvPr>
        </p:nvSpPr>
        <p:spPr/>
        <p:txBody>
          <a:bodyPr/>
          <a:lstStyle>
            <a:lvl1pPr>
              <a:defRPr/>
            </a:lvl1pPr>
          </a:lstStyle>
          <a:p>
            <a:endParaRPr lang="en-GB" altLang="en-US"/>
          </a:p>
        </p:txBody>
      </p:sp>
      <p:sp>
        <p:nvSpPr>
          <p:cNvPr id="6" name="Slide Number Placeholder 5"/>
          <p:cNvSpPr>
            <a:spLocks noGrp="1"/>
          </p:cNvSpPr>
          <p:nvPr>
            <p:ph type="sldNum" sz="quarter" idx="12"/>
          </p:nvPr>
        </p:nvSpPr>
        <p:spPr/>
        <p:txBody>
          <a:bodyPr/>
          <a:lstStyle>
            <a:lvl1pPr>
              <a:defRPr/>
            </a:lvl1pPr>
          </a:lstStyle>
          <a:p>
            <a:fld id="{8B04D80E-B590-4C46-9009-653A16AAFE15}" type="slidenum">
              <a:rPr lang="en-GB" altLang="en-US"/>
              <a:pPr/>
              <a:t>‹#›</a:t>
            </a:fld>
            <a:endParaRPr lang="en-GB" altLang="en-US"/>
          </a:p>
        </p:txBody>
      </p:sp>
    </p:spTree>
    <p:extLst>
      <p:ext uri="{BB962C8B-B14F-4D97-AF65-F5344CB8AC3E}">
        <p14:creationId xmlns:p14="http://schemas.microsoft.com/office/powerpoint/2010/main" val="8112112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247650" y="0"/>
            <a:ext cx="8896350" cy="6137275"/>
          </a:xfrm>
        </p:spPr>
        <p:txBody>
          <a:bodyPr/>
          <a:lstStyle>
            <a:lvl4pPr>
              <a:defRPr>
                <a:solidFill>
                  <a:srgbClr val="3A3B44"/>
                </a:solidFill>
                <a:latin typeface="+mn-lt"/>
              </a:defRPr>
            </a:lvl4pPr>
            <a:lvl5pPr>
              <a:defRPr>
                <a:solidFill>
                  <a:srgbClr val="3A3B44"/>
                </a:solidFill>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Date Placeholder 2"/>
          <p:cNvSpPr>
            <a:spLocks noGrp="1"/>
          </p:cNvSpPr>
          <p:nvPr>
            <p:ph type="dt" sz="half" idx="10"/>
          </p:nvPr>
        </p:nvSpPr>
        <p:spPr>
          <a:xfrm>
            <a:off x="1123950" y="6296025"/>
            <a:ext cx="1252538" cy="277813"/>
          </a:xfrm>
        </p:spPr>
        <p:txBody>
          <a:bodyPr/>
          <a:lstStyle>
            <a:lvl1pPr>
              <a:defRPr/>
            </a:lvl1pPr>
          </a:lstStyle>
          <a:p>
            <a:endParaRPr lang="en-GB" altLang="en-US"/>
          </a:p>
        </p:txBody>
      </p:sp>
      <p:sp>
        <p:nvSpPr>
          <p:cNvPr id="4" name="Footer Placeholder 3"/>
          <p:cNvSpPr>
            <a:spLocks noGrp="1"/>
          </p:cNvSpPr>
          <p:nvPr>
            <p:ph type="ftr" sz="quarter" idx="11"/>
          </p:nvPr>
        </p:nvSpPr>
        <p:spPr>
          <a:xfrm>
            <a:off x="2376488" y="6296025"/>
            <a:ext cx="5341937" cy="277813"/>
          </a:xfrm>
        </p:spPr>
        <p:txBody>
          <a:bodyPr/>
          <a:lstStyle>
            <a:lvl1pPr>
              <a:defRPr/>
            </a:lvl1pPr>
          </a:lstStyle>
          <a:p>
            <a:endParaRPr lang="en-GB" altLang="en-US"/>
          </a:p>
        </p:txBody>
      </p:sp>
      <p:sp>
        <p:nvSpPr>
          <p:cNvPr id="5" name="Slide Number Placeholder 4"/>
          <p:cNvSpPr>
            <a:spLocks noGrp="1"/>
          </p:cNvSpPr>
          <p:nvPr>
            <p:ph type="sldNum" sz="quarter" idx="12"/>
          </p:nvPr>
        </p:nvSpPr>
        <p:spPr>
          <a:xfrm>
            <a:off x="247650" y="6296025"/>
            <a:ext cx="876300" cy="277813"/>
          </a:xfrm>
        </p:spPr>
        <p:txBody>
          <a:bodyPr/>
          <a:lstStyle>
            <a:lvl1pPr>
              <a:defRPr/>
            </a:lvl1pPr>
          </a:lstStyle>
          <a:p>
            <a:fld id="{5E3575DB-EC4C-4A8E-B435-8A7CFAB03509}" type="slidenum">
              <a:rPr lang="en-GB" altLang="en-US"/>
              <a:pPr/>
              <a:t>‹#›</a:t>
            </a:fld>
            <a:endParaRPr lang="en-GB" altLang="en-US"/>
          </a:p>
        </p:txBody>
      </p:sp>
    </p:spTree>
    <p:extLst>
      <p:ext uri="{BB962C8B-B14F-4D97-AF65-F5344CB8AC3E}">
        <p14:creationId xmlns:p14="http://schemas.microsoft.com/office/powerpoint/2010/main" val="22559712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7650" y="0"/>
            <a:ext cx="8896350" cy="1295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266700" y="1601788"/>
            <a:ext cx="4243388" cy="4535487"/>
          </a:xfrm>
        </p:spPr>
        <p:txBody>
          <a:bodyPr/>
          <a:lstStyle>
            <a:lvl3pPr>
              <a:defRPr>
                <a:solidFill>
                  <a:srgbClr val="3A3B44"/>
                </a:solidFill>
              </a:defRPr>
            </a:lvl3pPr>
            <a:lvl4pPr>
              <a:defRPr>
                <a:solidFill>
                  <a:srgbClr val="3A3B44"/>
                </a:solidFill>
              </a:defRPr>
            </a:lvl4pPr>
            <a:lvl5pPr>
              <a:defRPr>
                <a:solidFill>
                  <a:srgbClr val="3A3B44"/>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62488" y="1601788"/>
            <a:ext cx="4243387" cy="4535487"/>
          </a:xfrm>
        </p:spPr>
        <p:txBody>
          <a:bodyPr/>
          <a:lstStyle>
            <a:lvl4pPr>
              <a:defRPr>
                <a:solidFill>
                  <a:srgbClr val="3A3B44"/>
                </a:solidFill>
              </a:defRPr>
            </a:lvl4pPr>
            <a:lvl5pPr>
              <a:defRPr>
                <a:solidFill>
                  <a:srgbClr val="3A3B44"/>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Date Placeholder 4"/>
          <p:cNvSpPr>
            <a:spLocks noGrp="1"/>
          </p:cNvSpPr>
          <p:nvPr>
            <p:ph type="dt" sz="half" idx="10"/>
          </p:nvPr>
        </p:nvSpPr>
        <p:spPr>
          <a:xfrm>
            <a:off x="1123950" y="6296025"/>
            <a:ext cx="1252538" cy="277813"/>
          </a:xfrm>
        </p:spPr>
        <p:txBody>
          <a:bodyPr/>
          <a:lstStyle>
            <a:lvl1pPr>
              <a:defRPr/>
            </a:lvl1pPr>
          </a:lstStyle>
          <a:p>
            <a:endParaRPr lang="en-GB" altLang="en-US"/>
          </a:p>
        </p:txBody>
      </p:sp>
      <p:sp>
        <p:nvSpPr>
          <p:cNvPr id="6" name="Footer Placeholder 5"/>
          <p:cNvSpPr>
            <a:spLocks noGrp="1"/>
          </p:cNvSpPr>
          <p:nvPr>
            <p:ph type="ftr" sz="quarter" idx="11"/>
          </p:nvPr>
        </p:nvSpPr>
        <p:spPr>
          <a:xfrm>
            <a:off x="2376488" y="6296025"/>
            <a:ext cx="5341937" cy="277813"/>
          </a:xfrm>
        </p:spPr>
        <p:txBody>
          <a:bodyPr/>
          <a:lstStyle>
            <a:lvl1pPr>
              <a:defRPr/>
            </a:lvl1pPr>
          </a:lstStyle>
          <a:p>
            <a:endParaRPr lang="en-GB" altLang="en-US"/>
          </a:p>
        </p:txBody>
      </p:sp>
      <p:sp>
        <p:nvSpPr>
          <p:cNvPr id="7" name="Slide Number Placeholder 6"/>
          <p:cNvSpPr>
            <a:spLocks noGrp="1"/>
          </p:cNvSpPr>
          <p:nvPr>
            <p:ph type="sldNum" sz="quarter" idx="12"/>
          </p:nvPr>
        </p:nvSpPr>
        <p:spPr>
          <a:xfrm>
            <a:off x="247650" y="6296025"/>
            <a:ext cx="876300" cy="277813"/>
          </a:xfrm>
        </p:spPr>
        <p:txBody>
          <a:bodyPr/>
          <a:lstStyle>
            <a:lvl1pPr>
              <a:defRPr/>
            </a:lvl1pPr>
          </a:lstStyle>
          <a:p>
            <a:fld id="{02001A42-130E-4D42-A7F9-144A828E39A9}" type="slidenum">
              <a:rPr lang="en-GB" altLang="en-US"/>
              <a:pPr/>
              <a:t>‹#›</a:t>
            </a:fld>
            <a:endParaRPr lang="en-GB" altLang="en-US"/>
          </a:p>
        </p:txBody>
      </p:sp>
    </p:spTree>
    <p:extLst>
      <p:ext uri="{BB962C8B-B14F-4D97-AF65-F5344CB8AC3E}">
        <p14:creationId xmlns:p14="http://schemas.microsoft.com/office/powerpoint/2010/main" val="2929935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247650" y="0"/>
            <a:ext cx="8896350" cy="1295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266700" y="1601788"/>
            <a:ext cx="8639175" cy="2190750"/>
          </a:xfrm>
        </p:spPr>
        <p:txBody>
          <a:bodyPr/>
          <a:lstStyle>
            <a:lvl4pPr>
              <a:defRPr>
                <a:solidFill>
                  <a:srgbClr val="3A3B44"/>
                </a:solidFill>
              </a:defRPr>
            </a:lvl4pPr>
            <a:lvl5pPr>
              <a:defRPr>
                <a:solidFill>
                  <a:srgbClr val="3A3B44"/>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266700" y="3944938"/>
            <a:ext cx="8639175" cy="2192337"/>
          </a:xfrm>
        </p:spPr>
        <p:txBody>
          <a:bodyPr/>
          <a:lstStyle>
            <a:lvl4pPr>
              <a:defRPr>
                <a:solidFill>
                  <a:srgbClr val="3A3B44"/>
                </a:solidFill>
              </a:defRPr>
            </a:lvl4pPr>
            <a:lvl5pPr>
              <a:defRPr>
                <a:solidFill>
                  <a:srgbClr val="3A3B44"/>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Date Placeholder 4"/>
          <p:cNvSpPr>
            <a:spLocks noGrp="1"/>
          </p:cNvSpPr>
          <p:nvPr>
            <p:ph type="dt" sz="half" idx="10"/>
          </p:nvPr>
        </p:nvSpPr>
        <p:spPr>
          <a:xfrm>
            <a:off x="1123950" y="6296025"/>
            <a:ext cx="1252538" cy="277813"/>
          </a:xfrm>
        </p:spPr>
        <p:txBody>
          <a:bodyPr/>
          <a:lstStyle>
            <a:lvl1pPr>
              <a:defRPr/>
            </a:lvl1pPr>
          </a:lstStyle>
          <a:p>
            <a:endParaRPr lang="en-GB" altLang="en-US"/>
          </a:p>
        </p:txBody>
      </p:sp>
      <p:sp>
        <p:nvSpPr>
          <p:cNvPr id="6" name="Footer Placeholder 5"/>
          <p:cNvSpPr>
            <a:spLocks noGrp="1"/>
          </p:cNvSpPr>
          <p:nvPr>
            <p:ph type="ftr" sz="quarter" idx="11"/>
          </p:nvPr>
        </p:nvSpPr>
        <p:spPr>
          <a:xfrm>
            <a:off x="2376488" y="6296025"/>
            <a:ext cx="5341937" cy="277813"/>
          </a:xfrm>
        </p:spPr>
        <p:txBody>
          <a:bodyPr/>
          <a:lstStyle>
            <a:lvl1pPr>
              <a:defRPr/>
            </a:lvl1pPr>
          </a:lstStyle>
          <a:p>
            <a:endParaRPr lang="en-GB" altLang="en-US"/>
          </a:p>
        </p:txBody>
      </p:sp>
      <p:sp>
        <p:nvSpPr>
          <p:cNvPr id="7" name="Slide Number Placeholder 6"/>
          <p:cNvSpPr>
            <a:spLocks noGrp="1"/>
          </p:cNvSpPr>
          <p:nvPr>
            <p:ph type="sldNum" sz="quarter" idx="12"/>
          </p:nvPr>
        </p:nvSpPr>
        <p:spPr>
          <a:xfrm>
            <a:off x="247650" y="6296025"/>
            <a:ext cx="876300" cy="277813"/>
          </a:xfrm>
        </p:spPr>
        <p:txBody>
          <a:bodyPr/>
          <a:lstStyle>
            <a:lvl1pPr>
              <a:defRPr/>
            </a:lvl1pPr>
          </a:lstStyle>
          <a:p>
            <a:fld id="{F82C1109-8014-4922-AC1F-58F66D990895}" type="slidenum">
              <a:rPr lang="en-GB" altLang="en-US"/>
              <a:pPr/>
              <a:t>‹#›</a:t>
            </a:fld>
            <a:endParaRPr lang="en-GB" altLang="en-US"/>
          </a:p>
        </p:txBody>
      </p:sp>
    </p:spTree>
    <p:extLst>
      <p:ext uri="{BB962C8B-B14F-4D97-AF65-F5344CB8AC3E}">
        <p14:creationId xmlns:p14="http://schemas.microsoft.com/office/powerpoint/2010/main" val="19899450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9164" name="Picture 12" descr="MKS_18mm_R_G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135938" y="5681663"/>
            <a:ext cx="685800" cy="815975"/>
          </a:xfrm>
          <a:prstGeom prst="rect">
            <a:avLst/>
          </a:prstGeom>
          <a:noFill/>
          <a:extLst>
            <a:ext uri="{909E8E84-426E-40DD-AFC4-6F175D3DCCD1}">
              <a14:hiddenFill xmlns:a14="http://schemas.microsoft.com/office/drawing/2010/main">
                <a:solidFill>
                  <a:srgbClr val="FFFFFF"/>
                </a:solidFill>
              </a14:hiddenFill>
            </a:ext>
          </a:extLst>
        </p:spPr>
      </p:pic>
      <p:sp>
        <p:nvSpPr>
          <p:cNvPr id="49162" name="Text Placeholder 2"/>
          <p:cNvSpPr>
            <a:spLocks noGrp="1"/>
          </p:cNvSpPr>
          <p:nvPr>
            <p:ph type="subTitle" idx="1"/>
          </p:nvPr>
        </p:nvSpPr>
        <p:spPr>
          <a:xfrm>
            <a:off x="265113" y="4721225"/>
            <a:ext cx="8510587" cy="1871663"/>
          </a:xfrm>
        </p:spPr>
        <p:txBody>
          <a:bodyPr anchor="b"/>
          <a:lstStyle>
            <a:lvl1pPr marL="0" indent="0">
              <a:buFontTx/>
              <a:buNone/>
              <a:defRPr>
                <a:solidFill>
                  <a:srgbClr val="3A3B44"/>
                </a:solidFill>
              </a:defRPr>
            </a:lvl1pPr>
          </a:lstStyle>
          <a:p>
            <a:pPr lvl="0"/>
            <a:r>
              <a:rPr lang="en-US" altLang="en-US" noProof="0" dirty="0" smtClean="0"/>
              <a:t>Click to edit Master subtitle style</a:t>
            </a:r>
          </a:p>
        </p:txBody>
      </p:sp>
      <p:sp>
        <p:nvSpPr>
          <p:cNvPr id="49163" name="Title Placeholder 1"/>
          <p:cNvSpPr>
            <a:spLocks noGrp="1"/>
          </p:cNvSpPr>
          <p:nvPr>
            <p:ph type="ctrTitle"/>
          </p:nvPr>
        </p:nvSpPr>
        <p:spPr>
          <a:xfrm>
            <a:off x="247650" y="2586038"/>
            <a:ext cx="8532813" cy="3109912"/>
          </a:xfrm>
        </p:spPr>
        <p:txBody>
          <a:bodyPr anchor="t"/>
          <a:lstStyle>
            <a:lvl1pPr>
              <a:defRPr sz="3600"/>
            </a:lvl1pPr>
          </a:lstStyle>
          <a:p>
            <a:pPr lvl="0"/>
            <a:r>
              <a:rPr lang="en-US" altLang="en-US" noProof="0" smtClean="0"/>
              <a:t>Click to edit title style</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4pPr>
              <a:defRPr>
                <a:solidFill>
                  <a:srgbClr val="3A3B44"/>
                </a:solidFill>
                <a:latin typeface="+mn-lt"/>
              </a:defRPr>
            </a:lvl4pPr>
            <a:lvl5pPr>
              <a:defRPr>
                <a:solidFill>
                  <a:srgbClr val="3A3B44"/>
                </a:solidFill>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Slide Number Placeholder 3"/>
          <p:cNvSpPr>
            <a:spLocks noGrp="1"/>
          </p:cNvSpPr>
          <p:nvPr>
            <p:ph type="sldNum" sz="quarter" idx="10"/>
          </p:nvPr>
        </p:nvSpPr>
        <p:spPr/>
        <p:txBody>
          <a:bodyPr/>
          <a:lstStyle>
            <a:lvl1pPr>
              <a:defRPr/>
            </a:lvl1pPr>
          </a:lstStyle>
          <a:p>
            <a:fld id="{64D31A8C-BCA8-4226-B014-335A7FC5E9DC}" type="slidenum">
              <a:rPr lang="en-GB" altLang="en-US"/>
              <a:pPr/>
              <a:t>‹#›</a:t>
            </a:fld>
            <a:endParaRPr lang="en-GB" altLang="en-US"/>
          </a:p>
        </p:txBody>
      </p:sp>
      <p:sp>
        <p:nvSpPr>
          <p:cNvPr id="5" name="Date Placeholder 4"/>
          <p:cNvSpPr>
            <a:spLocks noGrp="1"/>
          </p:cNvSpPr>
          <p:nvPr>
            <p:ph type="dt" sz="half" idx="11"/>
          </p:nvPr>
        </p:nvSpPr>
        <p:spPr/>
        <p:txBody>
          <a:bodyPr/>
          <a:lstStyle>
            <a:lvl1pPr>
              <a:defRPr/>
            </a:lvl1pPr>
          </a:lstStyle>
          <a:p>
            <a:endParaRPr lang="en-GB" altLang="en-US"/>
          </a:p>
        </p:txBody>
      </p:sp>
      <p:sp>
        <p:nvSpPr>
          <p:cNvPr id="6" name="Footer Placeholder 5"/>
          <p:cNvSpPr>
            <a:spLocks noGrp="1"/>
          </p:cNvSpPr>
          <p:nvPr>
            <p:ph type="ftr" sz="quarter" idx="12"/>
          </p:nvPr>
        </p:nvSpPr>
        <p:spPr/>
        <p:txBody>
          <a:bodyPr/>
          <a:lstStyle>
            <a:lvl1pPr>
              <a:defRPr/>
            </a:lvl1pPr>
          </a:lstStyle>
          <a:p>
            <a:endParaRPr lang="en-GB" altLang="en-US"/>
          </a:p>
        </p:txBody>
      </p:sp>
    </p:spTree>
    <p:extLst>
      <p:ext uri="{BB962C8B-B14F-4D97-AF65-F5344CB8AC3E}">
        <p14:creationId xmlns:p14="http://schemas.microsoft.com/office/powerpoint/2010/main" val="18662614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Slide Number Placeholder 3"/>
          <p:cNvSpPr>
            <a:spLocks noGrp="1"/>
          </p:cNvSpPr>
          <p:nvPr>
            <p:ph type="sldNum" sz="quarter" idx="10"/>
          </p:nvPr>
        </p:nvSpPr>
        <p:spPr/>
        <p:txBody>
          <a:bodyPr/>
          <a:lstStyle>
            <a:lvl1pPr>
              <a:defRPr/>
            </a:lvl1pPr>
          </a:lstStyle>
          <a:p>
            <a:fld id="{5E54D9AC-5741-4607-969B-A850970255F3}" type="slidenum">
              <a:rPr lang="en-GB" altLang="en-US"/>
              <a:pPr/>
              <a:t>‹#›</a:t>
            </a:fld>
            <a:endParaRPr lang="en-GB" altLang="en-US"/>
          </a:p>
        </p:txBody>
      </p:sp>
      <p:sp>
        <p:nvSpPr>
          <p:cNvPr id="5" name="Date Placeholder 4"/>
          <p:cNvSpPr>
            <a:spLocks noGrp="1"/>
          </p:cNvSpPr>
          <p:nvPr>
            <p:ph type="dt" sz="half" idx="11"/>
          </p:nvPr>
        </p:nvSpPr>
        <p:spPr/>
        <p:txBody>
          <a:bodyPr/>
          <a:lstStyle>
            <a:lvl1pPr>
              <a:defRPr/>
            </a:lvl1pPr>
          </a:lstStyle>
          <a:p>
            <a:endParaRPr lang="en-GB" altLang="en-US"/>
          </a:p>
        </p:txBody>
      </p:sp>
      <p:sp>
        <p:nvSpPr>
          <p:cNvPr id="6" name="Footer Placeholder 5"/>
          <p:cNvSpPr>
            <a:spLocks noGrp="1"/>
          </p:cNvSpPr>
          <p:nvPr>
            <p:ph type="ftr" sz="quarter" idx="12"/>
          </p:nvPr>
        </p:nvSpPr>
        <p:spPr/>
        <p:txBody>
          <a:bodyPr/>
          <a:lstStyle>
            <a:lvl1pPr>
              <a:defRPr/>
            </a:lvl1pPr>
          </a:lstStyle>
          <a:p>
            <a:endParaRPr lang="en-GB" altLang="en-US"/>
          </a:p>
        </p:txBody>
      </p:sp>
    </p:spTree>
    <p:extLst>
      <p:ext uri="{BB962C8B-B14F-4D97-AF65-F5344CB8AC3E}">
        <p14:creationId xmlns:p14="http://schemas.microsoft.com/office/powerpoint/2010/main" val="4709230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66700" y="1601788"/>
            <a:ext cx="4243388" cy="4535487"/>
          </a:xfrm>
        </p:spPr>
        <p:txBody>
          <a:bodyPr/>
          <a:lstStyle>
            <a:lvl1pPr>
              <a:defRPr sz="2800"/>
            </a:lvl1pPr>
            <a:lvl2pPr>
              <a:defRPr sz="2400"/>
            </a:lvl2pPr>
            <a:lvl3pPr>
              <a:defRPr sz="2000"/>
            </a:lvl3pPr>
            <a:lvl4pPr>
              <a:defRPr sz="1800">
                <a:solidFill>
                  <a:srgbClr val="3A3B44"/>
                </a:solidFill>
                <a:latin typeface="+mn-lt"/>
              </a:defRPr>
            </a:lvl4pPr>
            <a:lvl5pPr>
              <a:defRPr sz="1800">
                <a:solidFill>
                  <a:srgbClr val="3A3B44"/>
                </a:solidFill>
                <a:latin typeface="+mn-lt"/>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62488" y="1601788"/>
            <a:ext cx="4243387" cy="4535487"/>
          </a:xfrm>
        </p:spPr>
        <p:txBody>
          <a:bodyPr/>
          <a:lstStyle>
            <a:lvl1pPr>
              <a:defRPr sz="2800"/>
            </a:lvl1pPr>
            <a:lvl2pPr>
              <a:defRPr sz="2400"/>
            </a:lvl2pPr>
            <a:lvl3pPr>
              <a:defRPr sz="2000"/>
            </a:lvl3pPr>
            <a:lvl4pPr>
              <a:defRPr sz="1800">
                <a:solidFill>
                  <a:srgbClr val="3A3B44"/>
                </a:solidFill>
                <a:latin typeface="+mn-lt"/>
              </a:defRPr>
            </a:lvl4pPr>
            <a:lvl5pPr>
              <a:defRPr sz="1800">
                <a:solidFill>
                  <a:srgbClr val="3A3B44"/>
                </a:solidFill>
                <a:latin typeface="+mn-lt"/>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Slide Number Placeholder 4"/>
          <p:cNvSpPr>
            <a:spLocks noGrp="1"/>
          </p:cNvSpPr>
          <p:nvPr>
            <p:ph type="sldNum" sz="quarter" idx="10"/>
          </p:nvPr>
        </p:nvSpPr>
        <p:spPr/>
        <p:txBody>
          <a:bodyPr/>
          <a:lstStyle>
            <a:lvl1pPr>
              <a:defRPr/>
            </a:lvl1pPr>
          </a:lstStyle>
          <a:p>
            <a:fld id="{972360B8-90DC-46FF-9228-A3077FCA7FD3}" type="slidenum">
              <a:rPr lang="en-GB" altLang="en-US"/>
              <a:pPr/>
              <a:t>‹#›</a:t>
            </a:fld>
            <a:endParaRPr lang="en-GB" altLang="en-US"/>
          </a:p>
        </p:txBody>
      </p:sp>
      <p:sp>
        <p:nvSpPr>
          <p:cNvPr id="6" name="Date Placeholder 5"/>
          <p:cNvSpPr>
            <a:spLocks noGrp="1"/>
          </p:cNvSpPr>
          <p:nvPr>
            <p:ph type="dt" sz="half" idx="11"/>
          </p:nvPr>
        </p:nvSpPr>
        <p:spPr/>
        <p:txBody>
          <a:bodyPr/>
          <a:lstStyle>
            <a:lvl1pPr>
              <a:defRPr/>
            </a:lvl1pPr>
          </a:lstStyle>
          <a:p>
            <a:endParaRPr lang="en-GB" altLang="en-US"/>
          </a:p>
        </p:txBody>
      </p:sp>
      <p:sp>
        <p:nvSpPr>
          <p:cNvPr id="7" name="Footer Placeholder 6"/>
          <p:cNvSpPr>
            <a:spLocks noGrp="1"/>
          </p:cNvSpPr>
          <p:nvPr>
            <p:ph type="ftr" sz="quarter" idx="12"/>
          </p:nvPr>
        </p:nvSpPr>
        <p:spPr/>
        <p:txBody>
          <a:bodyPr/>
          <a:lstStyle>
            <a:lvl1pPr>
              <a:defRPr/>
            </a:lvl1pPr>
          </a:lstStyle>
          <a:p>
            <a:endParaRPr lang="en-GB" altLang="en-US"/>
          </a:p>
        </p:txBody>
      </p:sp>
    </p:spTree>
    <p:extLst>
      <p:ext uri="{BB962C8B-B14F-4D97-AF65-F5344CB8AC3E}">
        <p14:creationId xmlns:p14="http://schemas.microsoft.com/office/powerpoint/2010/main" val="29042680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solidFill>
                  <a:srgbClr val="3A3B44"/>
                </a:solidFill>
                <a:latin typeface="+mn-lt"/>
              </a:defRPr>
            </a:lvl4pPr>
            <a:lvl5pPr>
              <a:defRPr sz="1600">
                <a:solidFill>
                  <a:srgbClr val="3A3B44"/>
                </a:solidFill>
                <a:latin typeface="+mn-lt"/>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solidFill>
                  <a:srgbClr val="3A3B44"/>
                </a:solidFill>
                <a:latin typeface="+mn-lt"/>
              </a:defRPr>
            </a:lvl4pPr>
            <a:lvl5pPr>
              <a:defRPr sz="1600">
                <a:solidFill>
                  <a:srgbClr val="3A3B44"/>
                </a:solidFill>
                <a:latin typeface="+mn-lt"/>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Slide Number Placeholder 6"/>
          <p:cNvSpPr>
            <a:spLocks noGrp="1"/>
          </p:cNvSpPr>
          <p:nvPr>
            <p:ph type="sldNum" sz="quarter" idx="10"/>
          </p:nvPr>
        </p:nvSpPr>
        <p:spPr/>
        <p:txBody>
          <a:bodyPr/>
          <a:lstStyle>
            <a:lvl1pPr>
              <a:defRPr/>
            </a:lvl1pPr>
          </a:lstStyle>
          <a:p>
            <a:fld id="{BD888C94-556F-4F8C-BF82-5C4D0E110862}" type="slidenum">
              <a:rPr lang="en-GB" altLang="en-US"/>
              <a:pPr/>
              <a:t>‹#›</a:t>
            </a:fld>
            <a:endParaRPr lang="en-GB" altLang="en-US"/>
          </a:p>
        </p:txBody>
      </p:sp>
      <p:sp>
        <p:nvSpPr>
          <p:cNvPr id="8" name="Date Placeholder 7"/>
          <p:cNvSpPr>
            <a:spLocks noGrp="1"/>
          </p:cNvSpPr>
          <p:nvPr>
            <p:ph type="dt" sz="half" idx="11"/>
          </p:nvPr>
        </p:nvSpPr>
        <p:spPr/>
        <p:txBody>
          <a:bodyPr/>
          <a:lstStyle>
            <a:lvl1pPr>
              <a:defRPr/>
            </a:lvl1pPr>
          </a:lstStyle>
          <a:p>
            <a:endParaRPr lang="en-GB" altLang="en-US"/>
          </a:p>
        </p:txBody>
      </p:sp>
      <p:sp>
        <p:nvSpPr>
          <p:cNvPr id="9" name="Footer Placeholder 8"/>
          <p:cNvSpPr>
            <a:spLocks noGrp="1"/>
          </p:cNvSpPr>
          <p:nvPr>
            <p:ph type="ftr" sz="quarter" idx="12"/>
          </p:nvPr>
        </p:nvSpPr>
        <p:spPr/>
        <p:txBody>
          <a:bodyPr/>
          <a:lstStyle>
            <a:lvl1pPr>
              <a:defRPr/>
            </a:lvl1pPr>
          </a:lstStyle>
          <a:p>
            <a:endParaRPr lang="en-GB" altLang="en-US"/>
          </a:p>
        </p:txBody>
      </p:sp>
    </p:spTree>
    <p:extLst>
      <p:ext uri="{BB962C8B-B14F-4D97-AF65-F5344CB8AC3E}">
        <p14:creationId xmlns:p14="http://schemas.microsoft.com/office/powerpoint/2010/main" val="11641813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
          <p:cNvSpPr>
            <a:spLocks noGrp="1"/>
          </p:cNvSpPr>
          <p:nvPr>
            <p:ph type="sldNum" sz="quarter" idx="10"/>
          </p:nvPr>
        </p:nvSpPr>
        <p:spPr/>
        <p:txBody>
          <a:bodyPr/>
          <a:lstStyle>
            <a:lvl1pPr>
              <a:defRPr/>
            </a:lvl1pPr>
          </a:lstStyle>
          <a:p>
            <a:fld id="{3CD0DC62-509F-4747-A2E2-8C547C1FE748}" type="slidenum">
              <a:rPr lang="en-GB" altLang="en-US"/>
              <a:pPr/>
              <a:t>‹#›</a:t>
            </a:fld>
            <a:endParaRPr lang="en-GB" altLang="en-US"/>
          </a:p>
        </p:txBody>
      </p:sp>
      <p:sp>
        <p:nvSpPr>
          <p:cNvPr id="4" name="Date Placeholder 3"/>
          <p:cNvSpPr>
            <a:spLocks noGrp="1"/>
          </p:cNvSpPr>
          <p:nvPr>
            <p:ph type="dt" sz="half" idx="11"/>
          </p:nvPr>
        </p:nvSpPr>
        <p:spPr/>
        <p:txBody>
          <a:bodyPr/>
          <a:lstStyle>
            <a:lvl1pPr>
              <a:defRPr/>
            </a:lvl1pPr>
          </a:lstStyle>
          <a:p>
            <a:endParaRPr lang="en-GB" altLang="en-US"/>
          </a:p>
        </p:txBody>
      </p:sp>
      <p:sp>
        <p:nvSpPr>
          <p:cNvPr id="5" name="Footer Placeholder 4"/>
          <p:cNvSpPr>
            <a:spLocks noGrp="1"/>
          </p:cNvSpPr>
          <p:nvPr>
            <p:ph type="ftr" sz="quarter" idx="12"/>
          </p:nvPr>
        </p:nvSpPr>
        <p:spPr/>
        <p:txBody>
          <a:bodyPr/>
          <a:lstStyle>
            <a:lvl1pPr>
              <a:defRPr/>
            </a:lvl1pPr>
          </a:lstStyle>
          <a:p>
            <a:endParaRPr lang="en-GB" altLang="en-US"/>
          </a:p>
        </p:txBody>
      </p:sp>
    </p:spTree>
    <p:extLst>
      <p:ext uri="{BB962C8B-B14F-4D97-AF65-F5344CB8AC3E}">
        <p14:creationId xmlns:p14="http://schemas.microsoft.com/office/powerpoint/2010/main" val="106566619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C2C468E6-6B9A-40F6-AF97-587CDD36C9D6}" type="slidenum">
              <a:rPr lang="en-GB" altLang="en-US"/>
              <a:pPr/>
              <a:t>‹#›</a:t>
            </a:fld>
            <a:endParaRPr lang="en-GB" altLang="en-US"/>
          </a:p>
        </p:txBody>
      </p:sp>
      <p:sp>
        <p:nvSpPr>
          <p:cNvPr id="3" name="Date Placeholder 2"/>
          <p:cNvSpPr>
            <a:spLocks noGrp="1"/>
          </p:cNvSpPr>
          <p:nvPr>
            <p:ph type="dt" sz="half" idx="11"/>
          </p:nvPr>
        </p:nvSpPr>
        <p:spPr/>
        <p:txBody>
          <a:bodyPr/>
          <a:lstStyle>
            <a:lvl1pPr>
              <a:defRPr/>
            </a:lvl1pPr>
          </a:lstStyle>
          <a:p>
            <a:endParaRPr lang="en-GB" altLang="en-US"/>
          </a:p>
        </p:txBody>
      </p:sp>
      <p:sp>
        <p:nvSpPr>
          <p:cNvPr id="4" name="Footer Placeholder 3"/>
          <p:cNvSpPr>
            <a:spLocks noGrp="1"/>
          </p:cNvSpPr>
          <p:nvPr>
            <p:ph type="ftr" sz="quarter" idx="12"/>
          </p:nvPr>
        </p:nvSpPr>
        <p:spPr/>
        <p:txBody>
          <a:bodyPr/>
          <a:lstStyle>
            <a:lvl1pPr>
              <a:defRPr/>
            </a:lvl1pPr>
          </a:lstStyle>
          <a:p>
            <a:endParaRPr lang="en-GB" altLang="en-US"/>
          </a:p>
        </p:txBody>
      </p:sp>
    </p:spTree>
    <p:extLst>
      <p:ext uri="{BB962C8B-B14F-4D97-AF65-F5344CB8AC3E}">
        <p14:creationId xmlns:p14="http://schemas.microsoft.com/office/powerpoint/2010/main" val="172292922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solidFill>
                  <a:srgbClr val="3A3B44"/>
                </a:solidFill>
                <a:latin typeface="+mn-lt"/>
              </a:defRPr>
            </a:lvl4pPr>
            <a:lvl5pPr>
              <a:defRPr sz="2000">
                <a:solidFill>
                  <a:srgbClr val="3A3B44"/>
                </a:solidFill>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a:lvl1pPr>
          </a:lstStyle>
          <a:p>
            <a:fld id="{670FAA9F-84F9-4734-A3D0-D5CBE8C48187}" type="slidenum">
              <a:rPr lang="en-GB" altLang="en-US"/>
              <a:pPr/>
              <a:t>‹#›</a:t>
            </a:fld>
            <a:endParaRPr lang="en-GB" altLang="en-US"/>
          </a:p>
        </p:txBody>
      </p:sp>
      <p:sp>
        <p:nvSpPr>
          <p:cNvPr id="6" name="Date Placeholder 5"/>
          <p:cNvSpPr>
            <a:spLocks noGrp="1"/>
          </p:cNvSpPr>
          <p:nvPr>
            <p:ph type="dt" sz="half" idx="11"/>
          </p:nvPr>
        </p:nvSpPr>
        <p:spPr/>
        <p:txBody>
          <a:bodyPr/>
          <a:lstStyle>
            <a:lvl1pPr>
              <a:defRPr/>
            </a:lvl1pPr>
          </a:lstStyle>
          <a:p>
            <a:endParaRPr lang="en-GB" altLang="en-US"/>
          </a:p>
        </p:txBody>
      </p:sp>
      <p:sp>
        <p:nvSpPr>
          <p:cNvPr id="7" name="Footer Placeholder 6"/>
          <p:cNvSpPr>
            <a:spLocks noGrp="1"/>
          </p:cNvSpPr>
          <p:nvPr>
            <p:ph type="ftr" sz="quarter" idx="12"/>
          </p:nvPr>
        </p:nvSpPr>
        <p:spPr/>
        <p:txBody>
          <a:bodyPr/>
          <a:lstStyle>
            <a:lvl1pPr>
              <a:defRPr/>
            </a:lvl1pPr>
          </a:lstStyle>
          <a:p>
            <a:endParaRPr lang="en-GB" altLang="en-US"/>
          </a:p>
        </p:txBody>
      </p:sp>
    </p:spTree>
    <p:extLst>
      <p:ext uri="{BB962C8B-B14F-4D97-AF65-F5344CB8AC3E}">
        <p14:creationId xmlns:p14="http://schemas.microsoft.com/office/powerpoint/2010/main" val="268249673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solidFill>
                  <a:srgbClr val="3A3B44"/>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Slide Number Placeholder 4"/>
          <p:cNvSpPr>
            <a:spLocks noGrp="1"/>
          </p:cNvSpPr>
          <p:nvPr>
            <p:ph type="sldNum" sz="quarter" idx="10"/>
          </p:nvPr>
        </p:nvSpPr>
        <p:spPr/>
        <p:txBody>
          <a:bodyPr/>
          <a:lstStyle>
            <a:lvl1pPr>
              <a:defRPr/>
            </a:lvl1pPr>
          </a:lstStyle>
          <a:p>
            <a:fld id="{681C0E01-8FC1-41A2-8FCE-6FD6DCBA730C}" type="slidenum">
              <a:rPr lang="en-GB" altLang="en-US"/>
              <a:pPr/>
              <a:t>‹#›</a:t>
            </a:fld>
            <a:endParaRPr lang="en-GB" altLang="en-US"/>
          </a:p>
        </p:txBody>
      </p:sp>
      <p:sp>
        <p:nvSpPr>
          <p:cNvPr id="6" name="Date Placeholder 5"/>
          <p:cNvSpPr>
            <a:spLocks noGrp="1"/>
          </p:cNvSpPr>
          <p:nvPr>
            <p:ph type="dt" sz="half" idx="11"/>
          </p:nvPr>
        </p:nvSpPr>
        <p:spPr/>
        <p:txBody>
          <a:bodyPr/>
          <a:lstStyle>
            <a:lvl1pPr>
              <a:defRPr/>
            </a:lvl1pPr>
          </a:lstStyle>
          <a:p>
            <a:endParaRPr lang="en-GB" altLang="en-US"/>
          </a:p>
        </p:txBody>
      </p:sp>
      <p:sp>
        <p:nvSpPr>
          <p:cNvPr id="7" name="Footer Placeholder 6"/>
          <p:cNvSpPr>
            <a:spLocks noGrp="1"/>
          </p:cNvSpPr>
          <p:nvPr>
            <p:ph type="ftr" sz="quarter" idx="12"/>
          </p:nvPr>
        </p:nvSpPr>
        <p:spPr/>
        <p:txBody>
          <a:bodyPr/>
          <a:lstStyle>
            <a:lvl1pPr>
              <a:defRPr/>
            </a:lvl1pPr>
          </a:lstStyle>
          <a:p>
            <a:endParaRPr lang="en-GB" altLang="en-US"/>
          </a:p>
        </p:txBody>
      </p:sp>
    </p:spTree>
    <p:extLst>
      <p:ext uri="{BB962C8B-B14F-4D97-AF65-F5344CB8AC3E}">
        <p14:creationId xmlns:p14="http://schemas.microsoft.com/office/powerpoint/2010/main" val="10133540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lvl4pPr>
              <a:defRPr>
                <a:solidFill>
                  <a:srgbClr val="3A3B44"/>
                </a:solidFill>
                <a:latin typeface="+mn-lt"/>
              </a:defRPr>
            </a:lvl4pPr>
            <a:lvl5pPr>
              <a:defRPr>
                <a:solidFill>
                  <a:srgbClr val="3A3B44"/>
                </a:solidFill>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Slide Number Placeholder 3"/>
          <p:cNvSpPr>
            <a:spLocks noGrp="1"/>
          </p:cNvSpPr>
          <p:nvPr>
            <p:ph type="sldNum" sz="quarter" idx="10"/>
          </p:nvPr>
        </p:nvSpPr>
        <p:spPr/>
        <p:txBody>
          <a:bodyPr/>
          <a:lstStyle>
            <a:lvl1pPr>
              <a:defRPr/>
            </a:lvl1pPr>
          </a:lstStyle>
          <a:p>
            <a:fld id="{B5C56747-1A26-43EA-980D-BC0456BBF3C5}" type="slidenum">
              <a:rPr lang="en-GB" altLang="en-US"/>
              <a:pPr/>
              <a:t>‹#›</a:t>
            </a:fld>
            <a:endParaRPr lang="en-GB" altLang="en-US"/>
          </a:p>
        </p:txBody>
      </p:sp>
      <p:sp>
        <p:nvSpPr>
          <p:cNvPr id="5" name="Date Placeholder 4"/>
          <p:cNvSpPr>
            <a:spLocks noGrp="1"/>
          </p:cNvSpPr>
          <p:nvPr>
            <p:ph type="dt" sz="half" idx="11"/>
          </p:nvPr>
        </p:nvSpPr>
        <p:spPr/>
        <p:txBody>
          <a:bodyPr/>
          <a:lstStyle>
            <a:lvl1pPr>
              <a:defRPr/>
            </a:lvl1pPr>
          </a:lstStyle>
          <a:p>
            <a:endParaRPr lang="en-GB" altLang="en-US"/>
          </a:p>
        </p:txBody>
      </p:sp>
      <p:sp>
        <p:nvSpPr>
          <p:cNvPr id="6" name="Footer Placeholder 5"/>
          <p:cNvSpPr>
            <a:spLocks noGrp="1"/>
          </p:cNvSpPr>
          <p:nvPr>
            <p:ph type="ftr" sz="quarter" idx="12"/>
          </p:nvPr>
        </p:nvSpPr>
        <p:spPr/>
        <p:txBody>
          <a:bodyPr/>
          <a:lstStyle>
            <a:lvl1pPr>
              <a:defRPr/>
            </a:lvl1pPr>
          </a:lstStyle>
          <a:p>
            <a:endParaRPr lang="en-GB" altLang="en-US"/>
          </a:p>
        </p:txBody>
      </p:sp>
    </p:spTree>
    <p:extLst>
      <p:ext uri="{BB962C8B-B14F-4D97-AF65-F5344CB8AC3E}">
        <p14:creationId xmlns:p14="http://schemas.microsoft.com/office/powerpoint/2010/main" val="2012882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9913" y="0"/>
            <a:ext cx="2224087" cy="61372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47650" y="0"/>
            <a:ext cx="6519863" cy="6137275"/>
          </a:xfrm>
        </p:spPr>
        <p:txBody>
          <a:bodyPr vert="eaVert"/>
          <a:lstStyle>
            <a:lvl4pPr>
              <a:defRPr>
                <a:solidFill>
                  <a:srgbClr val="3A3B44"/>
                </a:solidFill>
                <a:latin typeface="+mn-lt"/>
              </a:defRPr>
            </a:lvl4pPr>
            <a:lvl5pPr>
              <a:defRPr>
                <a:solidFill>
                  <a:srgbClr val="3A3B44"/>
                </a:solidFill>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Slide Number Placeholder 3"/>
          <p:cNvSpPr>
            <a:spLocks noGrp="1"/>
          </p:cNvSpPr>
          <p:nvPr>
            <p:ph type="sldNum" sz="quarter" idx="10"/>
          </p:nvPr>
        </p:nvSpPr>
        <p:spPr/>
        <p:txBody>
          <a:bodyPr/>
          <a:lstStyle>
            <a:lvl1pPr>
              <a:defRPr/>
            </a:lvl1pPr>
          </a:lstStyle>
          <a:p>
            <a:fld id="{D9CD2095-4DF5-4149-8E8B-7F4795E1C106}" type="slidenum">
              <a:rPr lang="en-GB" altLang="en-US"/>
              <a:pPr/>
              <a:t>‹#›</a:t>
            </a:fld>
            <a:endParaRPr lang="en-GB" altLang="en-US"/>
          </a:p>
        </p:txBody>
      </p:sp>
      <p:sp>
        <p:nvSpPr>
          <p:cNvPr id="5" name="Date Placeholder 4"/>
          <p:cNvSpPr>
            <a:spLocks noGrp="1"/>
          </p:cNvSpPr>
          <p:nvPr>
            <p:ph type="dt" sz="half" idx="11"/>
          </p:nvPr>
        </p:nvSpPr>
        <p:spPr/>
        <p:txBody>
          <a:bodyPr/>
          <a:lstStyle>
            <a:lvl1pPr>
              <a:defRPr/>
            </a:lvl1pPr>
          </a:lstStyle>
          <a:p>
            <a:endParaRPr lang="en-GB" altLang="en-US"/>
          </a:p>
        </p:txBody>
      </p:sp>
      <p:sp>
        <p:nvSpPr>
          <p:cNvPr id="6" name="Footer Placeholder 5"/>
          <p:cNvSpPr>
            <a:spLocks noGrp="1"/>
          </p:cNvSpPr>
          <p:nvPr>
            <p:ph type="ftr" sz="quarter" idx="12"/>
          </p:nvPr>
        </p:nvSpPr>
        <p:spPr/>
        <p:txBody>
          <a:bodyPr/>
          <a:lstStyle>
            <a:lvl1pPr>
              <a:defRPr/>
            </a:lvl1pPr>
          </a:lstStyle>
          <a:p>
            <a:endParaRPr lang="en-GB" altLang="en-US"/>
          </a:p>
        </p:txBody>
      </p:sp>
    </p:spTree>
    <p:extLst>
      <p:ext uri="{BB962C8B-B14F-4D97-AF65-F5344CB8AC3E}">
        <p14:creationId xmlns:p14="http://schemas.microsoft.com/office/powerpoint/2010/main" val="21532088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47650" y="0"/>
            <a:ext cx="8896350" cy="1295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266700" y="1601788"/>
            <a:ext cx="4243388" cy="4535487"/>
          </a:xfrm>
        </p:spPr>
        <p:txBody>
          <a:bodyPr/>
          <a:lstStyle>
            <a:lvl4pPr>
              <a:defRPr>
                <a:solidFill>
                  <a:srgbClr val="3A3B44"/>
                </a:solidFill>
                <a:latin typeface="+mn-lt"/>
              </a:defRPr>
            </a:lvl4pPr>
            <a:lvl5pPr>
              <a:defRPr>
                <a:solidFill>
                  <a:srgbClr val="3A3B44"/>
                </a:solidFill>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quarter" idx="2"/>
          </p:nvPr>
        </p:nvSpPr>
        <p:spPr>
          <a:xfrm>
            <a:off x="4662488" y="1601788"/>
            <a:ext cx="4243387" cy="2190750"/>
          </a:xfrm>
        </p:spPr>
        <p:txBody>
          <a:bodyPr/>
          <a:lstStyle>
            <a:lvl4pPr>
              <a:defRPr>
                <a:solidFill>
                  <a:srgbClr val="3A3B44"/>
                </a:solidFill>
                <a:latin typeface="+mn-lt"/>
              </a:defRPr>
            </a:lvl4pPr>
            <a:lvl5pPr>
              <a:defRPr>
                <a:solidFill>
                  <a:srgbClr val="3A3B44"/>
                </a:solidFill>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Content Placeholder 4"/>
          <p:cNvSpPr>
            <a:spLocks noGrp="1"/>
          </p:cNvSpPr>
          <p:nvPr>
            <p:ph sz="quarter" idx="3"/>
          </p:nvPr>
        </p:nvSpPr>
        <p:spPr>
          <a:xfrm>
            <a:off x="4662488" y="3944938"/>
            <a:ext cx="4243387" cy="2192337"/>
          </a:xfrm>
        </p:spPr>
        <p:txBody>
          <a:bodyPr/>
          <a:lstStyle>
            <a:lvl4pPr>
              <a:defRPr>
                <a:solidFill>
                  <a:srgbClr val="3A3B44"/>
                </a:solidFill>
                <a:latin typeface="+mn-lt"/>
              </a:defRPr>
            </a:lvl4pPr>
            <a:lvl5pPr>
              <a:defRPr>
                <a:solidFill>
                  <a:srgbClr val="3A3B44"/>
                </a:solidFill>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10"/>
          </p:nvPr>
        </p:nvSpPr>
        <p:spPr>
          <a:xfrm>
            <a:off x="247650" y="6296025"/>
            <a:ext cx="876300" cy="277813"/>
          </a:xfrm>
        </p:spPr>
        <p:txBody>
          <a:bodyPr/>
          <a:lstStyle>
            <a:lvl1pPr>
              <a:defRPr/>
            </a:lvl1pPr>
          </a:lstStyle>
          <a:p>
            <a:fld id="{B3555013-6D94-4A3E-977E-B157C2C8B032}" type="slidenum">
              <a:rPr lang="en-GB" altLang="en-US"/>
              <a:pPr/>
              <a:t>‹#›</a:t>
            </a:fld>
            <a:endParaRPr lang="en-GB" altLang="en-US"/>
          </a:p>
        </p:txBody>
      </p:sp>
      <p:sp>
        <p:nvSpPr>
          <p:cNvPr id="7" name="Date Placeholder 6"/>
          <p:cNvSpPr>
            <a:spLocks noGrp="1"/>
          </p:cNvSpPr>
          <p:nvPr>
            <p:ph type="dt" sz="half" idx="11"/>
          </p:nvPr>
        </p:nvSpPr>
        <p:spPr>
          <a:xfrm>
            <a:off x="1123950" y="6296025"/>
            <a:ext cx="1252538" cy="277813"/>
          </a:xfrm>
        </p:spPr>
        <p:txBody>
          <a:bodyPr/>
          <a:lstStyle>
            <a:lvl1pPr>
              <a:defRPr/>
            </a:lvl1pPr>
          </a:lstStyle>
          <a:p>
            <a:endParaRPr lang="en-GB" altLang="en-US"/>
          </a:p>
        </p:txBody>
      </p:sp>
      <p:sp>
        <p:nvSpPr>
          <p:cNvPr id="8" name="Footer Placeholder 7"/>
          <p:cNvSpPr>
            <a:spLocks noGrp="1"/>
          </p:cNvSpPr>
          <p:nvPr>
            <p:ph type="ftr" sz="quarter" idx="12"/>
          </p:nvPr>
        </p:nvSpPr>
        <p:spPr>
          <a:xfrm>
            <a:off x="2376488" y="6296025"/>
            <a:ext cx="5341937" cy="277813"/>
          </a:xfrm>
        </p:spPr>
        <p:txBody>
          <a:bodyPr/>
          <a:lstStyle>
            <a:lvl1pPr>
              <a:defRPr/>
            </a:lvl1pPr>
          </a:lstStyle>
          <a:p>
            <a:endParaRPr lang="en-GB" altLang="en-US"/>
          </a:p>
        </p:txBody>
      </p:sp>
    </p:spTree>
    <p:extLst>
      <p:ext uri="{BB962C8B-B14F-4D97-AF65-F5344CB8AC3E}">
        <p14:creationId xmlns:p14="http://schemas.microsoft.com/office/powerpoint/2010/main" val="2865367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41992" name="Picture 6" descr="PP_T_RW copy.gif"/>
          <p:cNvPicPr>
            <a:picLocks noChangeAspect="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1987" name="Text Placeholder 2"/>
          <p:cNvSpPr>
            <a:spLocks noGrp="1"/>
          </p:cNvSpPr>
          <p:nvPr>
            <p:ph type="subTitle" idx="1"/>
          </p:nvPr>
        </p:nvSpPr>
        <p:spPr>
          <a:xfrm>
            <a:off x="265113" y="4721225"/>
            <a:ext cx="8510587" cy="1871663"/>
          </a:xfrm>
        </p:spPr>
        <p:txBody>
          <a:bodyPr anchor="b"/>
          <a:lstStyle>
            <a:lvl1pPr marL="0" indent="0">
              <a:buFont typeface="Arial" pitchFamily="34" charset="0"/>
              <a:buNone/>
              <a:defRPr sz="2000" smtClean="0">
                <a:solidFill>
                  <a:schemeClr val="bg1"/>
                </a:solidFill>
                <a:latin typeface="Tahoma" pitchFamily="34" charset="0"/>
                <a:cs typeface="Tahoma" pitchFamily="34" charset="0"/>
              </a:defRPr>
            </a:lvl1pPr>
          </a:lstStyle>
          <a:p>
            <a:r>
              <a:rPr lang="en-US" smtClean="0"/>
              <a:t>Click to edit Master subtitle style</a:t>
            </a:r>
          </a:p>
        </p:txBody>
      </p:sp>
      <p:sp>
        <p:nvSpPr>
          <p:cNvPr id="41986" name="Title Placeholder 1"/>
          <p:cNvSpPr>
            <a:spLocks noGrp="1"/>
          </p:cNvSpPr>
          <p:nvPr>
            <p:ph type="ctrTitle"/>
          </p:nvPr>
        </p:nvSpPr>
        <p:spPr>
          <a:xfrm>
            <a:off x="247650" y="2586038"/>
            <a:ext cx="8532813" cy="3109912"/>
          </a:xfrm>
        </p:spPr>
        <p:txBody>
          <a:bodyPr anchor="t"/>
          <a:lstStyle>
            <a:lvl1pPr>
              <a:defRPr sz="5500" smtClean="0">
                <a:solidFill>
                  <a:schemeClr val="bg1"/>
                </a:solidFill>
                <a:latin typeface="Tahoma" pitchFamily="34" charset="0"/>
                <a:cs typeface="Tahoma" pitchFamily="34" charset="0"/>
              </a:defRPr>
            </a:lvl1pPr>
          </a:lstStyle>
          <a:p>
            <a:r>
              <a:rPr lang="en-US" smtClean="0"/>
              <a:t>Click to edit Master title style</a:t>
            </a:r>
          </a:p>
        </p:txBody>
      </p:sp>
      <p:pic>
        <p:nvPicPr>
          <p:cNvPr id="41993" name="Picture 9" descr="MKS_18mm_R_W"/>
          <p:cNvPicPr>
            <a:picLocks noChangeAspect="1" noChangeArrowheads="1"/>
          </p:cNvPicPr>
          <p:nvPr/>
        </p:nvPicPr>
        <p:blipFill>
          <a:blip r:embed="rId3" cstate="print"/>
          <a:srcRect/>
          <a:stretch>
            <a:fillRect/>
          </a:stretch>
        </p:blipFill>
        <p:spPr bwMode="auto">
          <a:xfrm>
            <a:off x="8135938" y="5681663"/>
            <a:ext cx="685800" cy="815975"/>
          </a:xfrm>
          <a:prstGeom prst="rect">
            <a:avLst/>
          </a:prstGeom>
          <a:noFill/>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7650" y="0"/>
            <a:ext cx="8896350" cy="1295400"/>
          </a:xfrm>
        </p:spPr>
        <p:txBody>
          <a:bodyPr/>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266700" y="1601788"/>
            <a:ext cx="8639175" cy="45354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a:xfrm>
            <a:off x="1123950" y="6296025"/>
            <a:ext cx="6594475" cy="277813"/>
          </a:xfrm>
        </p:spPr>
        <p:txBody>
          <a:bodyPr/>
          <a:lstStyle>
            <a:lvl1pPr>
              <a:defRPr/>
            </a:lvl1pPr>
          </a:lstStyle>
          <a:p>
            <a:endParaRPr lang="en-GB" altLang="en-US"/>
          </a:p>
        </p:txBody>
      </p:sp>
      <p:sp>
        <p:nvSpPr>
          <p:cNvPr id="5" name="Slide Number Placeholder 4"/>
          <p:cNvSpPr>
            <a:spLocks noGrp="1"/>
          </p:cNvSpPr>
          <p:nvPr>
            <p:ph type="sldNum" sz="quarter" idx="11"/>
          </p:nvPr>
        </p:nvSpPr>
        <p:spPr>
          <a:xfrm>
            <a:off x="247650" y="6296025"/>
            <a:ext cx="876300" cy="277813"/>
          </a:xfrm>
        </p:spPr>
        <p:txBody>
          <a:bodyPr/>
          <a:lstStyle>
            <a:lvl1pPr>
              <a:defRPr/>
            </a:lvl1pPr>
          </a:lstStyle>
          <a:p>
            <a:fld id="{29AEC52B-B89B-484B-9F5E-875848921725}" type="slidenum">
              <a:rPr lang="en-GB" altLang="en-US" smtClean="0"/>
              <a:pPr/>
              <a:t>‹#›</a:t>
            </a:fld>
            <a:endParaRPr lang="en-GB"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1123950" y="6296025"/>
            <a:ext cx="6594475" cy="277813"/>
          </a:xfrm>
        </p:spPr>
        <p:txBody>
          <a:bodyPr/>
          <a:lstStyle>
            <a:lvl1pPr>
              <a:defRPr/>
            </a:lvl1pPr>
          </a:lstStyle>
          <a:p>
            <a:endParaRPr lang="en-GB" altLang="en-US"/>
          </a:p>
        </p:txBody>
      </p:sp>
      <p:sp>
        <p:nvSpPr>
          <p:cNvPr id="3" name="Slide Number Placeholder 2"/>
          <p:cNvSpPr>
            <a:spLocks noGrp="1"/>
          </p:cNvSpPr>
          <p:nvPr>
            <p:ph type="sldNum" sz="quarter" idx="11"/>
          </p:nvPr>
        </p:nvSpPr>
        <p:spPr>
          <a:xfrm>
            <a:off x="247650" y="6296025"/>
            <a:ext cx="876300" cy="277813"/>
          </a:xfrm>
        </p:spPr>
        <p:txBody>
          <a:bodyPr/>
          <a:lstStyle>
            <a:lvl1pPr>
              <a:defRPr/>
            </a:lvl1pPr>
          </a:lstStyle>
          <a:p>
            <a:fld id="{2637A63C-0920-4C2F-A035-3AB89BF58338}" type="slidenum">
              <a:rPr lang="en-GB" altLang="en-US" smtClean="0"/>
              <a:pPr/>
              <a:t>‹#›</a:t>
            </a:fld>
            <a:endParaRPr lang="en-GB"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2_Custom Layout">
    <p:spTree>
      <p:nvGrpSpPr>
        <p:cNvPr id="1" name=""/>
        <p:cNvGrpSpPr/>
        <p:nvPr/>
      </p:nvGrpSpPr>
      <p:grpSpPr>
        <a:xfrm>
          <a:off x="0" y="0"/>
          <a:ext cx="0" cy="0"/>
          <a:chOff x="0" y="0"/>
          <a:chExt cx="0" cy="0"/>
        </a:xfrm>
      </p:grpSpPr>
      <p:sp>
        <p:nvSpPr>
          <p:cNvPr id="8" name="Title Placeholder 1"/>
          <p:cNvSpPr>
            <a:spLocks noGrp="1"/>
          </p:cNvSpPr>
          <p:nvPr>
            <p:ph type="title"/>
          </p:nvPr>
        </p:nvSpPr>
        <p:spPr>
          <a:xfrm>
            <a:off x="336240" y="180874"/>
            <a:ext cx="8229600" cy="751680"/>
          </a:xfrm>
          <a:prstGeom prst="rect">
            <a:avLst/>
          </a:prstGeom>
        </p:spPr>
        <p:txBody>
          <a:bodyPr rtlCol="0">
            <a:normAutofit/>
          </a:bodyPr>
          <a:lstStyle>
            <a:lvl1pPr>
              <a:defRPr sz="2800" b="1" i="0">
                <a:solidFill>
                  <a:schemeClr val="bg1"/>
                </a:solidFill>
                <a:latin typeface="Tahoma"/>
                <a:cs typeface="Tahoma"/>
              </a:defRPr>
            </a:lvl1pPr>
          </a:lstStyle>
          <a:p>
            <a:r>
              <a:rPr lang="en-US" dirty="0" smtClean="0"/>
              <a:t>Click to edit Master title style</a:t>
            </a:r>
            <a:endParaRPr lang="en-US" dirty="0"/>
          </a:p>
        </p:txBody>
      </p:sp>
      <p:sp>
        <p:nvSpPr>
          <p:cNvPr id="9" name="Text Placeholder 2"/>
          <p:cNvSpPr>
            <a:spLocks noGrp="1"/>
          </p:cNvSpPr>
          <p:nvPr>
            <p:ph idx="1"/>
          </p:nvPr>
        </p:nvSpPr>
        <p:spPr>
          <a:xfrm>
            <a:off x="336240" y="1201066"/>
            <a:ext cx="8229600" cy="4953549"/>
          </a:xfrm>
          <a:prstGeom prst="rect">
            <a:avLst/>
          </a:prstGeom>
        </p:spPr>
        <p:txBody>
          <a:bodyPr rtlCol="0">
            <a:normAutofit/>
          </a:bodyPr>
          <a:lstStyle>
            <a:lvl1pPr marL="342900" marR="0" indent="-342900" algn="l" defTabSz="457200" rtl="0" eaLnBrk="1" fontAlgn="auto" latinLnBrk="0" hangingPunct="1">
              <a:lnSpc>
                <a:spcPct val="100000"/>
              </a:lnSpc>
              <a:spcBef>
                <a:spcPct val="20000"/>
              </a:spcBef>
              <a:spcAft>
                <a:spcPts val="0"/>
              </a:spcAft>
              <a:buClrTx/>
              <a:buSzTx/>
              <a:buFont typeface="Arial"/>
              <a:buNone/>
              <a:tabLst/>
              <a:defRPr sz="2000" b="0" i="0">
                <a:latin typeface="Tahoma"/>
                <a:cs typeface="Tahoma"/>
              </a:defRPr>
            </a:lvl1pPr>
            <a:lvl2pPr>
              <a:defRPr sz="2000" b="0" i="0">
                <a:latin typeface="Tahoma"/>
                <a:cs typeface="Tahoma"/>
              </a:defRPr>
            </a:lvl2pPr>
            <a:lvl3pPr>
              <a:defRPr sz="2000" b="0" i="0">
                <a:latin typeface="Tahoma"/>
                <a:cs typeface="Tahoma"/>
              </a:defRPr>
            </a:lvl3pPr>
            <a:lvl4pPr>
              <a:defRPr sz="2000" b="0" i="0">
                <a:latin typeface="Tahoma"/>
                <a:cs typeface="Tahoma"/>
              </a:defRPr>
            </a:lvl4pPr>
            <a:lvl5pPr>
              <a:defRPr sz="2000" b="0" i="0">
                <a:latin typeface="Tahoma"/>
                <a:cs typeface="Tahoma"/>
              </a:defRPr>
            </a:lvl5p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4" name="Slide Number Placeholder 5"/>
          <p:cNvSpPr>
            <a:spLocks noGrp="1"/>
          </p:cNvSpPr>
          <p:nvPr>
            <p:ph type="sldNum" sz="quarter" idx="10"/>
          </p:nvPr>
        </p:nvSpPr>
        <p:spPr/>
        <p:txBody>
          <a:bodyPr/>
          <a:lstStyle>
            <a:lvl1pPr>
              <a:defRPr/>
            </a:lvl1pPr>
          </a:lstStyle>
          <a:p>
            <a:fld id="{E1DCACE2-D022-451A-A94E-9D64D882086C}" type="slidenum">
              <a:rPr lang="en-IE"/>
              <a:pPr/>
              <a:t>‹#›</a:t>
            </a:fld>
            <a:endParaRPr lang="en-IE"/>
          </a:p>
        </p:txBody>
      </p:sp>
    </p:spTree>
    <p:extLst>
      <p:ext uri="{BB962C8B-B14F-4D97-AF65-F5344CB8AC3E}">
        <p14:creationId xmlns:p14="http://schemas.microsoft.com/office/powerpoint/2010/main" val="346979646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image" Target="../media/image1.png"/><Relationship Id="rId5" Type="http://schemas.openxmlformats.org/officeDocument/2006/relationships/theme" Target="../theme/theme4.xml"/><Relationship Id="rId4"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9948" name="Picture 12" descr="MKS_18mm_R_G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8135938" y="5681663"/>
            <a:ext cx="685800" cy="815975"/>
          </a:xfrm>
          <a:prstGeom prst="rect">
            <a:avLst/>
          </a:prstGeom>
          <a:noFill/>
          <a:extLst>
            <a:ext uri="{909E8E84-426E-40DD-AFC4-6F175D3DCCD1}">
              <a14:hiddenFill xmlns:a14="http://schemas.microsoft.com/office/drawing/2010/main">
                <a:solidFill>
                  <a:srgbClr val="FFFFFF"/>
                </a:solidFill>
              </a14:hiddenFill>
            </a:ext>
          </a:extLst>
        </p:spPr>
      </p:pic>
      <p:sp>
        <p:nvSpPr>
          <p:cNvPr id="39943" name="Title Placeholder 1"/>
          <p:cNvSpPr>
            <a:spLocks noGrp="1"/>
          </p:cNvSpPr>
          <p:nvPr>
            <p:ph type="title"/>
          </p:nvPr>
        </p:nvSpPr>
        <p:spPr bwMode="auto">
          <a:xfrm>
            <a:off x="247650" y="0"/>
            <a:ext cx="889635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GB" altLang="en-US" smtClean="0"/>
              <a:t>Click to edit Master title style</a:t>
            </a:r>
          </a:p>
        </p:txBody>
      </p:sp>
      <p:sp>
        <p:nvSpPr>
          <p:cNvPr id="39944" name="Text Placeholder 2"/>
          <p:cNvSpPr>
            <a:spLocks noGrp="1"/>
          </p:cNvSpPr>
          <p:nvPr>
            <p:ph type="body" idx="1"/>
          </p:nvPr>
        </p:nvSpPr>
        <p:spPr bwMode="auto">
          <a:xfrm>
            <a:off x="266700" y="1601788"/>
            <a:ext cx="8639175" cy="453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dirty="0" smtClean="0"/>
              <a:t>Click to edit Master text styles</a:t>
            </a:r>
          </a:p>
          <a:p>
            <a:pPr lvl="1"/>
            <a:r>
              <a:rPr lang="en-GB" altLang="en-US" dirty="0" smtClean="0"/>
              <a:t>Second level</a:t>
            </a:r>
          </a:p>
          <a:p>
            <a:pPr lvl="2"/>
            <a:r>
              <a:rPr lang="en-GB" altLang="en-US" dirty="0" smtClean="0"/>
              <a:t>Third level</a:t>
            </a:r>
          </a:p>
        </p:txBody>
      </p:sp>
      <p:sp>
        <p:nvSpPr>
          <p:cNvPr id="6" name="Slide Number Placeholder 5"/>
          <p:cNvSpPr>
            <a:spLocks noGrp="1"/>
          </p:cNvSpPr>
          <p:nvPr>
            <p:ph type="sldNum" sz="quarter" idx="4"/>
          </p:nvPr>
        </p:nvSpPr>
        <p:spPr>
          <a:xfrm>
            <a:off x="247650" y="6296025"/>
            <a:ext cx="876300" cy="277813"/>
          </a:xfrm>
          <a:prstGeom prst="rect">
            <a:avLst/>
          </a:prstGeom>
        </p:spPr>
        <p:txBody>
          <a:bodyPr vert="horz" wrap="square" lIns="91440" tIns="45720" rIns="91440" bIns="45720" numCol="1" anchor="t" anchorCtr="0" compatLnSpc="1">
            <a:prstTxWarp prst="textNoShape">
              <a:avLst/>
            </a:prstTxWarp>
            <a:noAutofit/>
          </a:bodyPr>
          <a:lstStyle>
            <a:lvl1pPr>
              <a:defRPr sz="1200" b="1">
                <a:solidFill>
                  <a:srgbClr val="9E9E9F"/>
                </a:solidFill>
                <a:latin typeface="+mn-lt"/>
                <a:cs typeface="Tahoma" pitchFamily="34" charset="0"/>
              </a:defRPr>
            </a:lvl1pPr>
          </a:lstStyle>
          <a:p>
            <a:fld id="{21FF081C-2ED8-47BC-851D-A10F299D6534}" type="slidenum">
              <a:rPr lang="en-GB" altLang="en-US"/>
              <a:pPr/>
              <a:t>‹#›</a:t>
            </a:fld>
            <a:endParaRPr lang="en-GB" altLang="en-US"/>
          </a:p>
        </p:txBody>
      </p:sp>
      <p:sp>
        <p:nvSpPr>
          <p:cNvPr id="4" name="Date Placeholder 3"/>
          <p:cNvSpPr>
            <a:spLocks noGrp="1"/>
          </p:cNvSpPr>
          <p:nvPr>
            <p:ph type="dt" sz="half" idx="2"/>
          </p:nvPr>
        </p:nvSpPr>
        <p:spPr>
          <a:xfrm>
            <a:off x="1123950" y="6296025"/>
            <a:ext cx="1252538" cy="277813"/>
          </a:xfrm>
          <a:prstGeom prst="rect">
            <a:avLst/>
          </a:prstGeom>
        </p:spPr>
        <p:txBody>
          <a:bodyPr vert="horz" wrap="square" lIns="91440" tIns="45720" rIns="91440" bIns="45720" numCol="1" anchor="t" anchorCtr="0" compatLnSpc="1">
            <a:prstTxWarp prst="textNoShape">
              <a:avLst/>
            </a:prstTxWarp>
            <a:noAutofit/>
          </a:bodyPr>
          <a:lstStyle>
            <a:lvl1pPr>
              <a:defRPr sz="1200">
                <a:solidFill>
                  <a:srgbClr val="9E9E9F"/>
                </a:solidFill>
                <a:latin typeface="+mn-lt"/>
                <a:cs typeface="Tahoma" pitchFamily="34" charset="0"/>
              </a:defRPr>
            </a:lvl1pPr>
          </a:lstStyle>
          <a:p>
            <a:endParaRPr lang="en-GB" altLang="en-US"/>
          </a:p>
        </p:txBody>
      </p:sp>
      <p:sp>
        <p:nvSpPr>
          <p:cNvPr id="5" name="Footer Placeholder 4"/>
          <p:cNvSpPr>
            <a:spLocks noGrp="1"/>
          </p:cNvSpPr>
          <p:nvPr>
            <p:ph type="ftr" sz="quarter" idx="3"/>
          </p:nvPr>
        </p:nvSpPr>
        <p:spPr>
          <a:xfrm>
            <a:off x="2376488" y="6296025"/>
            <a:ext cx="5341937" cy="277813"/>
          </a:xfrm>
          <a:prstGeom prst="rect">
            <a:avLst/>
          </a:prstGeom>
        </p:spPr>
        <p:txBody>
          <a:bodyPr vert="horz" wrap="square" lIns="91440" tIns="45720" rIns="91440" bIns="45720" numCol="1" anchor="t" anchorCtr="0" compatLnSpc="1">
            <a:prstTxWarp prst="textNoShape">
              <a:avLst/>
            </a:prstTxWarp>
            <a:noAutofit/>
          </a:bodyPr>
          <a:lstStyle>
            <a:lvl1pPr>
              <a:defRPr sz="1200">
                <a:solidFill>
                  <a:srgbClr val="9E9E9F"/>
                </a:solidFill>
                <a:latin typeface="+mn-lt"/>
                <a:cs typeface="Tahoma" pitchFamily="34" charset="0"/>
              </a:defRPr>
            </a:lvl1pPr>
          </a:lstStyle>
          <a:p>
            <a:endParaRPr lang="en-GB" altLang="en-US"/>
          </a:p>
        </p:txBody>
      </p:sp>
    </p:spTree>
  </p:cSld>
  <p:clrMap bg1="lt1" tx1="dk1" bg2="lt2" tx2="dk2" accent1="accent1" accent2="accent2" accent3="accent3" accent4="accent4" accent5="accent5" accent6="accent6" hlink="hlink" folHlink="folHlink"/>
  <p:sldLayoutIdLst>
    <p:sldLayoutId id="2147483657"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hdr="0" ftr="0" dt="0"/>
  <p:txStyles>
    <p:titleStyle>
      <a:lvl1pPr algn="l" rtl="0" fontAlgn="base">
        <a:spcBef>
          <a:spcPct val="0"/>
        </a:spcBef>
        <a:spcAft>
          <a:spcPct val="0"/>
        </a:spcAft>
        <a:defRPr sz="4000">
          <a:solidFill>
            <a:srgbClr val="B71234"/>
          </a:solidFill>
          <a:latin typeface="+mj-lt"/>
          <a:ea typeface="+mj-ea"/>
          <a:cs typeface="+mj-cs"/>
        </a:defRPr>
      </a:lvl1pPr>
      <a:lvl2pPr algn="l" rtl="0" fontAlgn="base">
        <a:spcBef>
          <a:spcPct val="0"/>
        </a:spcBef>
        <a:spcAft>
          <a:spcPct val="0"/>
        </a:spcAft>
        <a:defRPr sz="4000">
          <a:solidFill>
            <a:srgbClr val="B71234"/>
          </a:solidFill>
          <a:latin typeface="Tahoma" pitchFamily="34" charset="0"/>
        </a:defRPr>
      </a:lvl2pPr>
      <a:lvl3pPr algn="l" rtl="0" fontAlgn="base">
        <a:spcBef>
          <a:spcPct val="0"/>
        </a:spcBef>
        <a:spcAft>
          <a:spcPct val="0"/>
        </a:spcAft>
        <a:defRPr sz="4000">
          <a:solidFill>
            <a:srgbClr val="B71234"/>
          </a:solidFill>
          <a:latin typeface="Tahoma" pitchFamily="34" charset="0"/>
        </a:defRPr>
      </a:lvl3pPr>
      <a:lvl4pPr algn="l" rtl="0" fontAlgn="base">
        <a:spcBef>
          <a:spcPct val="0"/>
        </a:spcBef>
        <a:spcAft>
          <a:spcPct val="0"/>
        </a:spcAft>
        <a:defRPr sz="4000">
          <a:solidFill>
            <a:srgbClr val="B71234"/>
          </a:solidFill>
          <a:latin typeface="Tahoma" pitchFamily="34" charset="0"/>
        </a:defRPr>
      </a:lvl4pPr>
      <a:lvl5pPr algn="l" rtl="0" fontAlgn="base">
        <a:spcBef>
          <a:spcPct val="0"/>
        </a:spcBef>
        <a:spcAft>
          <a:spcPct val="0"/>
        </a:spcAft>
        <a:defRPr sz="4000">
          <a:solidFill>
            <a:srgbClr val="B71234"/>
          </a:solidFill>
          <a:latin typeface="Tahoma" pitchFamily="34" charset="0"/>
        </a:defRPr>
      </a:lvl5pPr>
      <a:lvl6pPr marL="457200" algn="l" rtl="0" fontAlgn="base">
        <a:spcBef>
          <a:spcPct val="0"/>
        </a:spcBef>
        <a:spcAft>
          <a:spcPct val="0"/>
        </a:spcAft>
        <a:defRPr sz="4000">
          <a:solidFill>
            <a:srgbClr val="B71234"/>
          </a:solidFill>
          <a:latin typeface="Tahoma" pitchFamily="34" charset="0"/>
        </a:defRPr>
      </a:lvl6pPr>
      <a:lvl7pPr marL="914400" algn="l" rtl="0" fontAlgn="base">
        <a:spcBef>
          <a:spcPct val="0"/>
        </a:spcBef>
        <a:spcAft>
          <a:spcPct val="0"/>
        </a:spcAft>
        <a:defRPr sz="4000">
          <a:solidFill>
            <a:srgbClr val="B71234"/>
          </a:solidFill>
          <a:latin typeface="Tahoma" pitchFamily="34" charset="0"/>
        </a:defRPr>
      </a:lvl7pPr>
      <a:lvl8pPr marL="1371600" algn="l" rtl="0" fontAlgn="base">
        <a:spcBef>
          <a:spcPct val="0"/>
        </a:spcBef>
        <a:spcAft>
          <a:spcPct val="0"/>
        </a:spcAft>
        <a:defRPr sz="4000">
          <a:solidFill>
            <a:srgbClr val="B71234"/>
          </a:solidFill>
          <a:latin typeface="Tahoma" pitchFamily="34" charset="0"/>
        </a:defRPr>
      </a:lvl8pPr>
      <a:lvl9pPr marL="1828800" algn="l" rtl="0" fontAlgn="base">
        <a:spcBef>
          <a:spcPct val="0"/>
        </a:spcBef>
        <a:spcAft>
          <a:spcPct val="0"/>
        </a:spcAft>
        <a:defRPr sz="4000">
          <a:solidFill>
            <a:srgbClr val="B71234"/>
          </a:solidFill>
          <a:latin typeface="Tahoma" pitchFamily="34" charset="0"/>
        </a:defRPr>
      </a:lvl9pPr>
    </p:titleStyle>
    <p:bodyStyle>
      <a:lvl1pPr marL="342900" indent="-342900" algn="l" rtl="0" fontAlgn="base">
        <a:spcBef>
          <a:spcPct val="20000"/>
        </a:spcBef>
        <a:spcAft>
          <a:spcPct val="0"/>
        </a:spcAft>
        <a:buChar char="•"/>
        <a:defRPr sz="2400">
          <a:solidFill>
            <a:srgbClr val="3A3B44"/>
          </a:solidFill>
          <a:latin typeface="+mn-lt"/>
          <a:ea typeface="+mn-ea"/>
          <a:cs typeface="+mn-cs"/>
        </a:defRPr>
      </a:lvl1pPr>
      <a:lvl2pPr marL="742950" indent="-285750" algn="l" rtl="0" fontAlgn="base">
        <a:spcBef>
          <a:spcPct val="20000"/>
        </a:spcBef>
        <a:spcAft>
          <a:spcPct val="0"/>
        </a:spcAft>
        <a:buChar char="–"/>
        <a:defRPr sz="2400">
          <a:solidFill>
            <a:srgbClr val="3A3B44"/>
          </a:solidFill>
          <a:latin typeface="+mn-lt"/>
        </a:defRPr>
      </a:lvl2pPr>
      <a:lvl3pPr marL="1143000" indent="-228600" algn="l" rtl="0" fontAlgn="base">
        <a:spcBef>
          <a:spcPct val="20000"/>
        </a:spcBef>
        <a:spcAft>
          <a:spcPct val="0"/>
        </a:spcAft>
        <a:buChar char="•"/>
        <a:defRPr sz="2400">
          <a:solidFill>
            <a:srgbClr val="3A3B44"/>
          </a:solidFill>
          <a:latin typeface="+mn-lt"/>
        </a:defRPr>
      </a:lvl3pPr>
      <a:lvl4pPr marL="1600200" indent="-228600" algn="l" rtl="0" fontAlgn="base">
        <a:spcBef>
          <a:spcPct val="20000"/>
        </a:spcBef>
        <a:spcAft>
          <a:spcPct val="0"/>
        </a:spcAft>
        <a:buChar char="–"/>
        <a:defRPr sz="2000">
          <a:solidFill>
            <a:schemeClr val="tx1"/>
          </a:solidFill>
          <a:latin typeface="Arial" pitchFamily="34" charset="0"/>
        </a:defRPr>
      </a:lvl4pPr>
      <a:lvl5pPr marL="2057400" indent="-228600" algn="l" rtl="0" fontAlgn="base">
        <a:spcBef>
          <a:spcPct val="20000"/>
        </a:spcBef>
        <a:spcAft>
          <a:spcPct val="0"/>
        </a:spcAft>
        <a:buChar char="»"/>
        <a:defRPr sz="2000">
          <a:solidFill>
            <a:schemeClr val="tx1"/>
          </a:solidFill>
          <a:latin typeface="Arial" pitchFamily="34" charset="0"/>
        </a:defRPr>
      </a:lvl5pPr>
      <a:lvl6pPr marL="2514600" indent="-228600" algn="l" rtl="0" fontAlgn="base">
        <a:spcBef>
          <a:spcPct val="20000"/>
        </a:spcBef>
        <a:spcAft>
          <a:spcPct val="0"/>
        </a:spcAft>
        <a:buChar char="»"/>
        <a:defRPr sz="2000">
          <a:solidFill>
            <a:schemeClr val="tx1"/>
          </a:solidFill>
          <a:latin typeface="Arial" pitchFamily="34" charset="0"/>
        </a:defRPr>
      </a:lvl6pPr>
      <a:lvl7pPr marL="2971800" indent="-228600" algn="l" rtl="0" fontAlgn="base">
        <a:spcBef>
          <a:spcPct val="20000"/>
        </a:spcBef>
        <a:spcAft>
          <a:spcPct val="0"/>
        </a:spcAft>
        <a:buChar char="»"/>
        <a:defRPr sz="2000">
          <a:solidFill>
            <a:schemeClr val="tx1"/>
          </a:solidFill>
          <a:latin typeface="Arial" pitchFamily="34" charset="0"/>
        </a:defRPr>
      </a:lvl7pPr>
      <a:lvl8pPr marL="3429000" indent="-228600" algn="l" rtl="0" fontAlgn="base">
        <a:spcBef>
          <a:spcPct val="20000"/>
        </a:spcBef>
        <a:spcAft>
          <a:spcPct val="0"/>
        </a:spcAft>
        <a:buChar char="»"/>
        <a:defRPr sz="2000">
          <a:solidFill>
            <a:schemeClr val="tx1"/>
          </a:solidFill>
          <a:latin typeface="Arial" pitchFamily="34" charset="0"/>
        </a:defRPr>
      </a:lvl8pPr>
      <a:lvl9pPr marL="3886200" indent="-228600" algn="l" rtl="0" fontAlgn="base">
        <a:spcBef>
          <a:spcPct val="20000"/>
        </a:spcBef>
        <a:spcAft>
          <a:spcPct val="0"/>
        </a:spcAft>
        <a:buChar char="»"/>
        <a:defRPr sz="2000">
          <a:solidFill>
            <a:schemeClr val="tx1"/>
          </a:solidFill>
          <a:latin typeface="Arial"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5847" name="Picture 7" descr="MKS_18mm_R_GG"/>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8135938" y="5681663"/>
            <a:ext cx="685800" cy="815975"/>
          </a:xfrm>
          <a:prstGeom prst="rect">
            <a:avLst/>
          </a:prstGeom>
          <a:noFill/>
          <a:extLst>
            <a:ext uri="{909E8E84-426E-40DD-AFC4-6F175D3DCCD1}">
              <a14:hiddenFill xmlns:a14="http://schemas.microsoft.com/office/drawing/2010/main">
                <a:solidFill>
                  <a:srgbClr val="FFFFFF"/>
                </a:solidFill>
              </a14:hiddenFill>
            </a:ext>
          </a:extLst>
        </p:spPr>
      </p:pic>
      <p:sp>
        <p:nvSpPr>
          <p:cNvPr id="35842" name="Title Placeholder 1"/>
          <p:cNvSpPr>
            <a:spLocks noGrp="1"/>
          </p:cNvSpPr>
          <p:nvPr>
            <p:ph type="title"/>
          </p:nvPr>
        </p:nvSpPr>
        <p:spPr bwMode="auto">
          <a:xfrm>
            <a:off x="247650" y="0"/>
            <a:ext cx="889635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GB" altLang="en-US" smtClean="0"/>
              <a:t>Click to edit Master title style</a:t>
            </a:r>
          </a:p>
        </p:txBody>
      </p:sp>
      <p:sp>
        <p:nvSpPr>
          <p:cNvPr id="35843" name="Text Placeholder 2"/>
          <p:cNvSpPr>
            <a:spLocks noGrp="1"/>
          </p:cNvSpPr>
          <p:nvPr>
            <p:ph type="body" idx="1"/>
          </p:nvPr>
        </p:nvSpPr>
        <p:spPr bwMode="auto">
          <a:xfrm>
            <a:off x="266700" y="1601788"/>
            <a:ext cx="8639175" cy="453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dirty="0" smtClean="0"/>
              <a:t>Click to edit Master text styles</a:t>
            </a:r>
          </a:p>
          <a:p>
            <a:pPr lvl="1"/>
            <a:r>
              <a:rPr lang="en-GB" altLang="en-US" dirty="0" smtClean="0"/>
              <a:t>Second level</a:t>
            </a:r>
          </a:p>
          <a:p>
            <a:pPr lvl="2"/>
            <a:r>
              <a:rPr lang="en-GB" altLang="en-US" dirty="0" smtClean="0"/>
              <a:t>Third level</a:t>
            </a:r>
          </a:p>
        </p:txBody>
      </p:sp>
      <p:sp>
        <p:nvSpPr>
          <p:cNvPr id="4" name="Date Placeholder 3"/>
          <p:cNvSpPr>
            <a:spLocks noGrp="1"/>
          </p:cNvSpPr>
          <p:nvPr>
            <p:ph type="dt" sz="half" idx="2"/>
          </p:nvPr>
        </p:nvSpPr>
        <p:spPr>
          <a:xfrm>
            <a:off x="1123950" y="6296025"/>
            <a:ext cx="1252538" cy="277813"/>
          </a:xfrm>
          <a:prstGeom prst="rect">
            <a:avLst/>
          </a:prstGeom>
        </p:spPr>
        <p:txBody>
          <a:bodyPr vert="horz" wrap="square" lIns="91440" tIns="45720" rIns="91440" bIns="45720" numCol="1" anchor="t" anchorCtr="0" compatLnSpc="1">
            <a:prstTxWarp prst="textNoShape">
              <a:avLst/>
            </a:prstTxWarp>
            <a:noAutofit/>
          </a:bodyPr>
          <a:lstStyle>
            <a:lvl1pPr>
              <a:defRPr sz="1200">
                <a:solidFill>
                  <a:srgbClr val="9E9E9F"/>
                </a:solidFill>
                <a:latin typeface="+mn-lt"/>
                <a:cs typeface="+mn-cs"/>
              </a:defRPr>
            </a:lvl1pPr>
          </a:lstStyle>
          <a:p>
            <a:endParaRPr lang="en-GB" altLang="en-US"/>
          </a:p>
        </p:txBody>
      </p:sp>
      <p:sp>
        <p:nvSpPr>
          <p:cNvPr id="5" name="Footer Placeholder 4"/>
          <p:cNvSpPr>
            <a:spLocks noGrp="1"/>
          </p:cNvSpPr>
          <p:nvPr>
            <p:ph type="ftr" sz="quarter" idx="3"/>
          </p:nvPr>
        </p:nvSpPr>
        <p:spPr>
          <a:xfrm>
            <a:off x="2376488" y="6296025"/>
            <a:ext cx="5341937" cy="277813"/>
          </a:xfrm>
          <a:prstGeom prst="rect">
            <a:avLst/>
          </a:prstGeom>
        </p:spPr>
        <p:txBody>
          <a:bodyPr vert="horz" wrap="square" lIns="91440" tIns="45720" rIns="91440" bIns="45720" numCol="1" anchor="t" anchorCtr="0" compatLnSpc="1">
            <a:prstTxWarp prst="textNoShape">
              <a:avLst/>
            </a:prstTxWarp>
            <a:noAutofit/>
          </a:bodyPr>
          <a:lstStyle>
            <a:lvl1pPr>
              <a:defRPr sz="1200">
                <a:solidFill>
                  <a:srgbClr val="9E9E9F"/>
                </a:solidFill>
                <a:latin typeface="+mn-lt"/>
                <a:cs typeface="+mn-cs"/>
              </a:defRPr>
            </a:lvl1pPr>
          </a:lstStyle>
          <a:p>
            <a:endParaRPr lang="en-GB" altLang="en-US"/>
          </a:p>
        </p:txBody>
      </p:sp>
      <p:sp>
        <p:nvSpPr>
          <p:cNvPr id="6" name="Slide Number Placeholder 5"/>
          <p:cNvSpPr>
            <a:spLocks noGrp="1"/>
          </p:cNvSpPr>
          <p:nvPr>
            <p:ph type="sldNum" sz="quarter" idx="4"/>
          </p:nvPr>
        </p:nvSpPr>
        <p:spPr>
          <a:xfrm>
            <a:off x="247650" y="6296025"/>
            <a:ext cx="876300" cy="277813"/>
          </a:xfrm>
          <a:prstGeom prst="rect">
            <a:avLst/>
          </a:prstGeom>
        </p:spPr>
        <p:txBody>
          <a:bodyPr vert="horz" wrap="square" lIns="91440" tIns="45720" rIns="91440" bIns="45720" numCol="1" anchor="t" anchorCtr="0" compatLnSpc="1">
            <a:prstTxWarp prst="textNoShape">
              <a:avLst/>
            </a:prstTxWarp>
            <a:noAutofit/>
          </a:bodyPr>
          <a:lstStyle>
            <a:lvl1pPr>
              <a:defRPr sz="1200" b="1">
                <a:solidFill>
                  <a:srgbClr val="9E9E9F"/>
                </a:solidFill>
                <a:latin typeface="+mn-lt"/>
                <a:cs typeface="+mn-cs"/>
              </a:defRPr>
            </a:lvl1pPr>
          </a:lstStyle>
          <a:p>
            <a:fld id="{2A62BDFF-EB6E-4172-8772-99451C3EF586}" type="slidenum">
              <a:rPr lang="en-GB" altLang="en-US"/>
              <a:pPr/>
              <a:t>‹#›</a:t>
            </a:fld>
            <a:endParaRPr lang="en-GB" altLang="en-US"/>
          </a:p>
        </p:txBody>
      </p:sp>
    </p:spTree>
  </p:cSld>
  <p:clrMap bg1="lt1" tx1="dk1" bg2="lt2" tx2="dk2" accent1="accent1" accent2="accent2" accent3="accent3" accent4="accent4" accent5="accent5" accent6="accent6" hlink="hlink" folHlink="folHlink"/>
  <p:sldLayoutIdLst>
    <p:sldLayoutId id="2147483653"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90" r:id="rId12"/>
    <p:sldLayoutId id="2147483691" r:id="rId13"/>
    <p:sldLayoutId id="2147483693" r:id="rId14"/>
  </p:sldLayoutIdLst>
  <p:hf hdr="0" ftr="0" dt="0"/>
  <p:txStyles>
    <p:titleStyle>
      <a:lvl1pPr algn="l" defTabSz="457200" rtl="0" fontAlgn="base">
        <a:lnSpc>
          <a:spcPct val="90000"/>
        </a:lnSpc>
        <a:spcBef>
          <a:spcPct val="0"/>
        </a:spcBef>
        <a:spcAft>
          <a:spcPct val="0"/>
        </a:spcAft>
        <a:defRPr sz="4000">
          <a:solidFill>
            <a:srgbClr val="B71234"/>
          </a:solidFill>
          <a:latin typeface="+mj-lt"/>
          <a:ea typeface="+mj-ea"/>
          <a:cs typeface="+mj-cs"/>
        </a:defRPr>
      </a:lvl1pPr>
      <a:lvl2pPr algn="l" defTabSz="457200" rtl="0" fontAlgn="base">
        <a:lnSpc>
          <a:spcPct val="90000"/>
        </a:lnSpc>
        <a:spcBef>
          <a:spcPct val="0"/>
        </a:spcBef>
        <a:spcAft>
          <a:spcPct val="0"/>
        </a:spcAft>
        <a:defRPr sz="4000">
          <a:solidFill>
            <a:srgbClr val="B71234"/>
          </a:solidFill>
          <a:latin typeface="Tahoma" pitchFamily="34" charset="0"/>
          <a:cs typeface="Tahoma" pitchFamily="34" charset="0"/>
        </a:defRPr>
      </a:lvl2pPr>
      <a:lvl3pPr algn="l" defTabSz="457200" rtl="0" fontAlgn="base">
        <a:lnSpc>
          <a:spcPct val="90000"/>
        </a:lnSpc>
        <a:spcBef>
          <a:spcPct val="0"/>
        </a:spcBef>
        <a:spcAft>
          <a:spcPct val="0"/>
        </a:spcAft>
        <a:defRPr sz="4000">
          <a:solidFill>
            <a:srgbClr val="B71234"/>
          </a:solidFill>
          <a:latin typeface="Tahoma" pitchFamily="34" charset="0"/>
          <a:cs typeface="Tahoma" pitchFamily="34" charset="0"/>
        </a:defRPr>
      </a:lvl3pPr>
      <a:lvl4pPr algn="l" defTabSz="457200" rtl="0" fontAlgn="base">
        <a:lnSpc>
          <a:spcPct val="90000"/>
        </a:lnSpc>
        <a:spcBef>
          <a:spcPct val="0"/>
        </a:spcBef>
        <a:spcAft>
          <a:spcPct val="0"/>
        </a:spcAft>
        <a:defRPr sz="4000">
          <a:solidFill>
            <a:srgbClr val="B71234"/>
          </a:solidFill>
          <a:latin typeface="Tahoma" pitchFamily="34" charset="0"/>
          <a:cs typeface="Tahoma" pitchFamily="34" charset="0"/>
        </a:defRPr>
      </a:lvl4pPr>
      <a:lvl5pPr algn="l" defTabSz="457200" rtl="0" fontAlgn="base">
        <a:lnSpc>
          <a:spcPct val="90000"/>
        </a:lnSpc>
        <a:spcBef>
          <a:spcPct val="0"/>
        </a:spcBef>
        <a:spcAft>
          <a:spcPct val="0"/>
        </a:spcAft>
        <a:defRPr sz="4000">
          <a:solidFill>
            <a:srgbClr val="B71234"/>
          </a:solidFill>
          <a:latin typeface="Tahoma" pitchFamily="34" charset="0"/>
          <a:cs typeface="Tahoma" pitchFamily="34" charset="0"/>
        </a:defRPr>
      </a:lvl5pPr>
      <a:lvl6pPr marL="457200" algn="l" defTabSz="457200" rtl="0" fontAlgn="base">
        <a:lnSpc>
          <a:spcPct val="90000"/>
        </a:lnSpc>
        <a:spcBef>
          <a:spcPct val="0"/>
        </a:spcBef>
        <a:spcAft>
          <a:spcPct val="0"/>
        </a:spcAft>
        <a:defRPr sz="4000">
          <a:solidFill>
            <a:srgbClr val="B71234"/>
          </a:solidFill>
          <a:latin typeface="Tahoma" pitchFamily="34" charset="0"/>
          <a:cs typeface="Tahoma" pitchFamily="34" charset="0"/>
        </a:defRPr>
      </a:lvl6pPr>
      <a:lvl7pPr marL="914400" algn="l" defTabSz="457200" rtl="0" fontAlgn="base">
        <a:lnSpc>
          <a:spcPct val="90000"/>
        </a:lnSpc>
        <a:spcBef>
          <a:spcPct val="0"/>
        </a:spcBef>
        <a:spcAft>
          <a:spcPct val="0"/>
        </a:spcAft>
        <a:defRPr sz="4000">
          <a:solidFill>
            <a:srgbClr val="B71234"/>
          </a:solidFill>
          <a:latin typeface="Tahoma" pitchFamily="34" charset="0"/>
          <a:cs typeface="Tahoma" pitchFamily="34" charset="0"/>
        </a:defRPr>
      </a:lvl7pPr>
      <a:lvl8pPr marL="1371600" algn="l" defTabSz="457200" rtl="0" fontAlgn="base">
        <a:lnSpc>
          <a:spcPct val="90000"/>
        </a:lnSpc>
        <a:spcBef>
          <a:spcPct val="0"/>
        </a:spcBef>
        <a:spcAft>
          <a:spcPct val="0"/>
        </a:spcAft>
        <a:defRPr sz="4000">
          <a:solidFill>
            <a:srgbClr val="B71234"/>
          </a:solidFill>
          <a:latin typeface="Tahoma" pitchFamily="34" charset="0"/>
          <a:cs typeface="Tahoma" pitchFamily="34" charset="0"/>
        </a:defRPr>
      </a:lvl8pPr>
      <a:lvl9pPr marL="1828800" algn="l" defTabSz="457200" rtl="0" fontAlgn="base">
        <a:lnSpc>
          <a:spcPct val="90000"/>
        </a:lnSpc>
        <a:spcBef>
          <a:spcPct val="0"/>
        </a:spcBef>
        <a:spcAft>
          <a:spcPct val="0"/>
        </a:spcAft>
        <a:defRPr sz="4000">
          <a:solidFill>
            <a:srgbClr val="B71234"/>
          </a:solidFill>
          <a:latin typeface="Tahoma" pitchFamily="34" charset="0"/>
          <a:cs typeface="Tahoma" pitchFamily="34" charset="0"/>
        </a:defRPr>
      </a:lvl9pPr>
    </p:titleStyle>
    <p:bodyStyle>
      <a:lvl1pPr marL="215900" indent="-215900" algn="l" defTabSz="457200" rtl="0" fontAlgn="base">
        <a:spcBef>
          <a:spcPts val="900"/>
        </a:spcBef>
        <a:spcAft>
          <a:spcPct val="0"/>
        </a:spcAft>
        <a:buFont typeface="Arial" pitchFamily="34" charset="0"/>
        <a:buChar char="•"/>
        <a:defRPr sz="2400">
          <a:solidFill>
            <a:srgbClr val="3A3B44"/>
          </a:solidFill>
          <a:latin typeface="+mn-lt"/>
          <a:ea typeface="+mn-ea"/>
          <a:cs typeface="+mn-cs"/>
        </a:defRPr>
      </a:lvl1pPr>
      <a:lvl2pPr marL="466725" indent="-250825" algn="l" defTabSz="457200" rtl="0" fontAlgn="base">
        <a:spcBef>
          <a:spcPts val="300"/>
        </a:spcBef>
        <a:spcAft>
          <a:spcPct val="0"/>
        </a:spcAft>
        <a:buFont typeface="Lucida Grande"/>
        <a:buChar char="–"/>
        <a:defRPr sz="2400">
          <a:solidFill>
            <a:srgbClr val="3A3B44"/>
          </a:solidFill>
          <a:latin typeface="+mn-lt"/>
          <a:cs typeface="+mn-cs"/>
        </a:defRPr>
      </a:lvl2pPr>
      <a:lvl3pPr marL="719138" indent="-250825" algn="l" defTabSz="457200" rtl="0" fontAlgn="base">
        <a:spcBef>
          <a:spcPts val="300"/>
        </a:spcBef>
        <a:spcAft>
          <a:spcPct val="0"/>
        </a:spcAft>
        <a:buFont typeface="Lucida Grande"/>
        <a:buChar char="–"/>
        <a:defRPr sz="2400">
          <a:solidFill>
            <a:srgbClr val="3A3B44"/>
          </a:solidFill>
          <a:latin typeface="+mn-lt"/>
          <a:cs typeface="+mn-cs"/>
        </a:defRPr>
      </a:lvl3pPr>
      <a:lvl4pPr marL="719138" indent="-250825" algn="l" defTabSz="457200" rtl="0" fontAlgn="base">
        <a:spcBef>
          <a:spcPts val="300"/>
        </a:spcBef>
        <a:spcAft>
          <a:spcPct val="0"/>
        </a:spcAft>
        <a:buFont typeface="Lucida Grande"/>
        <a:buChar char="–"/>
        <a:defRPr sz="2400">
          <a:solidFill>
            <a:schemeClr val="tx1"/>
          </a:solidFill>
          <a:latin typeface="+mn-lt"/>
          <a:cs typeface="+mn-cs"/>
        </a:defRPr>
      </a:lvl4pPr>
      <a:lvl5pPr marL="719138" indent="-250825" algn="l" defTabSz="457200" rtl="0" fontAlgn="base">
        <a:spcBef>
          <a:spcPts val="300"/>
        </a:spcBef>
        <a:spcAft>
          <a:spcPct val="0"/>
        </a:spcAft>
        <a:buFont typeface="Lucida Grande"/>
        <a:buChar char="–"/>
        <a:defRPr sz="2400">
          <a:solidFill>
            <a:schemeClr val="tx1"/>
          </a:solidFill>
          <a:latin typeface="+mn-lt"/>
          <a:cs typeface="+mn-cs"/>
        </a:defRPr>
      </a:lvl5pPr>
      <a:lvl6pPr marL="1176338" indent="-250825" algn="l" defTabSz="457200" rtl="0" fontAlgn="base">
        <a:spcBef>
          <a:spcPts val="300"/>
        </a:spcBef>
        <a:spcAft>
          <a:spcPct val="0"/>
        </a:spcAft>
        <a:buFont typeface="Lucida Grande"/>
        <a:buChar char="–"/>
        <a:defRPr sz="2400">
          <a:solidFill>
            <a:schemeClr val="tx1"/>
          </a:solidFill>
          <a:latin typeface="+mn-lt"/>
          <a:cs typeface="+mn-cs"/>
        </a:defRPr>
      </a:lvl6pPr>
      <a:lvl7pPr marL="1633538" indent="-250825" algn="l" defTabSz="457200" rtl="0" fontAlgn="base">
        <a:spcBef>
          <a:spcPts val="300"/>
        </a:spcBef>
        <a:spcAft>
          <a:spcPct val="0"/>
        </a:spcAft>
        <a:buFont typeface="Lucida Grande"/>
        <a:buChar char="–"/>
        <a:defRPr sz="2400">
          <a:solidFill>
            <a:schemeClr val="tx1"/>
          </a:solidFill>
          <a:latin typeface="+mn-lt"/>
          <a:cs typeface="+mn-cs"/>
        </a:defRPr>
      </a:lvl7pPr>
      <a:lvl8pPr marL="2090738" indent="-250825" algn="l" defTabSz="457200" rtl="0" fontAlgn="base">
        <a:spcBef>
          <a:spcPts val="300"/>
        </a:spcBef>
        <a:spcAft>
          <a:spcPct val="0"/>
        </a:spcAft>
        <a:buFont typeface="Lucida Grande"/>
        <a:buChar char="–"/>
        <a:defRPr sz="2400">
          <a:solidFill>
            <a:schemeClr val="tx1"/>
          </a:solidFill>
          <a:latin typeface="+mn-lt"/>
          <a:cs typeface="+mn-cs"/>
        </a:defRPr>
      </a:lvl8pPr>
      <a:lvl9pPr marL="2547938" indent="-250825" algn="l" defTabSz="457200" rtl="0" fontAlgn="base">
        <a:spcBef>
          <a:spcPts val="300"/>
        </a:spcBef>
        <a:spcAft>
          <a:spcPct val="0"/>
        </a:spcAft>
        <a:buFont typeface="Lucida Grande"/>
        <a:buChar char="–"/>
        <a:defRPr sz="24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1998" name="Picture 14" descr="MKS_18mm_R_G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8135938" y="5681663"/>
            <a:ext cx="685800" cy="815975"/>
          </a:xfrm>
          <a:prstGeom prst="rect">
            <a:avLst/>
          </a:prstGeom>
          <a:noFill/>
          <a:extLst>
            <a:ext uri="{909E8E84-426E-40DD-AFC4-6F175D3DCCD1}">
              <a14:hiddenFill xmlns:a14="http://schemas.microsoft.com/office/drawing/2010/main">
                <a:solidFill>
                  <a:srgbClr val="FFFFFF"/>
                </a:solidFill>
              </a14:hiddenFill>
            </a:ext>
          </a:extLst>
        </p:spPr>
      </p:pic>
      <p:sp>
        <p:nvSpPr>
          <p:cNvPr id="41991" name="Title Placeholder 1"/>
          <p:cNvSpPr>
            <a:spLocks noGrp="1"/>
          </p:cNvSpPr>
          <p:nvPr>
            <p:ph type="title"/>
          </p:nvPr>
        </p:nvSpPr>
        <p:spPr bwMode="auto">
          <a:xfrm>
            <a:off x="247650" y="0"/>
            <a:ext cx="889635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GB" altLang="en-US" smtClean="0"/>
              <a:t>Click to edit Master title style</a:t>
            </a:r>
          </a:p>
        </p:txBody>
      </p:sp>
      <p:sp>
        <p:nvSpPr>
          <p:cNvPr id="41992" name="Text Placeholder 2"/>
          <p:cNvSpPr>
            <a:spLocks noGrp="1"/>
          </p:cNvSpPr>
          <p:nvPr>
            <p:ph type="body" idx="1"/>
          </p:nvPr>
        </p:nvSpPr>
        <p:spPr bwMode="auto">
          <a:xfrm>
            <a:off x="266700" y="1601788"/>
            <a:ext cx="8639175" cy="453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dirty="0" smtClean="0"/>
              <a:t>Click to edit Master text styles</a:t>
            </a:r>
          </a:p>
          <a:p>
            <a:pPr lvl="1"/>
            <a:r>
              <a:rPr lang="en-GB" altLang="en-US" dirty="0" smtClean="0"/>
              <a:t>Second level</a:t>
            </a:r>
          </a:p>
          <a:p>
            <a:pPr lvl="2"/>
            <a:r>
              <a:rPr lang="en-GB" altLang="en-US" dirty="0" smtClean="0"/>
              <a:t>Third level</a:t>
            </a:r>
          </a:p>
        </p:txBody>
      </p:sp>
      <p:sp>
        <p:nvSpPr>
          <p:cNvPr id="6" name="Slide Number Placeholder 5"/>
          <p:cNvSpPr>
            <a:spLocks noGrp="1"/>
          </p:cNvSpPr>
          <p:nvPr>
            <p:ph type="sldNum" sz="quarter" idx="4"/>
          </p:nvPr>
        </p:nvSpPr>
        <p:spPr>
          <a:xfrm>
            <a:off x="247650" y="6296025"/>
            <a:ext cx="876300" cy="277813"/>
          </a:xfrm>
          <a:prstGeom prst="rect">
            <a:avLst/>
          </a:prstGeom>
        </p:spPr>
        <p:txBody>
          <a:bodyPr vert="horz" wrap="square" lIns="91440" tIns="45720" rIns="91440" bIns="45720" numCol="1" anchor="t" anchorCtr="0" compatLnSpc="1">
            <a:prstTxWarp prst="textNoShape">
              <a:avLst/>
            </a:prstTxWarp>
            <a:noAutofit/>
          </a:bodyPr>
          <a:lstStyle>
            <a:lvl1pPr>
              <a:defRPr sz="1200" b="1">
                <a:solidFill>
                  <a:srgbClr val="9E9E9F"/>
                </a:solidFill>
                <a:latin typeface="+mn-lt"/>
                <a:cs typeface="Tahoma" pitchFamily="34" charset="0"/>
              </a:defRPr>
            </a:lvl1pPr>
          </a:lstStyle>
          <a:p>
            <a:fld id="{F3A30AA8-D9A0-408F-B081-76967486CD42}" type="slidenum">
              <a:rPr lang="en-GB" altLang="en-US"/>
              <a:pPr/>
              <a:t>‹#›</a:t>
            </a:fld>
            <a:endParaRPr lang="en-GB" altLang="en-US"/>
          </a:p>
        </p:txBody>
      </p:sp>
      <p:sp>
        <p:nvSpPr>
          <p:cNvPr id="4" name="Date Placeholder 3"/>
          <p:cNvSpPr>
            <a:spLocks noGrp="1"/>
          </p:cNvSpPr>
          <p:nvPr>
            <p:ph type="dt" sz="half" idx="2"/>
          </p:nvPr>
        </p:nvSpPr>
        <p:spPr>
          <a:xfrm>
            <a:off x="1123950" y="6296025"/>
            <a:ext cx="1252538" cy="277813"/>
          </a:xfrm>
          <a:prstGeom prst="rect">
            <a:avLst/>
          </a:prstGeom>
        </p:spPr>
        <p:txBody>
          <a:bodyPr vert="horz" wrap="square" lIns="91440" tIns="45720" rIns="91440" bIns="45720" numCol="1" anchor="t" anchorCtr="0" compatLnSpc="1">
            <a:prstTxWarp prst="textNoShape">
              <a:avLst/>
            </a:prstTxWarp>
            <a:noAutofit/>
          </a:bodyPr>
          <a:lstStyle>
            <a:lvl1pPr>
              <a:defRPr sz="1200">
                <a:solidFill>
                  <a:srgbClr val="9E9E9F"/>
                </a:solidFill>
                <a:latin typeface="+mn-lt"/>
                <a:cs typeface="Tahoma" pitchFamily="34" charset="0"/>
              </a:defRPr>
            </a:lvl1pPr>
          </a:lstStyle>
          <a:p>
            <a:endParaRPr lang="en-GB" altLang="en-US"/>
          </a:p>
        </p:txBody>
      </p:sp>
      <p:sp>
        <p:nvSpPr>
          <p:cNvPr id="5" name="Footer Placeholder 4"/>
          <p:cNvSpPr>
            <a:spLocks noGrp="1"/>
          </p:cNvSpPr>
          <p:nvPr>
            <p:ph type="ftr" sz="quarter" idx="3"/>
          </p:nvPr>
        </p:nvSpPr>
        <p:spPr>
          <a:xfrm>
            <a:off x="2376488" y="6296025"/>
            <a:ext cx="5341937" cy="277813"/>
          </a:xfrm>
          <a:prstGeom prst="rect">
            <a:avLst/>
          </a:prstGeom>
        </p:spPr>
        <p:txBody>
          <a:bodyPr vert="horz" wrap="square" lIns="91440" tIns="45720" rIns="91440" bIns="45720" numCol="1" anchor="t" anchorCtr="0" compatLnSpc="1">
            <a:prstTxWarp prst="textNoShape">
              <a:avLst/>
            </a:prstTxWarp>
            <a:noAutofit/>
          </a:bodyPr>
          <a:lstStyle>
            <a:lvl1pPr>
              <a:defRPr sz="1200">
                <a:solidFill>
                  <a:srgbClr val="9E9E9F"/>
                </a:solidFill>
                <a:latin typeface="+mn-lt"/>
                <a:cs typeface="Tahoma" pitchFamily="34" charset="0"/>
              </a:defRPr>
            </a:lvl1pPr>
          </a:lstStyle>
          <a:p>
            <a:endParaRPr lang="en-GB" altLang="en-US"/>
          </a:p>
        </p:txBody>
      </p:sp>
    </p:spTree>
  </p:cSld>
  <p:clrMap bg1="lt1" tx1="dk1" bg2="lt2" tx2="dk2" accent1="accent1" accent2="accent2" accent3="accent3" accent4="accent4" accent5="accent5" accent6="accent6" hlink="hlink" folHlink="folHlink"/>
  <p:sldLayoutIdLst>
    <p:sldLayoutId id="214748365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2" r:id="rId12"/>
  </p:sldLayoutIdLst>
  <p:hf hdr="0" ftr="0" dt="0"/>
  <p:txStyles>
    <p:titleStyle>
      <a:lvl1pPr algn="l" rtl="0" fontAlgn="base">
        <a:spcBef>
          <a:spcPct val="0"/>
        </a:spcBef>
        <a:spcAft>
          <a:spcPct val="0"/>
        </a:spcAft>
        <a:defRPr sz="4000">
          <a:solidFill>
            <a:srgbClr val="B71234"/>
          </a:solidFill>
          <a:latin typeface="+mj-lt"/>
          <a:ea typeface="+mj-ea"/>
          <a:cs typeface="+mj-cs"/>
        </a:defRPr>
      </a:lvl1pPr>
      <a:lvl2pPr algn="l" rtl="0" fontAlgn="base">
        <a:spcBef>
          <a:spcPct val="0"/>
        </a:spcBef>
        <a:spcAft>
          <a:spcPct val="0"/>
        </a:spcAft>
        <a:defRPr sz="4000">
          <a:solidFill>
            <a:srgbClr val="B71234"/>
          </a:solidFill>
          <a:latin typeface="Tahoma" pitchFamily="34" charset="0"/>
        </a:defRPr>
      </a:lvl2pPr>
      <a:lvl3pPr algn="l" rtl="0" fontAlgn="base">
        <a:spcBef>
          <a:spcPct val="0"/>
        </a:spcBef>
        <a:spcAft>
          <a:spcPct val="0"/>
        </a:spcAft>
        <a:defRPr sz="4000">
          <a:solidFill>
            <a:srgbClr val="B71234"/>
          </a:solidFill>
          <a:latin typeface="Tahoma" pitchFamily="34" charset="0"/>
        </a:defRPr>
      </a:lvl3pPr>
      <a:lvl4pPr algn="l" rtl="0" fontAlgn="base">
        <a:spcBef>
          <a:spcPct val="0"/>
        </a:spcBef>
        <a:spcAft>
          <a:spcPct val="0"/>
        </a:spcAft>
        <a:defRPr sz="4000">
          <a:solidFill>
            <a:srgbClr val="B71234"/>
          </a:solidFill>
          <a:latin typeface="Tahoma" pitchFamily="34" charset="0"/>
        </a:defRPr>
      </a:lvl4pPr>
      <a:lvl5pPr algn="l" rtl="0" fontAlgn="base">
        <a:spcBef>
          <a:spcPct val="0"/>
        </a:spcBef>
        <a:spcAft>
          <a:spcPct val="0"/>
        </a:spcAft>
        <a:defRPr sz="4000">
          <a:solidFill>
            <a:srgbClr val="B71234"/>
          </a:solidFill>
          <a:latin typeface="Tahoma" pitchFamily="34" charset="0"/>
        </a:defRPr>
      </a:lvl5pPr>
      <a:lvl6pPr marL="457200" algn="l" rtl="0" fontAlgn="base">
        <a:spcBef>
          <a:spcPct val="0"/>
        </a:spcBef>
        <a:spcAft>
          <a:spcPct val="0"/>
        </a:spcAft>
        <a:defRPr sz="4000">
          <a:solidFill>
            <a:srgbClr val="B71234"/>
          </a:solidFill>
          <a:latin typeface="Tahoma" pitchFamily="34" charset="0"/>
        </a:defRPr>
      </a:lvl6pPr>
      <a:lvl7pPr marL="914400" algn="l" rtl="0" fontAlgn="base">
        <a:spcBef>
          <a:spcPct val="0"/>
        </a:spcBef>
        <a:spcAft>
          <a:spcPct val="0"/>
        </a:spcAft>
        <a:defRPr sz="4000">
          <a:solidFill>
            <a:srgbClr val="B71234"/>
          </a:solidFill>
          <a:latin typeface="Tahoma" pitchFamily="34" charset="0"/>
        </a:defRPr>
      </a:lvl7pPr>
      <a:lvl8pPr marL="1371600" algn="l" rtl="0" fontAlgn="base">
        <a:spcBef>
          <a:spcPct val="0"/>
        </a:spcBef>
        <a:spcAft>
          <a:spcPct val="0"/>
        </a:spcAft>
        <a:defRPr sz="4000">
          <a:solidFill>
            <a:srgbClr val="B71234"/>
          </a:solidFill>
          <a:latin typeface="Tahoma" pitchFamily="34" charset="0"/>
        </a:defRPr>
      </a:lvl8pPr>
      <a:lvl9pPr marL="1828800" algn="l" rtl="0" fontAlgn="base">
        <a:spcBef>
          <a:spcPct val="0"/>
        </a:spcBef>
        <a:spcAft>
          <a:spcPct val="0"/>
        </a:spcAft>
        <a:defRPr sz="4000">
          <a:solidFill>
            <a:srgbClr val="B71234"/>
          </a:solidFill>
          <a:latin typeface="Tahoma" pitchFamily="34" charset="0"/>
        </a:defRPr>
      </a:lvl9pPr>
    </p:titleStyle>
    <p:bodyStyle>
      <a:lvl1pPr marL="342900" indent="-342900" algn="l" rtl="0" fontAlgn="base">
        <a:spcBef>
          <a:spcPct val="20000"/>
        </a:spcBef>
        <a:spcAft>
          <a:spcPct val="0"/>
        </a:spcAft>
        <a:buChar char="•"/>
        <a:defRPr sz="2400">
          <a:solidFill>
            <a:srgbClr val="3A3B44"/>
          </a:solidFill>
          <a:latin typeface="+mn-lt"/>
          <a:ea typeface="+mn-ea"/>
          <a:cs typeface="+mn-cs"/>
        </a:defRPr>
      </a:lvl1pPr>
      <a:lvl2pPr marL="742950" indent="-285750" algn="l" rtl="0" fontAlgn="base">
        <a:spcBef>
          <a:spcPct val="20000"/>
        </a:spcBef>
        <a:spcAft>
          <a:spcPct val="0"/>
        </a:spcAft>
        <a:buChar char="–"/>
        <a:defRPr sz="2400">
          <a:solidFill>
            <a:srgbClr val="3A3B44"/>
          </a:solidFill>
          <a:latin typeface="+mn-lt"/>
        </a:defRPr>
      </a:lvl2pPr>
      <a:lvl3pPr marL="1143000" indent="-228600" algn="l" rtl="0" fontAlgn="base">
        <a:spcBef>
          <a:spcPct val="20000"/>
        </a:spcBef>
        <a:spcAft>
          <a:spcPct val="0"/>
        </a:spcAft>
        <a:buChar char="•"/>
        <a:defRPr sz="2400">
          <a:solidFill>
            <a:srgbClr val="3A3B44"/>
          </a:solidFill>
          <a:latin typeface="+mn-lt"/>
        </a:defRPr>
      </a:lvl3pPr>
      <a:lvl4pPr marL="1600200" indent="-228600" algn="l" rtl="0" fontAlgn="base">
        <a:spcBef>
          <a:spcPct val="20000"/>
        </a:spcBef>
        <a:spcAft>
          <a:spcPct val="0"/>
        </a:spcAft>
        <a:buChar char="–"/>
        <a:defRPr sz="2000">
          <a:solidFill>
            <a:schemeClr val="tx1"/>
          </a:solidFill>
          <a:latin typeface="Arial" pitchFamily="34" charset="0"/>
        </a:defRPr>
      </a:lvl4pPr>
      <a:lvl5pPr marL="2057400" indent="-228600" algn="l" rtl="0" fontAlgn="base">
        <a:spcBef>
          <a:spcPct val="20000"/>
        </a:spcBef>
        <a:spcAft>
          <a:spcPct val="0"/>
        </a:spcAft>
        <a:buChar char="»"/>
        <a:defRPr sz="2000">
          <a:solidFill>
            <a:schemeClr val="tx1"/>
          </a:solidFill>
          <a:latin typeface="Arial" pitchFamily="34" charset="0"/>
        </a:defRPr>
      </a:lvl5pPr>
      <a:lvl6pPr marL="2514600" indent="-228600" algn="l" rtl="0" fontAlgn="base">
        <a:spcBef>
          <a:spcPct val="20000"/>
        </a:spcBef>
        <a:spcAft>
          <a:spcPct val="0"/>
        </a:spcAft>
        <a:buChar char="»"/>
        <a:defRPr sz="2000">
          <a:solidFill>
            <a:schemeClr val="tx1"/>
          </a:solidFill>
          <a:latin typeface="Arial" pitchFamily="34" charset="0"/>
        </a:defRPr>
      </a:lvl6pPr>
      <a:lvl7pPr marL="2971800" indent="-228600" algn="l" rtl="0" fontAlgn="base">
        <a:spcBef>
          <a:spcPct val="20000"/>
        </a:spcBef>
        <a:spcAft>
          <a:spcPct val="0"/>
        </a:spcAft>
        <a:buChar char="»"/>
        <a:defRPr sz="2000">
          <a:solidFill>
            <a:schemeClr val="tx1"/>
          </a:solidFill>
          <a:latin typeface="Arial" pitchFamily="34" charset="0"/>
        </a:defRPr>
      </a:lvl7pPr>
      <a:lvl8pPr marL="3429000" indent="-228600" algn="l" rtl="0" fontAlgn="base">
        <a:spcBef>
          <a:spcPct val="20000"/>
        </a:spcBef>
        <a:spcAft>
          <a:spcPct val="0"/>
        </a:spcAft>
        <a:buChar char="»"/>
        <a:defRPr sz="2000">
          <a:solidFill>
            <a:schemeClr val="tx1"/>
          </a:solidFill>
          <a:latin typeface="Arial" pitchFamily="34" charset="0"/>
        </a:defRPr>
      </a:lvl8pPr>
      <a:lvl9pPr marL="3886200" indent="-228600" algn="l" rtl="0" fontAlgn="base">
        <a:spcBef>
          <a:spcPct val="20000"/>
        </a:spcBef>
        <a:spcAft>
          <a:spcPct val="0"/>
        </a:spcAft>
        <a:buChar char="»"/>
        <a:defRPr sz="2000">
          <a:solidFill>
            <a:schemeClr val="tx1"/>
          </a:solidFill>
          <a:latin typeface="Arial"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47650" y="0"/>
            <a:ext cx="8896350" cy="1295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smtClean="0"/>
              <a:t>Click to edit Master title style</a:t>
            </a:r>
            <a:endParaRPr lang="en-GB" smtClean="0"/>
          </a:p>
        </p:txBody>
      </p:sp>
      <p:sp>
        <p:nvSpPr>
          <p:cNvPr id="1027" name="Text Placeholder 2"/>
          <p:cNvSpPr>
            <a:spLocks noGrp="1"/>
          </p:cNvSpPr>
          <p:nvPr>
            <p:ph type="body" idx="1"/>
          </p:nvPr>
        </p:nvSpPr>
        <p:spPr bwMode="auto">
          <a:xfrm>
            <a:off x="266700" y="1601788"/>
            <a:ext cx="8639175" cy="45354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p:txBody>
      </p:sp>
      <p:sp>
        <p:nvSpPr>
          <p:cNvPr id="5" name="Footer Placeholder 4"/>
          <p:cNvSpPr>
            <a:spLocks noGrp="1"/>
          </p:cNvSpPr>
          <p:nvPr>
            <p:ph type="ftr" sz="quarter" idx="3"/>
          </p:nvPr>
        </p:nvSpPr>
        <p:spPr>
          <a:xfrm>
            <a:off x="1123950" y="6296025"/>
            <a:ext cx="6594475" cy="277813"/>
          </a:xfrm>
          <a:prstGeom prst="rect">
            <a:avLst/>
          </a:prstGeom>
        </p:spPr>
        <p:txBody>
          <a:bodyPr vert="horz" wrap="square" lIns="91440" tIns="45720" rIns="91440" bIns="45720" numCol="1" anchor="t" anchorCtr="0" compatLnSpc="1">
            <a:prstTxWarp prst="textNoShape">
              <a:avLst/>
            </a:prstTxWarp>
            <a:noAutofit/>
          </a:bodyPr>
          <a:lstStyle>
            <a:lvl1pPr>
              <a:defRPr sz="1200">
                <a:solidFill>
                  <a:srgbClr val="9E9E9F"/>
                </a:solidFill>
                <a:cs typeface="Tahoma" pitchFamily="34" charset="0"/>
              </a:defRPr>
            </a:lvl1pPr>
          </a:lstStyle>
          <a:p>
            <a:endParaRPr lang="en-GB" altLang="en-US"/>
          </a:p>
        </p:txBody>
      </p:sp>
      <p:sp>
        <p:nvSpPr>
          <p:cNvPr id="6" name="Slide Number Placeholder 5"/>
          <p:cNvSpPr>
            <a:spLocks noGrp="1"/>
          </p:cNvSpPr>
          <p:nvPr>
            <p:ph type="sldNum" sz="quarter" idx="4"/>
          </p:nvPr>
        </p:nvSpPr>
        <p:spPr>
          <a:xfrm>
            <a:off x="247650" y="6296025"/>
            <a:ext cx="876300" cy="277813"/>
          </a:xfrm>
          <a:prstGeom prst="rect">
            <a:avLst/>
          </a:prstGeom>
        </p:spPr>
        <p:txBody>
          <a:bodyPr vert="horz" lIns="91440" tIns="45720" rIns="91440" bIns="45720" rtlCol="0" anchor="t" anchorCtr="0">
            <a:noAutofit/>
          </a:bodyPr>
          <a:lstStyle>
            <a:lvl1pPr algn="l" fontAlgn="auto">
              <a:spcBef>
                <a:spcPts val="0"/>
              </a:spcBef>
              <a:spcAft>
                <a:spcPts val="0"/>
              </a:spcAft>
              <a:defRPr sz="1200" b="1" smtClean="0">
                <a:solidFill>
                  <a:schemeClr val="tx1">
                    <a:tint val="75000"/>
                  </a:schemeClr>
                </a:solidFill>
                <a:latin typeface="Tahoma"/>
                <a:cs typeface="Tahoma"/>
              </a:defRPr>
            </a:lvl1pPr>
          </a:lstStyle>
          <a:p>
            <a:fld id="{21FF081C-2ED8-47BC-851D-A10F299D6534}" type="slidenum">
              <a:rPr lang="en-GB" altLang="en-US" smtClean="0"/>
              <a:pPr/>
              <a:t>‹#›</a:t>
            </a:fld>
            <a:endParaRPr lang="en-GB" altLang="en-US"/>
          </a:p>
        </p:txBody>
      </p:sp>
      <p:pic>
        <p:nvPicPr>
          <p:cNvPr id="1031" name="Picture 7" descr="MKS_18mm_R_GG"/>
          <p:cNvPicPr>
            <a:picLocks noChangeAspect="1" noChangeArrowheads="1"/>
          </p:cNvPicPr>
          <p:nvPr/>
        </p:nvPicPr>
        <p:blipFill>
          <a:blip r:embed="rId6" cstate="print"/>
          <a:srcRect/>
          <a:stretch>
            <a:fillRect/>
          </a:stretch>
        </p:blipFill>
        <p:spPr bwMode="auto">
          <a:xfrm>
            <a:off x="8135938" y="5681663"/>
            <a:ext cx="685800" cy="815975"/>
          </a:xfrm>
          <a:prstGeom prst="rect">
            <a:avLst/>
          </a:prstGeom>
          <a:noFill/>
        </p:spPr>
      </p:pic>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701" r:id="rId4"/>
  </p:sldLayoutIdLst>
  <p:hf hdr="0" ftr="0" dt="0"/>
  <p:txStyles>
    <p:titleStyle>
      <a:lvl1pPr algn="l" defTabSz="457200" rtl="0" eaLnBrk="1" fontAlgn="base" hangingPunct="1">
        <a:lnSpc>
          <a:spcPct val="90000"/>
        </a:lnSpc>
        <a:spcBef>
          <a:spcPct val="0"/>
        </a:spcBef>
        <a:spcAft>
          <a:spcPct val="0"/>
        </a:spcAft>
        <a:defRPr sz="4000" kern="1200">
          <a:solidFill>
            <a:srgbClr val="B71234"/>
          </a:solidFill>
          <a:latin typeface="Tahoma"/>
          <a:ea typeface="+mj-ea"/>
          <a:cs typeface="Tahoma"/>
        </a:defRPr>
      </a:lvl1pPr>
      <a:lvl2pPr algn="l" defTabSz="457200" rtl="0" eaLnBrk="1" fontAlgn="base" hangingPunct="1">
        <a:lnSpc>
          <a:spcPct val="90000"/>
        </a:lnSpc>
        <a:spcBef>
          <a:spcPct val="0"/>
        </a:spcBef>
        <a:spcAft>
          <a:spcPct val="0"/>
        </a:spcAft>
        <a:defRPr sz="4000">
          <a:solidFill>
            <a:srgbClr val="B71234"/>
          </a:solidFill>
          <a:latin typeface="Tahoma" pitchFamily="34" charset="0"/>
          <a:cs typeface="Tahoma" pitchFamily="34" charset="0"/>
        </a:defRPr>
      </a:lvl2pPr>
      <a:lvl3pPr algn="l" defTabSz="457200" rtl="0" eaLnBrk="1" fontAlgn="base" hangingPunct="1">
        <a:lnSpc>
          <a:spcPct val="90000"/>
        </a:lnSpc>
        <a:spcBef>
          <a:spcPct val="0"/>
        </a:spcBef>
        <a:spcAft>
          <a:spcPct val="0"/>
        </a:spcAft>
        <a:defRPr sz="4000">
          <a:solidFill>
            <a:srgbClr val="B71234"/>
          </a:solidFill>
          <a:latin typeface="Tahoma" pitchFamily="34" charset="0"/>
          <a:cs typeface="Tahoma" pitchFamily="34" charset="0"/>
        </a:defRPr>
      </a:lvl3pPr>
      <a:lvl4pPr algn="l" defTabSz="457200" rtl="0" eaLnBrk="1" fontAlgn="base" hangingPunct="1">
        <a:lnSpc>
          <a:spcPct val="90000"/>
        </a:lnSpc>
        <a:spcBef>
          <a:spcPct val="0"/>
        </a:spcBef>
        <a:spcAft>
          <a:spcPct val="0"/>
        </a:spcAft>
        <a:defRPr sz="4000">
          <a:solidFill>
            <a:srgbClr val="B71234"/>
          </a:solidFill>
          <a:latin typeface="Tahoma" pitchFamily="34" charset="0"/>
          <a:cs typeface="Tahoma" pitchFamily="34" charset="0"/>
        </a:defRPr>
      </a:lvl4pPr>
      <a:lvl5pPr algn="l" defTabSz="457200" rtl="0" eaLnBrk="1" fontAlgn="base" hangingPunct="1">
        <a:lnSpc>
          <a:spcPct val="90000"/>
        </a:lnSpc>
        <a:spcBef>
          <a:spcPct val="0"/>
        </a:spcBef>
        <a:spcAft>
          <a:spcPct val="0"/>
        </a:spcAft>
        <a:defRPr sz="4000">
          <a:solidFill>
            <a:srgbClr val="B71234"/>
          </a:solidFill>
          <a:latin typeface="Tahoma" pitchFamily="34" charset="0"/>
          <a:cs typeface="Tahoma" pitchFamily="34" charset="0"/>
        </a:defRPr>
      </a:lvl5pPr>
      <a:lvl6pPr marL="457200" algn="l" defTabSz="457200" rtl="0" eaLnBrk="1" fontAlgn="base" hangingPunct="1">
        <a:lnSpc>
          <a:spcPct val="90000"/>
        </a:lnSpc>
        <a:spcBef>
          <a:spcPct val="0"/>
        </a:spcBef>
        <a:spcAft>
          <a:spcPct val="0"/>
        </a:spcAft>
        <a:defRPr sz="4000">
          <a:solidFill>
            <a:srgbClr val="B71234"/>
          </a:solidFill>
          <a:latin typeface="Tahoma" pitchFamily="34" charset="0"/>
          <a:cs typeface="Tahoma" pitchFamily="34" charset="0"/>
        </a:defRPr>
      </a:lvl6pPr>
      <a:lvl7pPr marL="914400" algn="l" defTabSz="457200" rtl="0" eaLnBrk="1" fontAlgn="base" hangingPunct="1">
        <a:lnSpc>
          <a:spcPct val="90000"/>
        </a:lnSpc>
        <a:spcBef>
          <a:spcPct val="0"/>
        </a:spcBef>
        <a:spcAft>
          <a:spcPct val="0"/>
        </a:spcAft>
        <a:defRPr sz="4000">
          <a:solidFill>
            <a:srgbClr val="B71234"/>
          </a:solidFill>
          <a:latin typeface="Tahoma" pitchFamily="34" charset="0"/>
          <a:cs typeface="Tahoma" pitchFamily="34" charset="0"/>
        </a:defRPr>
      </a:lvl7pPr>
      <a:lvl8pPr marL="1371600" algn="l" defTabSz="457200" rtl="0" eaLnBrk="1" fontAlgn="base" hangingPunct="1">
        <a:lnSpc>
          <a:spcPct val="90000"/>
        </a:lnSpc>
        <a:spcBef>
          <a:spcPct val="0"/>
        </a:spcBef>
        <a:spcAft>
          <a:spcPct val="0"/>
        </a:spcAft>
        <a:defRPr sz="4000">
          <a:solidFill>
            <a:srgbClr val="B71234"/>
          </a:solidFill>
          <a:latin typeface="Tahoma" pitchFamily="34" charset="0"/>
          <a:cs typeface="Tahoma" pitchFamily="34" charset="0"/>
        </a:defRPr>
      </a:lvl8pPr>
      <a:lvl9pPr marL="1828800" algn="l" defTabSz="457200" rtl="0" eaLnBrk="1" fontAlgn="base" hangingPunct="1">
        <a:lnSpc>
          <a:spcPct val="90000"/>
        </a:lnSpc>
        <a:spcBef>
          <a:spcPct val="0"/>
        </a:spcBef>
        <a:spcAft>
          <a:spcPct val="0"/>
        </a:spcAft>
        <a:defRPr sz="4000">
          <a:solidFill>
            <a:srgbClr val="B71234"/>
          </a:solidFill>
          <a:latin typeface="Tahoma" pitchFamily="34" charset="0"/>
          <a:cs typeface="Tahoma" pitchFamily="34" charset="0"/>
        </a:defRPr>
      </a:lvl9pPr>
    </p:titleStyle>
    <p:bodyStyle>
      <a:lvl1pPr marL="215900" indent="-215900" algn="l" defTabSz="457200" rtl="0" eaLnBrk="1" fontAlgn="base" hangingPunct="1">
        <a:spcBef>
          <a:spcPts val="900"/>
        </a:spcBef>
        <a:spcAft>
          <a:spcPct val="0"/>
        </a:spcAft>
        <a:buFont typeface="Arial" pitchFamily="34" charset="0"/>
        <a:buChar char="•"/>
        <a:defRPr sz="2400" kern="1200">
          <a:solidFill>
            <a:schemeClr val="tx1"/>
          </a:solidFill>
          <a:latin typeface="Tahoma"/>
          <a:ea typeface="+mn-ea"/>
          <a:cs typeface="Tahoma"/>
        </a:defRPr>
      </a:lvl1pPr>
      <a:lvl2pPr marL="466725" indent="-250825" algn="l" defTabSz="457200" rtl="0" eaLnBrk="1" fontAlgn="base" hangingPunct="1">
        <a:spcBef>
          <a:spcPts val="300"/>
        </a:spcBef>
        <a:spcAft>
          <a:spcPct val="0"/>
        </a:spcAft>
        <a:buFont typeface="Lucida Grande"/>
        <a:buChar char="–"/>
        <a:defRPr sz="2400" kern="1200">
          <a:solidFill>
            <a:schemeClr val="tx1"/>
          </a:solidFill>
          <a:latin typeface="Tahoma"/>
          <a:ea typeface="+mn-ea"/>
          <a:cs typeface="Tahoma"/>
        </a:defRPr>
      </a:lvl2pPr>
      <a:lvl3pPr marL="719138" indent="-250825" algn="l" defTabSz="457200" rtl="0" eaLnBrk="1" fontAlgn="base" hangingPunct="1">
        <a:spcBef>
          <a:spcPts val="300"/>
        </a:spcBef>
        <a:spcAft>
          <a:spcPct val="0"/>
        </a:spcAft>
        <a:buFont typeface="Lucida Grande"/>
        <a:buChar char="–"/>
        <a:defRPr sz="2400" kern="1200">
          <a:solidFill>
            <a:schemeClr val="tx1"/>
          </a:solidFill>
          <a:latin typeface="Tahoma"/>
          <a:ea typeface="+mn-ea"/>
          <a:cs typeface="Tahoma"/>
        </a:defRPr>
      </a:lvl3pPr>
      <a:lvl4pPr marL="719138" indent="-250825" algn="l" defTabSz="457200" rtl="0" eaLnBrk="1" fontAlgn="base" hangingPunct="1">
        <a:spcBef>
          <a:spcPts val="300"/>
        </a:spcBef>
        <a:spcAft>
          <a:spcPct val="0"/>
        </a:spcAft>
        <a:buFont typeface="Lucida Grande"/>
        <a:buChar char="–"/>
        <a:defRPr sz="2400" kern="1200">
          <a:solidFill>
            <a:schemeClr val="tx1"/>
          </a:solidFill>
          <a:latin typeface="Tahoma"/>
          <a:ea typeface="+mn-ea"/>
          <a:cs typeface="Tahoma"/>
        </a:defRPr>
      </a:lvl4pPr>
      <a:lvl5pPr marL="719138" indent="-250825" algn="l" defTabSz="457200" rtl="0" eaLnBrk="1" fontAlgn="base" hangingPunct="1">
        <a:spcBef>
          <a:spcPts val="300"/>
        </a:spcBef>
        <a:spcAft>
          <a:spcPct val="0"/>
        </a:spcAft>
        <a:buFont typeface="Lucida Grande"/>
        <a:buChar char="–"/>
        <a:defRPr sz="2400" kern="1200">
          <a:solidFill>
            <a:schemeClr val="tx1"/>
          </a:solidFill>
          <a:latin typeface="Tahoma"/>
          <a:ea typeface="+mn-ea"/>
          <a:cs typeface="Tahom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2.xml"/><Relationship Id="rId7" Type="http://schemas.openxmlformats.org/officeDocument/2006/relationships/image" Target="../media/image6.emf"/><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notesSlide" Target="../notesSlides/notesSlide1.xml"/><Relationship Id="rId4"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41.xml"/><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4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41.xml"/><Relationship Id="rId6" Type="http://schemas.openxmlformats.org/officeDocument/2006/relationships/hyperlink" Target="https://foundershield.com/marriott-spg-data-breach-what-you-need-to-know/" TargetMode="External"/><Relationship Id="rId5" Type="http://schemas.openxmlformats.org/officeDocument/2006/relationships/image" Target="../media/image15.jpeg"/><Relationship Id="rId4" Type="http://schemas.openxmlformats.org/officeDocument/2006/relationships/image" Target="../media/image14.jpeg"/><Relationship Id="rId9"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4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7.xml"/><Relationship Id="rId1" Type="http://schemas.openxmlformats.org/officeDocument/2006/relationships/slideLayout" Target="../slideLayouts/slideLayout41.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39.xml"/><Relationship Id="rId5" Type="http://schemas.openxmlformats.org/officeDocument/2006/relationships/image" Target="../media/image24.gif"/><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9.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8943" name="think-cell Slide" r:id="rId6" imgW="270" imgH="270" progId="TCLayout.ActiveDocument.1">
                  <p:embed/>
                </p:oleObj>
              </mc:Choice>
              <mc:Fallback>
                <p:oleObj name="think-cell Slide" r:id="rId6" imgW="270" imgH="270"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5400" dirty="0">
              <a:latin typeface="Tahoma"/>
              <a:ea typeface="+mj-ea"/>
              <a:cs typeface="+mj-cs"/>
              <a:sym typeface="Tahoma"/>
            </a:endParaRPr>
          </a:p>
        </p:txBody>
      </p:sp>
      <p:sp>
        <p:nvSpPr>
          <p:cNvPr id="14348" name="Rectangle 12"/>
          <p:cNvSpPr>
            <a:spLocks noGrp="1"/>
          </p:cNvSpPr>
          <p:nvPr>
            <p:ph type="ctrTitle"/>
          </p:nvPr>
        </p:nvSpPr>
        <p:spPr/>
        <p:txBody>
          <a:bodyPr/>
          <a:lstStyle/>
          <a:p>
            <a:r>
              <a:rPr lang="en-US" sz="5400" dirty="0" smtClean="0"/>
              <a:t>What is Cyber Insurance?</a:t>
            </a:r>
            <a:br>
              <a:rPr lang="en-US" sz="5400" dirty="0" smtClean="0"/>
            </a:br>
            <a:r>
              <a:rPr lang="en-US" sz="5400" dirty="0" smtClean="0"/>
              <a:t>Are You Covered? </a:t>
            </a:r>
            <a:endParaRPr lang="en-US" sz="5400" dirty="0"/>
          </a:p>
        </p:txBody>
      </p:sp>
      <p:sp>
        <p:nvSpPr>
          <p:cNvPr id="14349" name="Rectangle 13"/>
          <p:cNvSpPr>
            <a:spLocks noGrp="1"/>
          </p:cNvSpPr>
          <p:nvPr>
            <p:ph type="subTitle" idx="1"/>
          </p:nvPr>
        </p:nvSpPr>
        <p:spPr/>
        <p:txBody>
          <a:bodyPr/>
          <a:lstStyle/>
          <a:p>
            <a:r>
              <a:rPr lang="en-US" sz="1800" dirty="0" smtClean="0">
                <a:solidFill>
                  <a:schemeClr val="tx2"/>
                </a:solidFill>
              </a:rPr>
              <a:t>Kara Owens, Managing Director, Global Cyber Underwriting Executive</a:t>
            </a:r>
          </a:p>
          <a:p>
            <a:r>
              <a:rPr lang="en-US" sz="1800" dirty="0" smtClean="0">
                <a:solidFill>
                  <a:schemeClr val="tx2"/>
                </a:solidFill>
              </a:rPr>
              <a:t>Lou Botticelli, </a:t>
            </a:r>
            <a:r>
              <a:rPr lang="en-US" sz="1800" dirty="0" smtClean="0">
                <a:solidFill>
                  <a:schemeClr val="tx2"/>
                </a:solidFill>
              </a:rPr>
              <a:t>Director, Cyber and Professional </a:t>
            </a:r>
            <a:r>
              <a:rPr lang="en-US" sz="1800" dirty="0" smtClean="0">
                <a:solidFill>
                  <a:schemeClr val="tx2"/>
                </a:solidFill>
              </a:rPr>
              <a:t>Liability</a:t>
            </a:r>
          </a:p>
          <a:p>
            <a:r>
              <a:rPr lang="en-US" sz="1800" dirty="0" smtClean="0">
                <a:solidFill>
                  <a:schemeClr val="tx2"/>
                </a:solidFill>
              </a:rPr>
              <a:t>RVASEC - May 22, 2019</a:t>
            </a:r>
            <a:endParaRPr lang="en-US" sz="1800" dirty="0">
              <a:solidFill>
                <a:schemeClr val="tx2"/>
              </a:solidFill>
            </a:endParaRPr>
          </a:p>
        </p:txBody>
      </p:sp>
    </p:spTree>
    <p:extLst>
      <p:ext uri="{BB962C8B-B14F-4D97-AF65-F5344CB8AC3E}">
        <p14:creationId xmlns:p14="http://schemas.microsoft.com/office/powerpoint/2010/main" val="27780975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E1DCACE2-D022-451A-A94E-9D64D882086C}" type="slidenum">
              <a:rPr lang="en-IE" smtClean="0"/>
              <a:pPr/>
              <a:t>2</a:t>
            </a:fld>
            <a:endParaRPr lang="en-IE"/>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4270" y="3692840"/>
            <a:ext cx="1286805" cy="1847088"/>
          </a:xfrm>
          <a:prstGeom prst="rect">
            <a:avLst/>
          </a:prstGeom>
        </p:spPr>
      </p:pic>
      <p:sp>
        <p:nvSpPr>
          <p:cNvPr id="8" name="Rectangle 7"/>
          <p:cNvSpPr/>
          <p:nvPr/>
        </p:nvSpPr>
        <p:spPr>
          <a:xfrm>
            <a:off x="2399806" y="3655874"/>
            <a:ext cx="6838030" cy="2031325"/>
          </a:xfrm>
          <a:prstGeom prst="rect">
            <a:avLst/>
          </a:prstGeom>
        </p:spPr>
        <p:txBody>
          <a:bodyPr wrap="square">
            <a:spAutoFit/>
          </a:bodyPr>
          <a:lstStyle/>
          <a:p>
            <a:r>
              <a:rPr lang="en-US" b="1" dirty="0">
                <a:solidFill>
                  <a:srgbClr val="616365"/>
                </a:solidFill>
                <a:latin typeface="Tahoma" panose="020B0604030504040204" pitchFamily="34" charset="0"/>
                <a:ea typeface="Times New Roman" panose="02020603050405020304" pitchFamily="18" charset="0"/>
                <a:cs typeface="Times New Roman" panose="02020603050405020304" pitchFamily="18" charset="0"/>
              </a:rPr>
              <a:t>Kara </a:t>
            </a:r>
            <a:r>
              <a:rPr lang="en-US" b="1" dirty="0" smtClean="0">
                <a:solidFill>
                  <a:srgbClr val="616365"/>
                </a:solidFill>
                <a:latin typeface="Tahoma" panose="020B0604030504040204" pitchFamily="34" charset="0"/>
                <a:ea typeface="Times New Roman" panose="02020603050405020304" pitchFamily="18" charset="0"/>
                <a:cs typeface="Times New Roman" panose="02020603050405020304" pitchFamily="18" charset="0"/>
              </a:rPr>
              <a:t>Owens</a:t>
            </a:r>
          </a:p>
          <a:p>
            <a:r>
              <a:rPr lang="en-US" b="1" dirty="0" smtClean="0">
                <a:solidFill>
                  <a:srgbClr val="616365"/>
                </a:solidFill>
                <a:latin typeface="Tahoma" panose="020B0604030504040204" pitchFamily="34" charset="0"/>
                <a:ea typeface="Times New Roman" panose="02020603050405020304" pitchFamily="18" charset="0"/>
                <a:cs typeface="Times New Roman" panose="02020603050405020304" pitchFamily="18" charset="0"/>
              </a:rPr>
              <a:t>Managing </a:t>
            </a:r>
            <a:r>
              <a:rPr lang="en-US" b="1" dirty="0">
                <a:solidFill>
                  <a:srgbClr val="616365"/>
                </a:solidFill>
                <a:latin typeface="Tahoma" panose="020B0604030504040204" pitchFamily="34" charset="0"/>
                <a:ea typeface="Times New Roman" panose="02020603050405020304" pitchFamily="18" charset="0"/>
                <a:cs typeface="Times New Roman" panose="02020603050405020304" pitchFamily="18" charset="0"/>
              </a:rPr>
              <a:t>Director, Global </a:t>
            </a:r>
            <a:r>
              <a:rPr lang="en-US" b="1" dirty="0" smtClean="0">
                <a:solidFill>
                  <a:srgbClr val="616365"/>
                </a:solidFill>
                <a:latin typeface="Tahoma" panose="020B0604030504040204" pitchFamily="34" charset="0"/>
                <a:ea typeface="Times New Roman" panose="02020603050405020304" pitchFamily="18" charset="0"/>
                <a:cs typeface="Times New Roman" panose="02020603050405020304" pitchFamily="18" charset="0"/>
              </a:rPr>
              <a:t>Cyber Underwriting Executive</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616365"/>
                </a:solidFill>
                <a:latin typeface="Tahoma" panose="020B0604030504040204" pitchFamily="34" charset="0"/>
                <a:ea typeface="Times New Roman" panose="02020603050405020304" pitchFamily="18" charset="0"/>
                <a:cs typeface="Times New Roman" panose="02020603050405020304" pitchFamily="18" charset="0"/>
              </a:rPr>
              <a:t>Markel Corporation</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616365"/>
                </a:solidFill>
                <a:latin typeface="Tahoma" panose="020B0604030504040204" pitchFamily="34" charset="0"/>
                <a:ea typeface="Times New Roman" panose="02020603050405020304" pitchFamily="18" charset="0"/>
                <a:cs typeface="Times New Roman" panose="02020603050405020304" pitchFamily="18" charset="0"/>
              </a:rPr>
              <a:t>Direct: (804) 864-4174 </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616365"/>
                </a:solidFill>
                <a:latin typeface="Tahoma" panose="020B0604030504040204" pitchFamily="34" charset="0"/>
                <a:ea typeface="Times New Roman" panose="02020603050405020304" pitchFamily="18" charset="0"/>
                <a:cs typeface="Times New Roman" panose="02020603050405020304" pitchFamily="18" charset="0"/>
              </a:rPr>
              <a:t>Cell: (929) 313-6533 </a:t>
            </a:r>
            <a:endParaRPr lang="en-US" dirty="0" smtClean="0">
              <a:solidFill>
                <a:srgbClr val="616365"/>
              </a:solidFill>
              <a:latin typeface="Tahoma" panose="020B0604030504040204" pitchFamily="34" charset="0"/>
              <a:ea typeface="Times New Roman" panose="02020603050405020304" pitchFamily="18" charset="0"/>
              <a:cs typeface="Times New Roman" panose="02020603050405020304" pitchFamily="18" charset="0"/>
            </a:endParaRPr>
          </a:p>
          <a:p>
            <a:r>
              <a:rPr lang="en-US" dirty="0" smtClean="0">
                <a:solidFill>
                  <a:srgbClr val="616365"/>
                </a:solidFill>
                <a:latin typeface="Tahoma" panose="020B0604030504040204" pitchFamily="34" charset="0"/>
                <a:ea typeface="Times New Roman" panose="02020603050405020304" pitchFamily="18" charset="0"/>
                <a:cs typeface="Times New Roman" panose="02020603050405020304" pitchFamily="18" charset="0"/>
              </a:rPr>
              <a:t>kcowens@markelcorp.com</a:t>
            </a:r>
            <a:endParaRPr lang="en-US" dirty="0">
              <a:solidFill>
                <a:srgbClr val="616365"/>
              </a:solidFill>
              <a:latin typeface="Tahoma" panose="020B0604030504040204" pitchFamily="34" charset="0"/>
              <a:ea typeface="Times New Roman" panose="02020603050405020304" pitchFamily="18" charset="0"/>
              <a:cs typeface="Times New Roman" panose="02020603050405020304" pitchFamily="18" charset="0"/>
            </a:endParaRPr>
          </a:p>
        </p:txBody>
      </p:sp>
      <p:sp>
        <p:nvSpPr>
          <p:cNvPr id="10" name="Rectangle 9"/>
          <p:cNvSpPr/>
          <p:nvPr/>
        </p:nvSpPr>
        <p:spPr>
          <a:xfrm>
            <a:off x="2411760" y="1371600"/>
            <a:ext cx="5665440" cy="1754326"/>
          </a:xfrm>
          <a:prstGeom prst="rect">
            <a:avLst/>
          </a:prstGeom>
        </p:spPr>
        <p:txBody>
          <a:bodyPr wrap="square">
            <a:spAutoFit/>
          </a:bodyPr>
          <a:lstStyle/>
          <a:p>
            <a:pPr>
              <a:lnSpc>
                <a:spcPct val="150000"/>
              </a:lnSpc>
            </a:pPr>
            <a:r>
              <a:rPr lang="en-US" b="1" dirty="0" smtClean="0">
                <a:solidFill>
                  <a:srgbClr val="616365"/>
                </a:solidFill>
                <a:latin typeface="Tahoma" panose="020B0604030504040204" pitchFamily="34" charset="0"/>
                <a:ea typeface="Times New Roman" panose="02020603050405020304" pitchFamily="18" charset="0"/>
                <a:cs typeface="Times New Roman" panose="02020603050405020304" pitchFamily="18" charset="0"/>
              </a:rPr>
              <a:t>Lou Botticelli</a:t>
            </a:r>
            <a:endParaRPr lang="en-US" b="1" dirty="0">
              <a:solidFill>
                <a:srgbClr val="616365"/>
              </a:solidFill>
              <a:latin typeface="Tahoma" panose="020B0604030504040204" pitchFamily="34" charset="0"/>
              <a:ea typeface="Times New Roman" panose="02020603050405020304" pitchFamily="18" charset="0"/>
              <a:cs typeface="Times New Roman" panose="02020603050405020304" pitchFamily="18" charset="0"/>
            </a:endParaRPr>
          </a:p>
          <a:p>
            <a:pPr>
              <a:lnSpc>
                <a:spcPct val="150000"/>
              </a:lnSpc>
            </a:pPr>
            <a:r>
              <a:rPr lang="en-US" b="1" dirty="0" smtClean="0">
                <a:solidFill>
                  <a:srgbClr val="616365"/>
                </a:solidFill>
                <a:latin typeface="Tahoma" panose="020B0604030504040204" pitchFamily="34" charset="0"/>
                <a:ea typeface="Times New Roman" panose="02020603050405020304" pitchFamily="18" charset="0"/>
                <a:cs typeface="Times New Roman" panose="02020603050405020304" pitchFamily="18" charset="0"/>
              </a:rPr>
              <a:t>Director, Cyber and Professional Liability </a:t>
            </a:r>
            <a:endParaRPr lang="en-US" b="1" dirty="0">
              <a:solidFill>
                <a:srgbClr val="616365"/>
              </a:solidFill>
              <a:latin typeface="Tahoma" panose="020B0604030504040204" pitchFamily="34" charset="0"/>
              <a:ea typeface="Times New Roman" panose="02020603050405020304" pitchFamily="18" charset="0"/>
              <a:cs typeface="Times New Roman" panose="02020603050405020304" pitchFamily="18" charset="0"/>
            </a:endParaRPr>
          </a:p>
          <a:p>
            <a:r>
              <a:rPr lang="en-US" dirty="0">
                <a:solidFill>
                  <a:srgbClr val="616365"/>
                </a:solidFill>
                <a:latin typeface="Tahoma" panose="020B0604030504040204" pitchFamily="34" charset="0"/>
                <a:ea typeface="Times New Roman" panose="02020603050405020304" pitchFamily="18" charset="0"/>
                <a:cs typeface="Times New Roman" panose="02020603050405020304" pitchFamily="18" charset="0"/>
              </a:rPr>
              <a:t>Markel Assurance</a:t>
            </a:r>
          </a:p>
          <a:p>
            <a:r>
              <a:rPr lang="en-US" dirty="0" smtClean="0">
                <a:solidFill>
                  <a:srgbClr val="616365"/>
                </a:solidFill>
                <a:latin typeface="Tahoma" panose="020B0604030504040204" pitchFamily="34" charset="0"/>
                <a:ea typeface="Times New Roman" panose="02020603050405020304" pitchFamily="18" charset="0"/>
                <a:cs typeface="Times New Roman" panose="02020603050405020304" pitchFamily="18" charset="0"/>
              </a:rPr>
              <a:t>Direct</a:t>
            </a:r>
            <a:r>
              <a:rPr lang="en-US" dirty="0">
                <a:solidFill>
                  <a:srgbClr val="616365"/>
                </a:solidFill>
                <a:latin typeface="Tahoma" panose="020B0604030504040204" pitchFamily="34" charset="0"/>
                <a:ea typeface="Times New Roman" panose="02020603050405020304" pitchFamily="18" charset="0"/>
                <a:cs typeface="Times New Roman" panose="02020603050405020304" pitchFamily="18" charset="0"/>
              </a:rPr>
              <a:t>: </a:t>
            </a:r>
            <a:r>
              <a:rPr lang="en-US" dirty="0" smtClean="0">
                <a:solidFill>
                  <a:srgbClr val="616365"/>
                </a:solidFill>
                <a:latin typeface="Tahoma" panose="020B0604030504040204" pitchFamily="34" charset="0"/>
                <a:ea typeface="Times New Roman" panose="02020603050405020304" pitchFamily="18" charset="0"/>
                <a:cs typeface="Times New Roman" panose="02020603050405020304" pitchFamily="18" charset="0"/>
              </a:rPr>
              <a:t>212-898-6637</a:t>
            </a:r>
            <a:endParaRPr lang="en-US" dirty="0">
              <a:solidFill>
                <a:srgbClr val="616365"/>
              </a:solidFill>
              <a:latin typeface="Tahoma" panose="020B0604030504040204" pitchFamily="34" charset="0"/>
              <a:ea typeface="Times New Roman" panose="02020603050405020304" pitchFamily="18" charset="0"/>
              <a:cs typeface="Times New Roman" panose="02020603050405020304" pitchFamily="18" charset="0"/>
            </a:endParaRPr>
          </a:p>
          <a:p>
            <a:r>
              <a:rPr lang="en-US" dirty="0" smtClean="0">
                <a:solidFill>
                  <a:srgbClr val="616365"/>
                </a:solidFill>
                <a:latin typeface="Tahoma" panose="020B0604030504040204" pitchFamily="34" charset="0"/>
                <a:ea typeface="Times New Roman" panose="02020603050405020304" pitchFamily="18" charset="0"/>
                <a:cs typeface="Times New Roman" panose="02020603050405020304" pitchFamily="18" charset="0"/>
              </a:rPr>
              <a:t>lbotticelli@MarkelCorp.com</a:t>
            </a:r>
            <a:endParaRPr lang="en-US" dirty="0">
              <a:solidFill>
                <a:srgbClr val="616365"/>
              </a:solidFill>
              <a:latin typeface="Tahoma" panose="020B0604030504040204" pitchFamily="34" charset="0"/>
              <a:ea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3787" y="1355879"/>
            <a:ext cx="1258824" cy="1828800"/>
          </a:xfrm>
          <a:prstGeom prst="rect">
            <a:avLst/>
          </a:prstGeom>
        </p:spPr>
      </p:pic>
    </p:spTree>
    <p:extLst>
      <p:ext uri="{BB962C8B-B14F-4D97-AF65-F5344CB8AC3E}">
        <p14:creationId xmlns:p14="http://schemas.microsoft.com/office/powerpoint/2010/main" val="33687853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rgbClr val="B71234"/>
                </a:solidFill>
              </a:rPr>
              <a:t>Agenda</a:t>
            </a:r>
            <a:endParaRPr lang="en-US" dirty="0">
              <a:solidFill>
                <a:srgbClr val="B71234"/>
              </a:solidFill>
            </a:endParaRPr>
          </a:p>
        </p:txBody>
      </p:sp>
      <p:sp>
        <p:nvSpPr>
          <p:cNvPr id="3" name="Content Placeholder 2"/>
          <p:cNvSpPr>
            <a:spLocks noGrp="1"/>
          </p:cNvSpPr>
          <p:nvPr>
            <p:ph idx="1"/>
          </p:nvPr>
        </p:nvSpPr>
        <p:spPr>
          <a:xfrm>
            <a:off x="271179" y="1355771"/>
            <a:ext cx="8229600" cy="4953549"/>
          </a:xfrm>
        </p:spPr>
        <p:txBody>
          <a:bodyPr>
            <a:normAutofit/>
          </a:bodyPr>
          <a:lstStyle/>
          <a:p>
            <a:pPr>
              <a:buFont typeface="Wingdings" pitchFamily="2" charset="2"/>
              <a:buChar char="q"/>
            </a:pPr>
            <a:r>
              <a:rPr lang="en-US" sz="2400" dirty="0"/>
              <a:t>Standalone Cyber Insurance </a:t>
            </a:r>
            <a:r>
              <a:rPr lang="en-US" sz="2400" dirty="0" smtClean="0"/>
              <a:t>Policy</a:t>
            </a:r>
          </a:p>
          <a:p>
            <a:pPr marL="0" indent="0"/>
            <a:endParaRPr lang="en-US" sz="2400" dirty="0" smtClean="0"/>
          </a:p>
          <a:p>
            <a:pPr>
              <a:buFont typeface="Wingdings" pitchFamily="2" charset="2"/>
              <a:buChar char="q"/>
            </a:pPr>
            <a:r>
              <a:rPr lang="en-US" sz="2400" dirty="0" smtClean="0"/>
              <a:t>Purchasing a Cyber Insurance Policy </a:t>
            </a:r>
            <a:endParaRPr lang="en-US" sz="1800" dirty="0"/>
          </a:p>
          <a:p>
            <a:pPr marL="0" indent="0"/>
            <a:endParaRPr lang="en-US" sz="2400" dirty="0" smtClean="0"/>
          </a:p>
          <a:p>
            <a:pPr>
              <a:buFont typeface="Wingdings" pitchFamily="2" charset="2"/>
              <a:buChar char="q"/>
            </a:pPr>
            <a:r>
              <a:rPr lang="en-US" sz="2400" dirty="0" smtClean="0"/>
              <a:t>Cyber Marketplace </a:t>
            </a:r>
          </a:p>
          <a:p>
            <a:pPr marL="0" indent="0"/>
            <a:endParaRPr lang="en-US" sz="1800" dirty="0" smtClean="0"/>
          </a:p>
          <a:p>
            <a:pPr>
              <a:buFont typeface="Wingdings" pitchFamily="2" charset="2"/>
              <a:buChar char="q"/>
            </a:pPr>
            <a:r>
              <a:rPr lang="en-US" sz="2400" dirty="0" smtClean="0"/>
              <a:t>Claims Trends</a:t>
            </a:r>
          </a:p>
          <a:p>
            <a:pPr marL="0" indent="0"/>
            <a:endParaRPr lang="en-US" sz="2400" dirty="0" smtClean="0"/>
          </a:p>
          <a:p>
            <a:pPr>
              <a:buFont typeface="Wingdings" pitchFamily="2" charset="2"/>
              <a:buChar char="q"/>
            </a:pPr>
            <a:r>
              <a:rPr lang="en-US" sz="2400" dirty="0" smtClean="0"/>
              <a:t>Cyber Across Traditional Insurance Product Lines</a:t>
            </a:r>
          </a:p>
          <a:p>
            <a:pPr marL="0" indent="0"/>
            <a:endParaRPr lang="en-US" sz="2400" dirty="0" smtClean="0"/>
          </a:p>
          <a:p>
            <a:pPr>
              <a:buFont typeface="Wingdings" pitchFamily="2" charset="2"/>
              <a:buChar char="q"/>
            </a:pPr>
            <a:r>
              <a:rPr lang="en-US" sz="2400" dirty="0" smtClean="0"/>
              <a:t>Emerging Issues </a:t>
            </a:r>
          </a:p>
          <a:p>
            <a:pPr marL="0" indent="0"/>
            <a:endParaRPr lang="en-US" sz="1800" dirty="0" smtClean="0"/>
          </a:p>
          <a:p>
            <a:pPr marL="0" indent="0"/>
            <a:endParaRPr lang="en-US" dirty="0" smtClean="0"/>
          </a:p>
          <a:p>
            <a:pPr marL="215900" lvl="1" indent="0">
              <a:buNone/>
            </a:pPr>
            <a:endParaRPr lang="en-US" sz="1600" dirty="0" smtClean="0"/>
          </a:p>
        </p:txBody>
      </p:sp>
      <p:sp>
        <p:nvSpPr>
          <p:cNvPr id="4" name="Slide Number Placeholder 3"/>
          <p:cNvSpPr>
            <a:spLocks noGrp="1"/>
          </p:cNvSpPr>
          <p:nvPr>
            <p:ph type="sldNum" sz="quarter" idx="10"/>
          </p:nvPr>
        </p:nvSpPr>
        <p:spPr/>
        <p:txBody>
          <a:bodyPr/>
          <a:lstStyle/>
          <a:p>
            <a:fld id="{E1DCACE2-D022-451A-A94E-9D64D882086C}" type="slidenum">
              <a:rPr lang="en-IE" smtClean="0"/>
              <a:pPr/>
              <a:t>3</a:t>
            </a:fld>
            <a:endParaRPr lang="en-IE"/>
          </a:p>
        </p:txBody>
      </p:sp>
    </p:spTree>
    <p:extLst>
      <p:ext uri="{BB962C8B-B14F-4D97-AF65-F5344CB8AC3E}">
        <p14:creationId xmlns:p14="http://schemas.microsoft.com/office/powerpoint/2010/main" val="29650987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rgbClr val="C00000"/>
                </a:solidFill>
              </a:rPr>
              <a:t>Standalone Cyber Insurance Policy</a:t>
            </a:r>
            <a:endParaRPr lang="en-US" dirty="0">
              <a:solidFill>
                <a:srgbClr val="C00000"/>
              </a:solidFill>
            </a:endParaRPr>
          </a:p>
        </p:txBody>
      </p:sp>
      <p:sp>
        <p:nvSpPr>
          <p:cNvPr id="4" name="Slide Number Placeholder 3"/>
          <p:cNvSpPr>
            <a:spLocks noGrp="1"/>
          </p:cNvSpPr>
          <p:nvPr>
            <p:ph type="sldNum" sz="quarter" idx="10"/>
          </p:nvPr>
        </p:nvSpPr>
        <p:spPr/>
        <p:txBody>
          <a:bodyPr/>
          <a:lstStyle/>
          <a:p>
            <a:fld id="{E1DCACE2-D022-451A-A94E-9D64D882086C}" type="slidenum">
              <a:rPr lang="en-IE" smtClean="0"/>
              <a:pPr/>
              <a:t>4</a:t>
            </a:fld>
            <a:endParaRPr lang="en-IE"/>
          </a:p>
        </p:txBody>
      </p:sp>
      <p:grpSp>
        <p:nvGrpSpPr>
          <p:cNvPr id="57" name="Group 56"/>
          <p:cNvGrpSpPr/>
          <p:nvPr/>
        </p:nvGrpSpPr>
        <p:grpSpPr>
          <a:xfrm>
            <a:off x="5181600" y="1928275"/>
            <a:ext cx="3600715" cy="1570992"/>
            <a:chOff x="5181600" y="1772816"/>
            <a:chExt cx="3600715" cy="1570992"/>
          </a:xfrm>
        </p:grpSpPr>
        <p:pic>
          <p:nvPicPr>
            <p:cNvPr id="2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4" t="87802" r="95674" b="4318"/>
            <a:stretch/>
          </p:blipFill>
          <p:spPr bwMode="auto">
            <a:xfrm>
              <a:off x="5181600" y="1772816"/>
              <a:ext cx="381000"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5" name="TextBox 24"/>
            <p:cNvSpPr txBox="1"/>
            <p:nvPr/>
          </p:nvSpPr>
          <p:spPr>
            <a:xfrm>
              <a:off x="5562599" y="1870579"/>
              <a:ext cx="3212791" cy="369332"/>
            </a:xfrm>
            <a:prstGeom prst="rect">
              <a:avLst/>
            </a:prstGeom>
            <a:noFill/>
          </p:spPr>
          <p:txBody>
            <a:bodyPr wrap="square" rtlCol="0">
              <a:spAutoFit/>
            </a:bodyPr>
            <a:lstStyle/>
            <a:p>
              <a:r>
                <a:rPr lang="en-US" dirty="0" smtClean="0"/>
                <a:t>Network Security Liability </a:t>
              </a:r>
              <a:endParaRPr lang="en-US" dirty="0"/>
            </a:p>
          </p:txBody>
        </p:sp>
        <p:pic>
          <p:nvPicPr>
            <p:cNvPr id="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4" t="87802" r="95674" b="4318"/>
            <a:stretch/>
          </p:blipFill>
          <p:spPr bwMode="auto">
            <a:xfrm>
              <a:off x="5200033" y="2332726"/>
              <a:ext cx="381000"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TextBox 26"/>
            <p:cNvSpPr txBox="1"/>
            <p:nvPr/>
          </p:nvSpPr>
          <p:spPr>
            <a:xfrm>
              <a:off x="5569524" y="2415842"/>
              <a:ext cx="3212791" cy="369332"/>
            </a:xfrm>
            <a:prstGeom prst="rect">
              <a:avLst/>
            </a:prstGeom>
            <a:noFill/>
          </p:spPr>
          <p:txBody>
            <a:bodyPr wrap="square" rtlCol="0">
              <a:spAutoFit/>
            </a:bodyPr>
            <a:lstStyle/>
            <a:p>
              <a:r>
                <a:rPr lang="en-US" dirty="0" smtClean="0"/>
                <a:t>Privacy Liability </a:t>
              </a:r>
              <a:endParaRPr lang="en-US" dirty="0"/>
            </a:p>
          </p:txBody>
        </p:sp>
        <p:pic>
          <p:nvPicPr>
            <p:cNvPr id="2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4" t="87802" r="95674" b="4318"/>
            <a:stretch/>
          </p:blipFill>
          <p:spPr bwMode="auto">
            <a:xfrm>
              <a:off x="5200033" y="2810408"/>
              <a:ext cx="381000"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9" name="TextBox 28"/>
            <p:cNvSpPr txBox="1"/>
            <p:nvPr/>
          </p:nvSpPr>
          <p:spPr>
            <a:xfrm>
              <a:off x="5569524" y="2892442"/>
              <a:ext cx="3212791" cy="369332"/>
            </a:xfrm>
            <a:prstGeom prst="rect">
              <a:avLst/>
            </a:prstGeom>
            <a:noFill/>
          </p:spPr>
          <p:txBody>
            <a:bodyPr wrap="square" rtlCol="0">
              <a:spAutoFit/>
            </a:bodyPr>
            <a:lstStyle/>
            <a:p>
              <a:r>
                <a:rPr lang="en-US" dirty="0" smtClean="0"/>
                <a:t>Fines and Regulatory Costs</a:t>
              </a:r>
              <a:endParaRPr lang="en-US" dirty="0"/>
            </a:p>
          </p:txBody>
        </p:sp>
      </p:grpSp>
      <p:pic>
        <p:nvPicPr>
          <p:cNvPr id="33"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4" t="87802" r="95674" b="4318"/>
          <a:stretch/>
        </p:blipFill>
        <p:spPr bwMode="auto">
          <a:xfrm>
            <a:off x="625729" y="4293096"/>
            <a:ext cx="381000"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 name="TextBox 4"/>
          <p:cNvSpPr txBox="1">
            <a:spLocks noChangeArrowheads="1"/>
          </p:cNvSpPr>
          <p:nvPr/>
        </p:nvSpPr>
        <p:spPr bwMode="auto">
          <a:xfrm>
            <a:off x="312428" y="1498664"/>
            <a:ext cx="3600313" cy="4001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285750" indent="-285750" algn="ctr" eaLnBrk="1" hangingPunct="1">
              <a:buFont typeface="Wingdings" panose="05000000000000000000" pitchFamily="2" charset="2"/>
              <a:buChar char="q"/>
            </a:pPr>
            <a:r>
              <a:rPr lang="en-US" altLang="en-US" sz="2000" b="1" dirty="0">
                <a:latin typeface="Tahoma" panose="020B0604030504040204" pitchFamily="34" charset="0"/>
                <a:ea typeface="Tahoma" panose="020B0604030504040204" pitchFamily="34" charset="0"/>
                <a:cs typeface="Tahoma" panose="020B0604030504040204" pitchFamily="34" charset="0"/>
              </a:rPr>
              <a:t>1st </a:t>
            </a:r>
            <a:r>
              <a:rPr lang="en-US" altLang="en-US" sz="2000" b="1" dirty="0" smtClean="0">
                <a:latin typeface="Tahoma" panose="020B0604030504040204" pitchFamily="34" charset="0"/>
                <a:ea typeface="Tahoma" panose="020B0604030504040204" pitchFamily="34" charset="0"/>
                <a:cs typeface="Tahoma" panose="020B0604030504040204" pitchFamily="34" charset="0"/>
              </a:rPr>
              <a:t>Party Coverages</a:t>
            </a:r>
            <a:endParaRPr lang="en-US" altLang="en-US" sz="2000" b="1" dirty="0">
              <a:latin typeface="Tahoma" panose="020B0604030504040204" pitchFamily="34" charset="0"/>
              <a:ea typeface="Tahoma" panose="020B0604030504040204" pitchFamily="34" charset="0"/>
              <a:cs typeface="Tahoma" panose="020B0604030504040204" pitchFamily="34" charset="0"/>
            </a:endParaRPr>
          </a:p>
        </p:txBody>
      </p:sp>
      <p:grpSp>
        <p:nvGrpSpPr>
          <p:cNvPr id="55" name="Group 54"/>
          <p:cNvGrpSpPr/>
          <p:nvPr/>
        </p:nvGrpSpPr>
        <p:grpSpPr>
          <a:xfrm>
            <a:off x="623678" y="4983832"/>
            <a:ext cx="3593790" cy="533400"/>
            <a:chOff x="623678" y="4767808"/>
            <a:chExt cx="3593790" cy="533400"/>
          </a:xfrm>
        </p:grpSpPr>
        <p:pic>
          <p:nvPicPr>
            <p:cNvPr id="3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4" t="87802" r="95674" b="4318"/>
            <a:stretch/>
          </p:blipFill>
          <p:spPr bwMode="auto">
            <a:xfrm>
              <a:off x="623678" y="4767808"/>
              <a:ext cx="381000"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6" name="TextBox 35"/>
            <p:cNvSpPr txBox="1"/>
            <p:nvPr/>
          </p:nvSpPr>
          <p:spPr>
            <a:xfrm>
              <a:off x="1004677" y="4901044"/>
              <a:ext cx="3212791" cy="369332"/>
            </a:xfrm>
            <a:prstGeom prst="rect">
              <a:avLst/>
            </a:prstGeom>
            <a:noFill/>
          </p:spPr>
          <p:txBody>
            <a:bodyPr wrap="square" rtlCol="0">
              <a:spAutoFit/>
            </a:bodyPr>
            <a:lstStyle/>
            <a:p>
              <a:r>
                <a:rPr lang="en-US" dirty="0" smtClean="0"/>
                <a:t>Media </a:t>
              </a:r>
              <a:endParaRPr lang="en-US" dirty="0"/>
            </a:p>
          </p:txBody>
        </p:sp>
      </p:grpSp>
      <p:grpSp>
        <p:nvGrpSpPr>
          <p:cNvPr id="8" name="Group 7"/>
          <p:cNvGrpSpPr/>
          <p:nvPr/>
        </p:nvGrpSpPr>
        <p:grpSpPr>
          <a:xfrm>
            <a:off x="630199" y="1946320"/>
            <a:ext cx="2984190" cy="533400"/>
            <a:chOff x="630199" y="1730296"/>
            <a:chExt cx="2984190" cy="533400"/>
          </a:xfrm>
        </p:grpSpPr>
        <p:pic>
          <p:nvPicPr>
            <p:cNvPr id="43"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4" t="87802" r="95674" b="4318"/>
            <a:stretch/>
          </p:blipFill>
          <p:spPr bwMode="auto">
            <a:xfrm>
              <a:off x="630199" y="1730296"/>
              <a:ext cx="381000"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5" name="TextBox 44"/>
            <p:cNvSpPr txBox="1"/>
            <p:nvPr/>
          </p:nvSpPr>
          <p:spPr>
            <a:xfrm>
              <a:off x="1011199" y="1806496"/>
              <a:ext cx="2603190" cy="381000"/>
            </a:xfrm>
            <a:prstGeom prst="rect">
              <a:avLst/>
            </a:prstGeom>
            <a:noFill/>
          </p:spPr>
          <p:txBody>
            <a:bodyPr wrap="square" rtlCol="0">
              <a:spAutoFit/>
            </a:bodyPr>
            <a:lstStyle/>
            <a:p>
              <a:r>
                <a:rPr lang="en-US" dirty="0" smtClean="0"/>
                <a:t>Business Interruption</a:t>
              </a:r>
              <a:endParaRPr lang="en-US" dirty="0"/>
            </a:p>
          </p:txBody>
        </p:sp>
      </p:grpSp>
      <p:grpSp>
        <p:nvGrpSpPr>
          <p:cNvPr id="9" name="Group 8"/>
          <p:cNvGrpSpPr/>
          <p:nvPr/>
        </p:nvGrpSpPr>
        <p:grpSpPr>
          <a:xfrm>
            <a:off x="630199" y="2403520"/>
            <a:ext cx="3974791" cy="533400"/>
            <a:chOff x="630199" y="2187496"/>
            <a:chExt cx="3974791" cy="533400"/>
          </a:xfrm>
        </p:grpSpPr>
        <p:pic>
          <p:nvPicPr>
            <p:cNvPr id="4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4" t="87802" r="95674" b="4318"/>
            <a:stretch/>
          </p:blipFill>
          <p:spPr bwMode="auto">
            <a:xfrm>
              <a:off x="630199" y="2187496"/>
              <a:ext cx="381000"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6" name="TextBox 45"/>
            <p:cNvSpPr txBox="1"/>
            <p:nvPr/>
          </p:nvSpPr>
          <p:spPr>
            <a:xfrm>
              <a:off x="1011199" y="2339896"/>
              <a:ext cx="3593791" cy="369332"/>
            </a:xfrm>
            <a:prstGeom prst="rect">
              <a:avLst/>
            </a:prstGeom>
            <a:noFill/>
          </p:spPr>
          <p:txBody>
            <a:bodyPr wrap="square" rtlCol="0">
              <a:spAutoFit/>
            </a:bodyPr>
            <a:lstStyle/>
            <a:p>
              <a:r>
                <a:rPr lang="en-US" dirty="0" smtClean="0"/>
                <a:t>Contingent Business Interruption</a:t>
              </a:r>
              <a:endParaRPr lang="en-US" dirty="0"/>
            </a:p>
          </p:txBody>
        </p:sp>
      </p:grpSp>
      <p:grpSp>
        <p:nvGrpSpPr>
          <p:cNvPr id="10" name="Group 9"/>
          <p:cNvGrpSpPr/>
          <p:nvPr/>
        </p:nvGrpSpPr>
        <p:grpSpPr>
          <a:xfrm>
            <a:off x="641708" y="2936920"/>
            <a:ext cx="4312841" cy="755781"/>
            <a:chOff x="641708" y="2720896"/>
            <a:chExt cx="4312841" cy="755781"/>
          </a:xfrm>
        </p:grpSpPr>
        <p:pic>
          <p:nvPicPr>
            <p:cNvPr id="47"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4" t="87802" r="95674" b="4318"/>
            <a:stretch/>
          </p:blipFill>
          <p:spPr bwMode="auto">
            <a:xfrm>
              <a:off x="641708" y="2720896"/>
              <a:ext cx="381000"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8" name="TextBox 47"/>
            <p:cNvSpPr txBox="1"/>
            <p:nvPr/>
          </p:nvSpPr>
          <p:spPr>
            <a:xfrm>
              <a:off x="1025399" y="2830346"/>
              <a:ext cx="3929150" cy="646331"/>
            </a:xfrm>
            <a:prstGeom prst="rect">
              <a:avLst/>
            </a:prstGeom>
            <a:noFill/>
          </p:spPr>
          <p:txBody>
            <a:bodyPr wrap="square" rtlCol="0">
              <a:spAutoFit/>
            </a:bodyPr>
            <a:lstStyle/>
            <a:p>
              <a:r>
                <a:rPr lang="en-US" dirty="0" smtClean="0"/>
                <a:t>Data Pre-Event and Post-Event Response </a:t>
              </a:r>
              <a:endParaRPr lang="en-US" dirty="0"/>
            </a:p>
          </p:txBody>
        </p:sp>
      </p:grpSp>
      <p:grpSp>
        <p:nvGrpSpPr>
          <p:cNvPr id="13" name="Group 12"/>
          <p:cNvGrpSpPr/>
          <p:nvPr/>
        </p:nvGrpSpPr>
        <p:grpSpPr>
          <a:xfrm>
            <a:off x="644399" y="3546520"/>
            <a:ext cx="3974791" cy="533400"/>
            <a:chOff x="644399" y="3330496"/>
            <a:chExt cx="3974791" cy="533400"/>
          </a:xfrm>
        </p:grpSpPr>
        <p:pic>
          <p:nvPicPr>
            <p:cNvPr id="49"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4" t="87802" r="95674" b="4318"/>
            <a:stretch/>
          </p:blipFill>
          <p:spPr bwMode="auto">
            <a:xfrm>
              <a:off x="644399" y="3330496"/>
              <a:ext cx="381000"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0" name="TextBox 49"/>
            <p:cNvSpPr txBox="1"/>
            <p:nvPr/>
          </p:nvSpPr>
          <p:spPr>
            <a:xfrm>
              <a:off x="1025399" y="3482896"/>
              <a:ext cx="3593791" cy="369332"/>
            </a:xfrm>
            <a:prstGeom prst="rect">
              <a:avLst/>
            </a:prstGeom>
            <a:noFill/>
          </p:spPr>
          <p:txBody>
            <a:bodyPr wrap="square" rtlCol="0">
              <a:spAutoFit/>
            </a:bodyPr>
            <a:lstStyle/>
            <a:p>
              <a:r>
                <a:rPr lang="en-US" dirty="0" smtClean="0"/>
                <a:t>Data Recovery </a:t>
              </a:r>
              <a:endParaRPr lang="en-US" dirty="0"/>
            </a:p>
          </p:txBody>
        </p:sp>
      </p:grpSp>
      <p:grpSp>
        <p:nvGrpSpPr>
          <p:cNvPr id="53" name="Group 52"/>
          <p:cNvGrpSpPr/>
          <p:nvPr/>
        </p:nvGrpSpPr>
        <p:grpSpPr>
          <a:xfrm>
            <a:off x="644399" y="4003720"/>
            <a:ext cx="3965456" cy="533400"/>
            <a:chOff x="644399" y="3787696"/>
            <a:chExt cx="3965456" cy="533400"/>
          </a:xfrm>
        </p:grpSpPr>
        <p:sp>
          <p:nvSpPr>
            <p:cNvPr id="21" name="TextBox 20"/>
            <p:cNvSpPr txBox="1"/>
            <p:nvPr/>
          </p:nvSpPr>
          <p:spPr>
            <a:xfrm>
              <a:off x="1016064" y="3928624"/>
              <a:ext cx="3593791" cy="369332"/>
            </a:xfrm>
            <a:prstGeom prst="rect">
              <a:avLst/>
            </a:prstGeom>
            <a:noFill/>
          </p:spPr>
          <p:txBody>
            <a:bodyPr wrap="square" rtlCol="0">
              <a:spAutoFit/>
            </a:bodyPr>
            <a:lstStyle/>
            <a:p>
              <a:r>
                <a:rPr lang="en-US" dirty="0" smtClean="0"/>
                <a:t>Cyber Extortion</a:t>
              </a:r>
              <a:endParaRPr lang="en-US" dirty="0"/>
            </a:p>
          </p:txBody>
        </p:sp>
        <p:pic>
          <p:nvPicPr>
            <p:cNvPr id="51"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4" t="87802" r="95674" b="4318"/>
            <a:stretch/>
          </p:blipFill>
          <p:spPr bwMode="auto">
            <a:xfrm>
              <a:off x="644399" y="3787696"/>
              <a:ext cx="381000"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54" name="Group 53"/>
          <p:cNvGrpSpPr/>
          <p:nvPr/>
        </p:nvGrpSpPr>
        <p:grpSpPr>
          <a:xfrm>
            <a:off x="635064" y="4472159"/>
            <a:ext cx="3584455" cy="533400"/>
            <a:chOff x="635064" y="4256135"/>
            <a:chExt cx="3584455" cy="533400"/>
          </a:xfrm>
        </p:grpSpPr>
        <p:sp>
          <p:nvSpPr>
            <p:cNvPr id="34" name="TextBox 33"/>
            <p:cNvSpPr txBox="1"/>
            <p:nvPr/>
          </p:nvSpPr>
          <p:spPr>
            <a:xfrm>
              <a:off x="1006728" y="4355812"/>
              <a:ext cx="3212791" cy="369332"/>
            </a:xfrm>
            <a:prstGeom prst="rect">
              <a:avLst/>
            </a:prstGeom>
            <a:noFill/>
          </p:spPr>
          <p:txBody>
            <a:bodyPr wrap="square" rtlCol="0">
              <a:spAutoFit/>
            </a:bodyPr>
            <a:lstStyle/>
            <a:p>
              <a:r>
                <a:rPr lang="en-US" dirty="0" smtClean="0"/>
                <a:t>System Failure</a:t>
              </a:r>
              <a:endParaRPr lang="en-US" dirty="0"/>
            </a:p>
          </p:txBody>
        </p:sp>
        <p:pic>
          <p:nvPicPr>
            <p:cNvPr id="52"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4" t="87802" r="95674" b="4318"/>
            <a:stretch/>
          </p:blipFill>
          <p:spPr bwMode="auto">
            <a:xfrm>
              <a:off x="635064" y="4256135"/>
              <a:ext cx="381000"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3" name="Oval 2"/>
          <p:cNvSpPr/>
          <p:nvPr/>
        </p:nvSpPr>
        <p:spPr>
          <a:xfrm>
            <a:off x="312428" y="2932660"/>
            <a:ext cx="4306762" cy="754592"/>
          </a:xfrm>
          <a:prstGeom prst="ellipse">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8" name="TextBox 4"/>
          <p:cNvSpPr txBox="1">
            <a:spLocks noChangeArrowheads="1"/>
          </p:cNvSpPr>
          <p:nvPr/>
        </p:nvSpPr>
        <p:spPr bwMode="auto">
          <a:xfrm>
            <a:off x="4882763" y="1524000"/>
            <a:ext cx="3600313" cy="4001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285750" indent="-285750" algn="ctr" eaLnBrk="1" hangingPunct="1">
              <a:buFont typeface="Wingdings" panose="05000000000000000000" pitchFamily="2" charset="2"/>
              <a:buChar char="q"/>
            </a:pPr>
            <a:r>
              <a:rPr lang="en-US" altLang="en-US" sz="2000" b="1" dirty="0" smtClean="0">
                <a:latin typeface="Tahoma" panose="020B0604030504040204" pitchFamily="34" charset="0"/>
                <a:ea typeface="Tahoma" panose="020B0604030504040204" pitchFamily="34" charset="0"/>
                <a:cs typeface="Tahoma" panose="020B0604030504040204" pitchFamily="34" charset="0"/>
              </a:rPr>
              <a:t>3rd Party Coverages</a:t>
            </a:r>
            <a:endParaRPr lang="en-US" altLang="en-US" sz="20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7296260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rgbClr val="B71234"/>
                </a:solidFill>
              </a:rPr>
              <a:t>Standalone Cyber Insurance Policy</a:t>
            </a:r>
            <a:endParaRPr lang="en-US" dirty="0">
              <a:solidFill>
                <a:srgbClr val="B71234"/>
              </a:solidFill>
            </a:endParaRPr>
          </a:p>
        </p:txBody>
      </p:sp>
      <p:sp>
        <p:nvSpPr>
          <p:cNvPr id="3" name="Content Placeholder 2"/>
          <p:cNvSpPr>
            <a:spLocks noGrp="1"/>
          </p:cNvSpPr>
          <p:nvPr>
            <p:ph idx="1"/>
          </p:nvPr>
        </p:nvSpPr>
        <p:spPr>
          <a:xfrm>
            <a:off x="336240" y="908720"/>
            <a:ext cx="8229600" cy="4953549"/>
          </a:xfrm>
        </p:spPr>
        <p:txBody>
          <a:bodyPr>
            <a:normAutofit/>
          </a:bodyPr>
          <a:lstStyle/>
          <a:p>
            <a:pPr marL="215900" lvl="1" indent="0">
              <a:buNone/>
            </a:pPr>
            <a:endParaRPr lang="en-US" sz="1600" dirty="0" smtClean="0"/>
          </a:p>
          <a:p>
            <a:pPr>
              <a:buFont typeface="Wingdings" pitchFamily="2" charset="2"/>
              <a:buChar char="q"/>
            </a:pPr>
            <a:r>
              <a:rPr lang="en-US" b="1" dirty="0" smtClean="0"/>
              <a:t>Coverage Trends</a:t>
            </a:r>
          </a:p>
        </p:txBody>
      </p:sp>
      <p:sp>
        <p:nvSpPr>
          <p:cNvPr id="4" name="Slide Number Placeholder 3"/>
          <p:cNvSpPr>
            <a:spLocks noGrp="1"/>
          </p:cNvSpPr>
          <p:nvPr>
            <p:ph type="sldNum" sz="quarter" idx="10"/>
          </p:nvPr>
        </p:nvSpPr>
        <p:spPr/>
        <p:txBody>
          <a:bodyPr/>
          <a:lstStyle/>
          <a:p>
            <a:fld id="{E1DCACE2-D022-451A-A94E-9D64D882086C}" type="slidenum">
              <a:rPr lang="en-IE" smtClean="0"/>
              <a:pPr/>
              <a:t>5</a:t>
            </a:fld>
            <a:endParaRPr lang="en-IE"/>
          </a:p>
        </p:txBody>
      </p:sp>
      <p:sp>
        <p:nvSpPr>
          <p:cNvPr id="6" name="TextBox 5"/>
          <p:cNvSpPr txBox="1"/>
          <p:nvPr/>
        </p:nvSpPr>
        <p:spPr>
          <a:xfrm>
            <a:off x="914400" y="1856595"/>
            <a:ext cx="8229600" cy="369332"/>
          </a:xfrm>
          <a:prstGeom prst="rect">
            <a:avLst/>
          </a:prstGeom>
          <a:noFill/>
        </p:spPr>
        <p:txBody>
          <a:bodyPr wrap="square" rtlCol="0">
            <a:spAutoFit/>
          </a:bodyPr>
          <a:lstStyle/>
          <a:p>
            <a:r>
              <a:rPr lang="en-US" dirty="0" smtClean="0"/>
              <a:t>Traditional such as Bodily Injury, Physical Damage, Product Liability, Terroris</a:t>
            </a:r>
            <a:r>
              <a:rPr lang="en-US" dirty="0"/>
              <a:t>m</a:t>
            </a:r>
            <a:endParaRPr lang="en-US" dirty="0" smtClean="0"/>
          </a:p>
        </p:txBody>
      </p:sp>
      <p:sp>
        <p:nvSpPr>
          <p:cNvPr id="7" name="TextBox 6"/>
          <p:cNvSpPr txBox="1"/>
          <p:nvPr/>
        </p:nvSpPr>
        <p:spPr>
          <a:xfrm>
            <a:off x="914400" y="3040953"/>
            <a:ext cx="5505450" cy="369332"/>
          </a:xfrm>
          <a:prstGeom prst="rect">
            <a:avLst/>
          </a:prstGeom>
          <a:noFill/>
        </p:spPr>
        <p:txBody>
          <a:bodyPr wrap="square" rtlCol="0">
            <a:spAutoFit/>
          </a:bodyPr>
          <a:lstStyle/>
          <a:p>
            <a:r>
              <a:rPr lang="en-US" dirty="0" smtClean="0"/>
              <a:t>Social Engineering</a:t>
            </a:r>
          </a:p>
        </p:txBody>
      </p:sp>
      <p:sp>
        <p:nvSpPr>
          <p:cNvPr id="10" name="TextBox 9"/>
          <p:cNvSpPr txBox="1"/>
          <p:nvPr/>
        </p:nvSpPr>
        <p:spPr>
          <a:xfrm>
            <a:off x="914400" y="2418827"/>
            <a:ext cx="5505450" cy="369332"/>
          </a:xfrm>
          <a:prstGeom prst="rect">
            <a:avLst/>
          </a:prstGeom>
          <a:noFill/>
        </p:spPr>
        <p:txBody>
          <a:bodyPr wrap="square" rtlCol="0">
            <a:spAutoFit/>
          </a:bodyPr>
          <a:lstStyle/>
          <a:p>
            <a:r>
              <a:rPr lang="en-US" dirty="0" smtClean="0"/>
              <a:t>Preventative Shutdown  and Betterment</a:t>
            </a:r>
          </a:p>
        </p:txBody>
      </p:sp>
      <p:sp>
        <p:nvSpPr>
          <p:cNvPr id="11" name="TextBox 10"/>
          <p:cNvSpPr txBox="1"/>
          <p:nvPr/>
        </p:nvSpPr>
        <p:spPr>
          <a:xfrm>
            <a:off x="947737" y="3693979"/>
            <a:ext cx="5505450" cy="369332"/>
          </a:xfrm>
          <a:prstGeom prst="rect">
            <a:avLst/>
          </a:prstGeom>
          <a:noFill/>
        </p:spPr>
        <p:txBody>
          <a:bodyPr wrap="square" rtlCol="0">
            <a:spAutoFit/>
          </a:bodyPr>
          <a:lstStyle/>
          <a:p>
            <a:r>
              <a:rPr lang="en-US" dirty="0" smtClean="0"/>
              <a:t>Reputational Harm Business Income</a:t>
            </a:r>
            <a:endParaRPr lang="en-US" dirty="0"/>
          </a:p>
        </p:txBody>
      </p:sp>
      <p:pic>
        <p:nvPicPr>
          <p:cNvPr id="1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4" t="87802" r="95674" b="4318"/>
          <a:stretch/>
        </p:blipFill>
        <p:spPr bwMode="auto">
          <a:xfrm>
            <a:off x="566737" y="1759030"/>
            <a:ext cx="381000"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4" t="87802" r="95674" b="4318"/>
          <a:stretch/>
        </p:blipFill>
        <p:spPr bwMode="auto">
          <a:xfrm>
            <a:off x="581024" y="2343152"/>
            <a:ext cx="381000"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4" t="87802" r="95674" b="4318"/>
          <a:stretch/>
        </p:blipFill>
        <p:spPr bwMode="auto">
          <a:xfrm>
            <a:off x="566737" y="2966312"/>
            <a:ext cx="381000"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4" t="87802" r="95674" b="4318"/>
          <a:stretch/>
        </p:blipFill>
        <p:spPr bwMode="auto">
          <a:xfrm>
            <a:off x="576262" y="3590076"/>
            <a:ext cx="381000"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804907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rgbClr val="B71234"/>
                </a:solidFill>
              </a:rPr>
              <a:t>Standalone Cyber Insurance Policy</a:t>
            </a:r>
            <a:endParaRPr lang="en-US" dirty="0">
              <a:solidFill>
                <a:srgbClr val="B71234"/>
              </a:solidFill>
            </a:endParaRPr>
          </a:p>
        </p:txBody>
      </p:sp>
      <p:sp>
        <p:nvSpPr>
          <p:cNvPr id="3" name="Content Placeholder 2"/>
          <p:cNvSpPr>
            <a:spLocks noGrp="1"/>
          </p:cNvSpPr>
          <p:nvPr>
            <p:ph idx="1"/>
          </p:nvPr>
        </p:nvSpPr>
        <p:spPr>
          <a:xfrm>
            <a:off x="336240" y="908720"/>
            <a:ext cx="8229600" cy="4953549"/>
          </a:xfrm>
        </p:spPr>
        <p:txBody>
          <a:bodyPr>
            <a:normAutofit/>
          </a:bodyPr>
          <a:lstStyle/>
          <a:p>
            <a:pPr marL="215900" lvl="1" indent="0">
              <a:buNone/>
            </a:pPr>
            <a:endParaRPr lang="en-US" sz="1600" dirty="0" smtClean="0"/>
          </a:p>
          <a:p>
            <a:pPr>
              <a:buFont typeface="Wingdings" pitchFamily="2" charset="2"/>
              <a:buChar char="q"/>
            </a:pPr>
            <a:r>
              <a:rPr lang="en-US" b="1" dirty="0" smtClean="0"/>
              <a:t>Data Pre-Event and Post Event Services – </a:t>
            </a:r>
            <a:r>
              <a:rPr lang="en-US" b="1" dirty="0" smtClean="0"/>
              <a:t>Vendors</a:t>
            </a:r>
          </a:p>
          <a:p>
            <a:pPr marL="0" indent="0"/>
            <a:r>
              <a:rPr lang="en-US" b="1" dirty="0" smtClean="0"/>
              <a:t> </a:t>
            </a:r>
            <a:endParaRPr lang="en-US" b="1" dirty="0" smtClean="0"/>
          </a:p>
          <a:p>
            <a:pPr lvl="1">
              <a:buFont typeface="Wingdings" panose="05000000000000000000" pitchFamily="2" charset="2"/>
              <a:buChar char="q"/>
            </a:pPr>
            <a:r>
              <a:rPr lang="en-US" sz="1800" b="1" dirty="0" smtClean="0"/>
              <a:t>Pre-Event / Risk Management </a:t>
            </a:r>
            <a:r>
              <a:rPr lang="en-US" sz="1800" b="1" dirty="0" smtClean="0"/>
              <a:t>Services</a:t>
            </a:r>
          </a:p>
          <a:p>
            <a:pPr lvl="2">
              <a:buFont typeface="Wingdings" panose="05000000000000000000" pitchFamily="2" charset="2"/>
              <a:buChar char="q"/>
            </a:pPr>
            <a:r>
              <a:rPr lang="en-US" sz="1800" dirty="0" smtClean="0"/>
              <a:t>Response readiness</a:t>
            </a:r>
          </a:p>
          <a:p>
            <a:pPr lvl="2">
              <a:buFont typeface="Wingdings" panose="05000000000000000000" pitchFamily="2" charset="2"/>
              <a:buChar char="q"/>
            </a:pPr>
            <a:r>
              <a:rPr lang="en-US" sz="1800" dirty="0" smtClean="0"/>
              <a:t>Online cyber security education </a:t>
            </a:r>
          </a:p>
          <a:p>
            <a:pPr lvl="2">
              <a:buFont typeface="Wingdings" panose="05000000000000000000" pitchFamily="2" charset="2"/>
              <a:buChar char="q"/>
            </a:pPr>
            <a:r>
              <a:rPr lang="en-US" sz="1800" dirty="0" smtClean="0"/>
              <a:t>Network vulnerability scanning</a:t>
            </a:r>
          </a:p>
          <a:p>
            <a:pPr marL="468313" lvl="2" indent="0">
              <a:buNone/>
            </a:pPr>
            <a:endParaRPr lang="en-US" sz="1800" dirty="0" smtClean="0"/>
          </a:p>
          <a:p>
            <a:pPr lvl="1">
              <a:buFont typeface="Wingdings" panose="05000000000000000000" pitchFamily="2" charset="2"/>
              <a:buChar char="q"/>
            </a:pPr>
            <a:r>
              <a:rPr lang="en-US" sz="1800" b="1" dirty="0" smtClean="0"/>
              <a:t>Post-Event Providers</a:t>
            </a:r>
          </a:p>
          <a:p>
            <a:pPr lvl="2">
              <a:buFont typeface="Wingdings" panose="05000000000000000000" pitchFamily="2" charset="2"/>
              <a:buChar char="q"/>
            </a:pPr>
            <a:r>
              <a:rPr lang="en-US" sz="1800" dirty="0" smtClean="0"/>
              <a:t>Forensics</a:t>
            </a:r>
          </a:p>
          <a:p>
            <a:pPr lvl="2">
              <a:buFont typeface="Wingdings" panose="05000000000000000000" pitchFamily="2" charset="2"/>
              <a:buChar char="q"/>
            </a:pPr>
            <a:r>
              <a:rPr lang="en-US" sz="1800" dirty="0" smtClean="0"/>
              <a:t>Law firms</a:t>
            </a:r>
          </a:p>
          <a:p>
            <a:pPr lvl="2">
              <a:buFont typeface="Wingdings" panose="05000000000000000000" pitchFamily="2" charset="2"/>
              <a:buChar char="q"/>
            </a:pPr>
            <a:r>
              <a:rPr lang="en-US" sz="1800" dirty="0" smtClean="0"/>
              <a:t>Credit monitoring</a:t>
            </a:r>
          </a:p>
          <a:p>
            <a:pPr lvl="2">
              <a:buFont typeface="Wingdings" panose="05000000000000000000" pitchFamily="2" charset="2"/>
              <a:buChar char="q"/>
            </a:pPr>
            <a:r>
              <a:rPr lang="en-US" sz="1800" dirty="0" smtClean="0"/>
              <a:t>Public relations</a:t>
            </a:r>
          </a:p>
        </p:txBody>
      </p:sp>
      <p:sp>
        <p:nvSpPr>
          <p:cNvPr id="4" name="Slide Number Placeholder 3"/>
          <p:cNvSpPr>
            <a:spLocks noGrp="1"/>
          </p:cNvSpPr>
          <p:nvPr>
            <p:ph type="sldNum" sz="quarter" idx="10"/>
          </p:nvPr>
        </p:nvSpPr>
        <p:spPr/>
        <p:txBody>
          <a:bodyPr/>
          <a:lstStyle/>
          <a:p>
            <a:fld id="{E1DCACE2-D022-451A-A94E-9D64D882086C}" type="slidenum">
              <a:rPr lang="en-IE" smtClean="0"/>
              <a:pPr/>
              <a:t>6</a:t>
            </a:fld>
            <a:endParaRPr lang="en-IE"/>
          </a:p>
        </p:txBody>
      </p:sp>
    </p:spTree>
    <p:extLst>
      <p:ext uri="{BB962C8B-B14F-4D97-AF65-F5344CB8AC3E}">
        <p14:creationId xmlns:p14="http://schemas.microsoft.com/office/powerpoint/2010/main" val="15788516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rgbClr val="B71234"/>
                </a:solidFill>
              </a:rPr>
              <a:t>Purchasing a Cyber Insurance Policy</a:t>
            </a:r>
            <a:endParaRPr lang="en-US" dirty="0">
              <a:solidFill>
                <a:srgbClr val="B71234"/>
              </a:solidFill>
            </a:endParaRPr>
          </a:p>
        </p:txBody>
      </p:sp>
      <p:sp>
        <p:nvSpPr>
          <p:cNvPr id="3" name="Content Placeholder 2"/>
          <p:cNvSpPr>
            <a:spLocks noGrp="1"/>
          </p:cNvSpPr>
          <p:nvPr>
            <p:ph idx="1"/>
          </p:nvPr>
        </p:nvSpPr>
        <p:spPr>
          <a:xfrm>
            <a:off x="336240" y="908721"/>
            <a:ext cx="8229600" cy="920080"/>
          </a:xfrm>
        </p:spPr>
        <p:txBody>
          <a:bodyPr>
            <a:normAutofit/>
          </a:bodyPr>
          <a:lstStyle/>
          <a:p>
            <a:pPr marL="215900" lvl="1" indent="0">
              <a:buNone/>
            </a:pPr>
            <a:endParaRPr lang="en-US" sz="1600" dirty="0" smtClean="0"/>
          </a:p>
          <a:p>
            <a:pPr>
              <a:buFont typeface="Wingdings" pitchFamily="2" charset="2"/>
              <a:buChar char="q"/>
            </a:pPr>
            <a:r>
              <a:rPr lang="en-US" b="1" dirty="0" smtClean="0"/>
              <a:t>Distribution Process</a:t>
            </a:r>
            <a:endParaRPr lang="en-US" b="1" dirty="0" smtClean="0"/>
          </a:p>
        </p:txBody>
      </p:sp>
      <p:sp>
        <p:nvSpPr>
          <p:cNvPr id="4" name="Slide Number Placeholder 3"/>
          <p:cNvSpPr>
            <a:spLocks noGrp="1"/>
          </p:cNvSpPr>
          <p:nvPr>
            <p:ph type="sldNum" sz="quarter" idx="10"/>
          </p:nvPr>
        </p:nvSpPr>
        <p:spPr/>
        <p:txBody>
          <a:bodyPr/>
          <a:lstStyle/>
          <a:p>
            <a:fld id="{E1DCACE2-D022-451A-A94E-9D64D882086C}" type="slidenum">
              <a:rPr lang="en-IE" smtClean="0"/>
              <a:pPr/>
              <a:t>7</a:t>
            </a:fld>
            <a:endParaRPr lang="en-IE"/>
          </a:p>
        </p:txBody>
      </p:sp>
      <p:sp>
        <p:nvSpPr>
          <p:cNvPr id="7" name="Rounded Rectangle 6"/>
          <p:cNvSpPr/>
          <p:nvPr/>
        </p:nvSpPr>
        <p:spPr>
          <a:xfrm>
            <a:off x="247650" y="2057400"/>
            <a:ext cx="2266950" cy="1143000"/>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smtClean="0">
                <a:solidFill>
                  <a:schemeClr val="bg1"/>
                </a:solidFill>
              </a:rPr>
              <a:t>Original Company  (Prospective Insured)</a:t>
            </a:r>
            <a:endParaRPr lang="en-US" b="1" dirty="0">
              <a:solidFill>
                <a:schemeClr val="bg1"/>
              </a:solidFill>
            </a:endParaRPr>
          </a:p>
        </p:txBody>
      </p:sp>
      <p:sp>
        <p:nvSpPr>
          <p:cNvPr id="8" name="Rounded Rectangle 7"/>
          <p:cNvSpPr/>
          <p:nvPr/>
        </p:nvSpPr>
        <p:spPr>
          <a:xfrm>
            <a:off x="2970135" y="2057400"/>
            <a:ext cx="2266950" cy="1143000"/>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bg1"/>
                </a:solidFill>
              </a:rPr>
              <a:t>Broker / Agent</a:t>
            </a:r>
            <a:endParaRPr lang="en-US" b="1" dirty="0">
              <a:solidFill>
                <a:schemeClr val="bg1"/>
              </a:solidFill>
            </a:endParaRPr>
          </a:p>
        </p:txBody>
      </p:sp>
      <p:sp>
        <p:nvSpPr>
          <p:cNvPr id="9" name="Rounded Rectangle 8"/>
          <p:cNvSpPr/>
          <p:nvPr/>
        </p:nvSpPr>
        <p:spPr>
          <a:xfrm>
            <a:off x="5692620" y="2069690"/>
            <a:ext cx="2266950" cy="1143000"/>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bg1"/>
                </a:solidFill>
              </a:rPr>
              <a:t>Insurance Carrier</a:t>
            </a:r>
            <a:endParaRPr lang="en-US" b="1" dirty="0">
              <a:solidFill>
                <a:schemeClr val="bg1"/>
              </a:solidFill>
            </a:endParaRPr>
          </a:p>
        </p:txBody>
      </p:sp>
      <p:sp>
        <p:nvSpPr>
          <p:cNvPr id="10" name="Content Placeholder 2"/>
          <p:cNvSpPr txBox="1">
            <a:spLocks/>
          </p:cNvSpPr>
          <p:nvPr/>
        </p:nvSpPr>
        <p:spPr bwMode="auto">
          <a:xfrm>
            <a:off x="304800" y="3124200"/>
            <a:ext cx="8229600" cy="920080"/>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rmAutofit/>
          </a:bodyPr>
          <a:lstStyle>
            <a:lvl1pPr marL="342900" marR="0" indent="-342900" algn="l" defTabSz="457200" rtl="0" eaLnBrk="1" fontAlgn="auto" latinLnBrk="0" hangingPunct="1">
              <a:lnSpc>
                <a:spcPct val="100000"/>
              </a:lnSpc>
              <a:spcBef>
                <a:spcPct val="20000"/>
              </a:spcBef>
              <a:spcAft>
                <a:spcPts val="0"/>
              </a:spcAft>
              <a:buClrTx/>
              <a:buSzTx/>
              <a:buFont typeface="Arial"/>
              <a:buNone/>
              <a:tabLst/>
              <a:defRPr sz="2000" b="0" i="0" kern="1200">
                <a:solidFill>
                  <a:schemeClr val="tx1"/>
                </a:solidFill>
                <a:latin typeface="Tahoma"/>
                <a:ea typeface="+mn-ea"/>
                <a:cs typeface="Tahoma"/>
              </a:defRPr>
            </a:lvl1pPr>
            <a:lvl2pPr marL="466725" indent="-250825" algn="l" defTabSz="457200" rtl="0" eaLnBrk="1" fontAlgn="base" hangingPunct="1">
              <a:spcBef>
                <a:spcPts val="300"/>
              </a:spcBef>
              <a:spcAft>
                <a:spcPct val="0"/>
              </a:spcAft>
              <a:buFont typeface="Lucida Grande"/>
              <a:buChar char="–"/>
              <a:defRPr sz="2000" b="0" i="0" kern="1200">
                <a:solidFill>
                  <a:schemeClr val="tx1"/>
                </a:solidFill>
                <a:latin typeface="Tahoma"/>
                <a:ea typeface="+mn-ea"/>
                <a:cs typeface="Tahoma"/>
              </a:defRPr>
            </a:lvl2pPr>
            <a:lvl3pPr marL="719138" indent="-250825" algn="l" defTabSz="457200" rtl="0" eaLnBrk="1" fontAlgn="base" hangingPunct="1">
              <a:spcBef>
                <a:spcPts val="300"/>
              </a:spcBef>
              <a:spcAft>
                <a:spcPct val="0"/>
              </a:spcAft>
              <a:buFont typeface="Lucida Grande"/>
              <a:buChar char="–"/>
              <a:defRPr sz="2000" b="0" i="0" kern="1200">
                <a:solidFill>
                  <a:schemeClr val="tx1"/>
                </a:solidFill>
                <a:latin typeface="Tahoma"/>
                <a:ea typeface="+mn-ea"/>
                <a:cs typeface="Tahoma"/>
              </a:defRPr>
            </a:lvl3pPr>
            <a:lvl4pPr marL="719138" indent="-250825" algn="l" defTabSz="457200" rtl="0" eaLnBrk="1" fontAlgn="base" hangingPunct="1">
              <a:spcBef>
                <a:spcPts val="300"/>
              </a:spcBef>
              <a:spcAft>
                <a:spcPct val="0"/>
              </a:spcAft>
              <a:buFont typeface="Lucida Grande"/>
              <a:buChar char="–"/>
              <a:defRPr sz="2000" b="0" i="0" kern="1200">
                <a:solidFill>
                  <a:schemeClr val="tx1"/>
                </a:solidFill>
                <a:latin typeface="Tahoma"/>
                <a:ea typeface="+mn-ea"/>
                <a:cs typeface="Tahoma"/>
              </a:defRPr>
            </a:lvl4pPr>
            <a:lvl5pPr marL="719138" indent="-250825" algn="l" defTabSz="457200" rtl="0" eaLnBrk="1" fontAlgn="base" hangingPunct="1">
              <a:spcBef>
                <a:spcPts val="300"/>
              </a:spcBef>
              <a:spcAft>
                <a:spcPct val="0"/>
              </a:spcAft>
              <a:buFont typeface="Lucida Grande"/>
              <a:buChar char="–"/>
              <a:defRPr sz="2000" b="0" i="0" kern="1200">
                <a:solidFill>
                  <a:schemeClr val="tx1"/>
                </a:solidFill>
                <a:latin typeface="Tahoma"/>
                <a:ea typeface="+mn-ea"/>
                <a:cs typeface="Tahom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15900" lvl="1" indent="0">
              <a:buFont typeface="Lucida Grande"/>
              <a:buNone/>
            </a:pPr>
            <a:endParaRPr lang="en-US" sz="1600" dirty="0" smtClean="0"/>
          </a:p>
          <a:p>
            <a:pPr>
              <a:buFont typeface="Wingdings" pitchFamily="2" charset="2"/>
              <a:buChar char="q"/>
            </a:pPr>
            <a:r>
              <a:rPr lang="en-US" b="1" dirty="0" smtClean="0"/>
              <a:t>Policy Issuance Process </a:t>
            </a:r>
            <a:endParaRPr lang="en-US" b="1" dirty="0" smtClean="0"/>
          </a:p>
        </p:txBody>
      </p:sp>
      <p:sp>
        <p:nvSpPr>
          <p:cNvPr id="11" name="Rounded Rectangle 10"/>
          <p:cNvSpPr/>
          <p:nvPr/>
        </p:nvSpPr>
        <p:spPr>
          <a:xfrm>
            <a:off x="247650" y="4309144"/>
            <a:ext cx="2266950" cy="178685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smtClean="0">
                <a:solidFill>
                  <a:schemeClr val="tx1"/>
                </a:solidFill>
              </a:rPr>
              <a:t>Broker / Agent Works with Prospective Insured on Communicating Risk Posture</a:t>
            </a:r>
            <a:endParaRPr lang="en-US" b="1" dirty="0">
              <a:solidFill>
                <a:schemeClr val="tx1"/>
              </a:solidFill>
            </a:endParaRPr>
          </a:p>
        </p:txBody>
      </p:sp>
      <p:sp>
        <p:nvSpPr>
          <p:cNvPr id="12" name="Rounded Rectangle 11"/>
          <p:cNvSpPr/>
          <p:nvPr/>
        </p:nvSpPr>
        <p:spPr>
          <a:xfrm>
            <a:off x="2987341" y="4336183"/>
            <a:ext cx="2266950" cy="175981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smtClean="0">
                <a:solidFill>
                  <a:schemeClr val="tx1"/>
                </a:solidFill>
              </a:rPr>
              <a:t>Underwriter at Carrier Reviews Risk</a:t>
            </a:r>
            <a:endParaRPr lang="en-US" b="1" dirty="0">
              <a:solidFill>
                <a:schemeClr val="tx1"/>
              </a:solidFill>
            </a:endParaRPr>
          </a:p>
        </p:txBody>
      </p:sp>
      <p:sp>
        <p:nvSpPr>
          <p:cNvPr id="13" name="Rounded Rectangle 12"/>
          <p:cNvSpPr/>
          <p:nvPr/>
        </p:nvSpPr>
        <p:spPr>
          <a:xfrm>
            <a:off x="5692620" y="4304228"/>
            <a:ext cx="2266950" cy="179177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smtClean="0">
                <a:solidFill>
                  <a:schemeClr val="tx1"/>
                </a:solidFill>
              </a:rPr>
              <a:t>If Underwriter Approves Risk, Policy is Issued</a:t>
            </a:r>
            <a:endParaRPr lang="en-US" b="1" dirty="0">
              <a:solidFill>
                <a:schemeClr val="tx1"/>
              </a:solidFill>
            </a:endParaRPr>
          </a:p>
        </p:txBody>
      </p:sp>
      <p:sp>
        <p:nvSpPr>
          <p:cNvPr id="14" name="Right Arrow 13"/>
          <p:cNvSpPr/>
          <p:nvPr/>
        </p:nvSpPr>
        <p:spPr>
          <a:xfrm>
            <a:off x="2574387" y="2510291"/>
            <a:ext cx="381000" cy="304800"/>
          </a:xfrm>
          <a:prstGeom prst="rightArrow">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5" name="Right Arrow 14"/>
          <p:cNvSpPr/>
          <p:nvPr/>
        </p:nvSpPr>
        <p:spPr>
          <a:xfrm>
            <a:off x="5311620" y="2476500"/>
            <a:ext cx="381000" cy="304800"/>
          </a:xfrm>
          <a:prstGeom prst="rightArrow">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6" name="Right Arrow 15"/>
          <p:cNvSpPr/>
          <p:nvPr/>
        </p:nvSpPr>
        <p:spPr>
          <a:xfrm>
            <a:off x="2574387" y="5063691"/>
            <a:ext cx="381000" cy="304800"/>
          </a:xfrm>
          <a:prstGeom prst="rightArrow">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7" name="Right Arrow 16"/>
          <p:cNvSpPr/>
          <p:nvPr/>
        </p:nvSpPr>
        <p:spPr>
          <a:xfrm>
            <a:off x="5311620" y="5047714"/>
            <a:ext cx="381000" cy="304800"/>
          </a:xfrm>
          <a:prstGeom prst="rightArrow">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6816346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rgbClr val="C00000"/>
                </a:solidFill>
              </a:rPr>
              <a:t>Purchasing a Cyber Insurance Policy</a:t>
            </a:r>
            <a:endParaRPr lang="en-US" dirty="0">
              <a:solidFill>
                <a:srgbClr val="C00000"/>
              </a:solidFill>
            </a:endParaRPr>
          </a:p>
        </p:txBody>
      </p:sp>
      <p:sp>
        <p:nvSpPr>
          <p:cNvPr id="4" name="Slide Number Placeholder 3"/>
          <p:cNvSpPr>
            <a:spLocks noGrp="1"/>
          </p:cNvSpPr>
          <p:nvPr>
            <p:ph type="sldNum" sz="quarter" idx="10"/>
          </p:nvPr>
        </p:nvSpPr>
        <p:spPr/>
        <p:txBody>
          <a:bodyPr/>
          <a:lstStyle/>
          <a:p>
            <a:fld id="{E1DCACE2-D022-451A-A94E-9D64D882086C}" type="slidenum">
              <a:rPr lang="en-IE" smtClean="0"/>
              <a:pPr/>
              <a:t>8</a:t>
            </a:fld>
            <a:endParaRPr lang="en-IE"/>
          </a:p>
        </p:txBody>
      </p:sp>
      <p:graphicFrame>
        <p:nvGraphicFramePr>
          <p:cNvPr id="6" name="Diagram 5"/>
          <p:cNvGraphicFramePr/>
          <p:nvPr>
            <p:extLst/>
          </p:nvPr>
        </p:nvGraphicFramePr>
        <p:xfrm>
          <a:off x="75890" y="1074272"/>
          <a:ext cx="8750300" cy="50419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Left Brace 6"/>
          <p:cNvSpPr>
            <a:spLocks/>
          </p:cNvSpPr>
          <p:nvPr/>
        </p:nvSpPr>
        <p:spPr bwMode="auto">
          <a:xfrm>
            <a:off x="5494338" y="1173163"/>
            <a:ext cx="211137" cy="1204912"/>
          </a:xfrm>
          <a:prstGeom prst="leftBrace">
            <a:avLst>
              <a:gd name="adj1" fmla="val 8322"/>
              <a:gd name="adj2" fmla="val 50000"/>
            </a:avLst>
          </a:prstGeom>
          <a:noFill/>
          <a:ln w="25400">
            <a:solidFill>
              <a:srgbClr val="C00000"/>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solidFill>
                  <a:srgbClr val="FFFFFF"/>
                </a:solidFill>
              </a14:hiddenFill>
            </a:ext>
          </a:extLst>
        </p:spPr>
        <p:txBody>
          <a:bodyPr anchor="ctr"/>
          <a:lstStyle/>
          <a:p>
            <a:pPr algn="ctr">
              <a:defRPr/>
            </a:pPr>
            <a:endParaRPr lang="en-US" altLang="en-US" dirty="0">
              <a:latin typeface="Tahoma" panose="020B0604030504040204" pitchFamily="34" charset="0"/>
              <a:ea typeface="Tahoma" panose="020B0604030504040204" pitchFamily="34" charset="0"/>
              <a:cs typeface="Tahoma" panose="020B0604030504040204" pitchFamily="34" charset="0"/>
            </a:endParaRPr>
          </a:p>
        </p:txBody>
      </p:sp>
      <p:sp>
        <p:nvSpPr>
          <p:cNvPr id="8" name="Left Brace 7"/>
          <p:cNvSpPr>
            <a:spLocks/>
          </p:cNvSpPr>
          <p:nvPr/>
        </p:nvSpPr>
        <p:spPr bwMode="auto">
          <a:xfrm rot="10800000">
            <a:off x="3298825" y="4529931"/>
            <a:ext cx="211138" cy="1203325"/>
          </a:xfrm>
          <a:prstGeom prst="leftBrace">
            <a:avLst>
              <a:gd name="adj1" fmla="val 8311"/>
              <a:gd name="adj2" fmla="val 50000"/>
            </a:avLst>
          </a:prstGeom>
          <a:noFill/>
          <a:ln w="25400">
            <a:solidFill>
              <a:srgbClr val="C00000"/>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solidFill>
                  <a:srgbClr val="FFFFFF"/>
                </a:solidFill>
              </a14:hiddenFill>
            </a:ext>
          </a:extLst>
        </p:spPr>
        <p:txBody>
          <a:bodyPr anchor="ctr"/>
          <a:lstStyle/>
          <a:p>
            <a:pPr algn="ctr">
              <a:defRPr/>
            </a:pPr>
            <a:endParaRPr lang="en-US" altLang="en-US" dirty="0">
              <a:latin typeface="Tahoma" panose="020B0604030504040204" pitchFamily="34" charset="0"/>
              <a:ea typeface="Tahoma" panose="020B0604030504040204" pitchFamily="34" charset="0"/>
              <a:cs typeface="Tahoma" panose="020B0604030504040204" pitchFamily="34" charset="0"/>
            </a:endParaRPr>
          </a:p>
        </p:txBody>
      </p:sp>
      <p:sp>
        <p:nvSpPr>
          <p:cNvPr id="9" name="Left Brace 8"/>
          <p:cNvSpPr>
            <a:spLocks/>
          </p:cNvSpPr>
          <p:nvPr/>
        </p:nvSpPr>
        <p:spPr bwMode="auto">
          <a:xfrm rot="5400000">
            <a:off x="6529065" y="3724994"/>
            <a:ext cx="211137" cy="1203325"/>
          </a:xfrm>
          <a:prstGeom prst="leftBrace">
            <a:avLst>
              <a:gd name="adj1" fmla="val 8311"/>
              <a:gd name="adj2" fmla="val 50000"/>
            </a:avLst>
          </a:prstGeom>
          <a:noFill/>
          <a:ln w="25400">
            <a:solidFill>
              <a:srgbClr val="C00000"/>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solidFill>
                  <a:srgbClr val="FFFFFF"/>
                </a:solidFill>
              </a14:hiddenFill>
            </a:ext>
          </a:extLst>
        </p:spPr>
        <p:txBody>
          <a:bodyPr anchor="ctr"/>
          <a:lstStyle/>
          <a:p>
            <a:pPr algn="ctr">
              <a:defRPr/>
            </a:pPr>
            <a:endParaRPr lang="en-US" altLang="en-US" dirty="0">
              <a:latin typeface="Tahoma" panose="020B0604030504040204" pitchFamily="34" charset="0"/>
              <a:ea typeface="Tahoma" panose="020B0604030504040204" pitchFamily="34" charset="0"/>
              <a:cs typeface="Tahoma" panose="020B0604030504040204" pitchFamily="34" charset="0"/>
            </a:endParaRPr>
          </a:p>
        </p:txBody>
      </p:sp>
      <p:sp>
        <p:nvSpPr>
          <p:cNvPr id="10" name="Left Brace 9"/>
          <p:cNvSpPr>
            <a:spLocks/>
          </p:cNvSpPr>
          <p:nvPr/>
        </p:nvSpPr>
        <p:spPr bwMode="auto">
          <a:xfrm rot="-5400000">
            <a:off x="2187774" y="2068810"/>
            <a:ext cx="211137" cy="1203325"/>
          </a:xfrm>
          <a:prstGeom prst="leftBrace">
            <a:avLst>
              <a:gd name="adj1" fmla="val 8311"/>
              <a:gd name="adj2" fmla="val 50000"/>
            </a:avLst>
          </a:prstGeom>
          <a:noFill/>
          <a:ln w="25400">
            <a:solidFill>
              <a:srgbClr val="C00000"/>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solidFill>
                  <a:srgbClr val="FFFFFF"/>
                </a:solidFill>
              </a14:hiddenFill>
            </a:ext>
          </a:extLst>
        </p:spPr>
        <p:txBody>
          <a:bodyPr anchor="ctr"/>
          <a:lstStyle/>
          <a:p>
            <a:pPr algn="ctr">
              <a:defRPr/>
            </a:pPr>
            <a:endParaRPr lang="en-US" altLang="en-US" dirty="0">
              <a:latin typeface="Tahoma" panose="020B0604030504040204" pitchFamily="34" charset="0"/>
              <a:ea typeface="Tahoma" panose="020B0604030504040204" pitchFamily="34" charset="0"/>
              <a:cs typeface="Tahoma" panose="020B0604030504040204" pitchFamily="34" charset="0"/>
            </a:endParaRPr>
          </a:p>
        </p:txBody>
      </p:sp>
      <p:sp>
        <p:nvSpPr>
          <p:cNvPr id="11" name="TextBox 16"/>
          <p:cNvSpPr txBox="1">
            <a:spLocks noChangeArrowheads="1"/>
          </p:cNvSpPr>
          <p:nvPr/>
        </p:nvSpPr>
        <p:spPr bwMode="auto">
          <a:xfrm>
            <a:off x="825500" y="1112838"/>
            <a:ext cx="2687638"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buFont typeface="Wingdings" panose="05000000000000000000" pitchFamily="2" charset="2"/>
              <a:buChar char="ü"/>
            </a:pPr>
            <a:r>
              <a:rPr lang="en-US" altLang="en-US" sz="1400" dirty="0">
                <a:latin typeface="Tahoma" panose="020B0604030504040204" pitchFamily="34" charset="0"/>
                <a:ea typeface="Tahoma" panose="020B0604030504040204" pitchFamily="34" charset="0"/>
                <a:cs typeface="Tahoma" panose="020B0604030504040204" pitchFamily="34" charset="0"/>
              </a:rPr>
              <a:t># and sensitivity of data</a:t>
            </a:r>
          </a:p>
          <a:p>
            <a:pPr eaLnBrk="1" hangingPunct="1">
              <a:buFont typeface="Wingdings" panose="05000000000000000000" pitchFamily="2" charset="2"/>
              <a:buChar char="ü"/>
            </a:pPr>
            <a:r>
              <a:rPr lang="en-US" altLang="en-US" sz="1400" dirty="0">
                <a:latin typeface="Tahoma" panose="020B0604030504040204" pitchFamily="34" charset="0"/>
                <a:ea typeface="Tahoma" panose="020B0604030504040204" pitchFamily="34" charset="0"/>
                <a:cs typeface="Tahoma" panose="020B0604030504040204" pitchFamily="34" charset="0"/>
              </a:rPr>
              <a:t>Privacy policy</a:t>
            </a:r>
          </a:p>
          <a:p>
            <a:pPr eaLnBrk="1" hangingPunct="1">
              <a:buFont typeface="Wingdings" panose="05000000000000000000" pitchFamily="2" charset="2"/>
              <a:buChar char="ü"/>
            </a:pPr>
            <a:r>
              <a:rPr lang="en-US" altLang="en-US" sz="1400" dirty="0">
                <a:latin typeface="Tahoma" panose="020B0604030504040204" pitchFamily="34" charset="0"/>
                <a:ea typeface="Tahoma" panose="020B0604030504040204" pitchFamily="34" charset="0"/>
                <a:cs typeface="Tahoma" panose="020B0604030504040204" pitchFamily="34" charset="0"/>
              </a:rPr>
              <a:t>Chief Privacy Officer</a:t>
            </a:r>
          </a:p>
          <a:p>
            <a:pPr eaLnBrk="1" hangingPunct="1">
              <a:buFont typeface="Wingdings" panose="05000000000000000000" pitchFamily="2" charset="2"/>
              <a:buChar char="ü"/>
            </a:pPr>
            <a:r>
              <a:rPr lang="en-US" altLang="en-US" sz="1400" dirty="0">
                <a:latin typeface="Tahoma" panose="020B0604030504040204" pitchFamily="34" charset="0"/>
                <a:ea typeface="Tahoma" panose="020B0604030504040204" pitchFamily="34" charset="0"/>
                <a:cs typeface="Tahoma" panose="020B0604030504040204" pitchFamily="34" charset="0"/>
              </a:rPr>
              <a:t>Compliance with regulations</a:t>
            </a:r>
          </a:p>
          <a:p>
            <a:pPr eaLnBrk="1" hangingPunct="1">
              <a:buFont typeface="Wingdings" panose="05000000000000000000" pitchFamily="2" charset="2"/>
              <a:buChar char="ü"/>
            </a:pPr>
            <a:r>
              <a:rPr lang="en-US" altLang="en-US" sz="1400" dirty="0">
                <a:latin typeface="Tahoma" panose="020B0604030504040204" pitchFamily="34" charset="0"/>
                <a:ea typeface="Tahoma" panose="020B0604030504040204" pitchFamily="34" charset="0"/>
                <a:cs typeface="Tahoma" panose="020B0604030504040204" pitchFamily="34" charset="0"/>
              </a:rPr>
              <a:t>User access controls</a:t>
            </a:r>
          </a:p>
        </p:txBody>
      </p:sp>
      <p:sp>
        <p:nvSpPr>
          <p:cNvPr id="12" name="TextBox 12"/>
          <p:cNvSpPr txBox="1">
            <a:spLocks noChangeArrowheads="1"/>
          </p:cNvSpPr>
          <p:nvPr/>
        </p:nvSpPr>
        <p:spPr bwMode="auto">
          <a:xfrm>
            <a:off x="5605463" y="1281113"/>
            <a:ext cx="29464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buFont typeface="Wingdings" panose="05000000000000000000" pitchFamily="2" charset="2"/>
              <a:buChar char="ü"/>
            </a:pPr>
            <a:r>
              <a:rPr lang="en-US" altLang="en-US" sz="1400" dirty="0">
                <a:latin typeface="Tahoma" panose="020B0604030504040204" pitchFamily="34" charset="0"/>
                <a:ea typeface="Tahoma" panose="020B0604030504040204" pitchFamily="34" charset="0"/>
                <a:cs typeface="Tahoma" panose="020B0604030504040204" pitchFamily="34" charset="0"/>
              </a:rPr>
              <a:t>Vendor management</a:t>
            </a:r>
          </a:p>
          <a:p>
            <a:pPr eaLnBrk="1" hangingPunct="1">
              <a:buFont typeface="Wingdings" panose="05000000000000000000" pitchFamily="2" charset="2"/>
              <a:buChar char="ü"/>
            </a:pPr>
            <a:r>
              <a:rPr lang="en-US" altLang="en-US" sz="1400" dirty="0">
                <a:latin typeface="Tahoma" panose="020B0604030504040204" pitchFamily="34" charset="0"/>
                <a:ea typeface="Tahoma" panose="020B0604030504040204" pitchFamily="34" charset="0"/>
                <a:cs typeface="Tahoma" panose="020B0604030504040204" pitchFamily="34" charset="0"/>
              </a:rPr>
              <a:t>Business continuity plan</a:t>
            </a:r>
          </a:p>
          <a:p>
            <a:pPr eaLnBrk="1" hangingPunct="1">
              <a:buFont typeface="Wingdings" panose="05000000000000000000" pitchFamily="2" charset="2"/>
              <a:buChar char="ü"/>
            </a:pPr>
            <a:r>
              <a:rPr lang="en-US" altLang="en-US" sz="1400" dirty="0">
                <a:latin typeface="Tahoma" panose="020B0604030504040204" pitchFamily="34" charset="0"/>
                <a:ea typeface="Tahoma" panose="020B0604030504040204" pitchFamily="34" charset="0"/>
                <a:cs typeface="Tahoma" panose="020B0604030504040204" pitchFamily="34" charset="0"/>
              </a:rPr>
              <a:t>Employee training</a:t>
            </a:r>
          </a:p>
          <a:p>
            <a:pPr eaLnBrk="1" hangingPunct="1">
              <a:buFont typeface="Wingdings" panose="05000000000000000000" pitchFamily="2" charset="2"/>
              <a:buChar char="ü"/>
            </a:pPr>
            <a:r>
              <a:rPr lang="en-US" altLang="en-US" sz="1400" dirty="0">
                <a:latin typeface="Tahoma" panose="020B0604030504040204" pitchFamily="34" charset="0"/>
                <a:ea typeface="Tahoma" panose="020B0604030504040204" pitchFamily="34" charset="0"/>
                <a:cs typeface="Tahoma" panose="020B0604030504040204" pitchFamily="34" charset="0"/>
              </a:rPr>
              <a:t>Disaster recovery plan</a:t>
            </a:r>
          </a:p>
        </p:txBody>
      </p:sp>
      <p:sp>
        <p:nvSpPr>
          <p:cNvPr id="13" name="TextBox 8"/>
          <p:cNvSpPr txBox="1">
            <a:spLocks noChangeArrowheads="1"/>
          </p:cNvSpPr>
          <p:nvPr/>
        </p:nvSpPr>
        <p:spPr bwMode="auto">
          <a:xfrm>
            <a:off x="1194112" y="4503023"/>
            <a:ext cx="2174875"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buFont typeface="Wingdings" panose="05000000000000000000" pitchFamily="2" charset="2"/>
              <a:buChar char="ü"/>
            </a:pPr>
            <a:r>
              <a:rPr lang="en-US" altLang="en-US" sz="1400" dirty="0">
                <a:latin typeface="Tahoma" panose="020B0604030504040204" pitchFamily="34" charset="0"/>
                <a:ea typeface="Tahoma" panose="020B0604030504040204" pitchFamily="34" charset="0"/>
                <a:cs typeface="Tahoma" panose="020B0604030504040204" pitchFamily="34" charset="0"/>
              </a:rPr>
              <a:t>Coverages requested</a:t>
            </a:r>
          </a:p>
          <a:p>
            <a:pPr eaLnBrk="1" hangingPunct="1">
              <a:buFont typeface="Wingdings" panose="05000000000000000000" pitchFamily="2" charset="2"/>
              <a:buChar char="ü"/>
            </a:pPr>
            <a:r>
              <a:rPr lang="en-US" altLang="en-US" sz="1400" dirty="0">
                <a:latin typeface="Tahoma" panose="020B0604030504040204" pitchFamily="34" charset="0"/>
                <a:ea typeface="Tahoma" panose="020B0604030504040204" pitchFamily="34" charset="0"/>
                <a:cs typeface="Tahoma" panose="020B0604030504040204" pitchFamily="34" charset="0"/>
              </a:rPr>
              <a:t>Nature of Industry</a:t>
            </a:r>
          </a:p>
          <a:p>
            <a:pPr eaLnBrk="1" hangingPunct="1">
              <a:buFont typeface="Wingdings" panose="05000000000000000000" pitchFamily="2" charset="2"/>
              <a:buChar char="ü"/>
            </a:pPr>
            <a:r>
              <a:rPr lang="en-US" altLang="en-US" sz="1400" dirty="0">
                <a:latin typeface="Tahoma" panose="020B0604030504040204" pitchFamily="34" charset="0"/>
                <a:ea typeface="Tahoma" panose="020B0604030504040204" pitchFamily="34" charset="0"/>
                <a:cs typeface="Tahoma" panose="020B0604030504040204" pitchFamily="34" charset="0"/>
              </a:rPr>
              <a:t>Pricing </a:t>
            </a:r>
          </a:p>
          <a:p>
            <a:pPr eaLnBrk="1" hangingPunct="1">
              <a:buFont typeface="Wingdings" panose="05000000000000000000" pitchFamily="2" charset="2"/>
              <a:buChar char="ü"/>
            </a:pPr>
            <a:r>
              <a:rPr lang="en-US" altLang="en-US" sz="1400" dirty="0">
                <a:latin typeface="Tahoma" panose="020B0604030504040204" pitchFamily="34" charset="0"/>
                <a:ea typeface="Tahoma" panose="020B0604030504040204" pitchFamily="34" charset="0"/>
                <a:cs typeface="Tahoma" panose="020B0604030504040204" pitchFamily="34" charset="0"/>
              </a:rPr>
              <a:t>Retention</a:t>
            </a:r>
          </a:p>
          <a:p>
            <a:pPr eaLnBrk="1" hangingPunct="1">
              <a:buFont typeface="Wingdings" panose="05000000000000000000" pitchFamily="2" charset="2"/>
              <a:buChar char="ü"/>
            </a:pPr>
            <a:r>
              <a:rPr lang="en-US" altLang="en-US" sz="1400" dirty="0">
                <a:latin typeface="Tahoma" panose="020B0604030504040204" pitchFamily="34" charset="0"/>
                <a:ea typeface="Tahoma" panose="020B0604030504040204" pitchFamily="34" charset="0"/>
                <a:cs typeface="Tahoma" panose="020B0604030504040204" pitchFamily="34" charset="0"/>
              </a:rPr>
              <a:t>Loss history</a:t>
            </a:r>
          </a:p>
        </p:txBody>
      </p:sp>
      <p:sp>
        <p:nvSpPr>
          <p:cNvPr id="14" name="TextBox 14"/>
          <p:cNvSpPr txBox="1">
            <a:spLocks noChangeArrowheads="1"/>
          </p:cNvSpPr>
          <p:nvPr/>
        </p:nvSpPr>
        <p:spPr bwMode="auto">
          <a:xfrm>
            <a:off x="5605463" y="4451117"/>
            <a:ext cx="2946400"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buFont typeface="Wingdings" panose="05000000000000000000" pitchFamily="2" charset="2"/>
              <a:buChar char="ü"/>
            </a:pPr>
            <a:r>
              <a:rPr lang="en-US" altLang="en-US" sz="1400" dirty="0">
                <a:latin typeface="Tahoma" panose="020B0604030504040204" pitchFamily="34" charset="0"/>
                <a:ea typeface="Tahoma" panose="020B0604030504040204" pitchFamily="34" charset="0"/>
                <a:cs typeface="Tahoma" panose="020B0604030504040204" pitchFamily="34" charset="0"/>
              </a:rPr>
              <a:t>Network security policy</a:t>
            </a:r>
          </a:p>
          <a:p>
            <a:pPr eaLnBrk="1" hangingPunct="1">
              <a:buFont typeface="Wingdings" panose="05000000000000000000" pitchFamily="2" charset="2"/>
              <a:buChar char="ü"/>
            </a:pPr>
            <a:r>
              <a:rPr lang="en-US" altLang="en-US" sz="1400" dirty="0">
                <a:latin typeface="Tahoma" panose="020B0604030504040204" pitchFamily="34" charset="0"/>
                <a:ea typeface="Tahoma" panose="020B0604030504040204" pitchFamily="34" charset="0"/>
                <a:cs typeface="Tahoma" panose="020B0604030504040204" pitchFamily="34" charset="0"/>
              </a:rPr>
              <a:t>Encryption </a:t>
            </a:r>
          </a:p>
          <a:p>
            <a:pPr eaLnBrk="1" hangingPunct="1">
              <a:buFont typeface="Wingdings" panose="05000000000000000000" pitchFamily="2" charset="2"/>
              <a:buChar char="ü"/>
            </a:pPr>
            <a:r>
              <a:rPr lang="en-US" altLang="en-US" sz="1400" dirty="0">
                <a:latin typeface="Tahoma" panose="020B0604030504040204" pitchFamily="34" charset="0"/>
                <a:ea typeface="Tahoma" panose="020B0604030504040204" pitchFamily="34" charset="0"/>
                <a:cs typeface="Tahoma" panose="020B0604030504040204" pitchFamily="34" charset="0"/>
              </a:rPr>
              <a:t>Firewalls, logging, etc.  </a:t>
            </a:r>
          </a:p>
          <a:p>
            <a:pPr eaLnBrk="1" hangingPunct="1">
              <a:buFont typeface="Wingdings" panose="05000000000000000000" pitchFamily="2" charset="2"/>
              <a:buChar char="ü"/>
            </a:pPr>
            <a:r>
              <a:rPr lang="en-US" altLang="en-US" sz="1400" dirty="0">
                <a:latin typeface="Tahoma" panose="020B0604030504040204" pitchFamily="34" charset="0"/>
                <a:ea typeface="Tahoma" panose="020B0604030504040204" pitchFamily="34" charset="0"/>
                <a:cs typeface="Tahoma" panose="020B0604030504040204" pitchFamily="34" charset="0"/>
              </a:rPr>
              <a:t>Physical security </a:t>
            </a:r>
          </a:p>
          <a:p>
            <a:pPr eaLnBrk="1" hangingPunct="1">
              <a:buFont typeface="Wingdings" panose="05000000000000000000" pitchFamily="2" charset="2"/>
              <a:buChar char="ü"/>
            </a:pPr>
            <a:r>
              <a:rPr lang="en-US" altLang="en-US" sz="1400" dirty="0">
                <a:latin typeface="Tahoma" panose="020B0604030504040204" pitchFamily="34" charset="0"/>
                <a:ea typeface="Tahoma" panose="020B0604030504040204" pitchFamily="34" charset="0"/>
                <a:cs typeface="Tahoma" panose="020B0604030504040204" pitchFamily="34" charset="0"/>
              </a:rPr>
              <a:t>Chief Security Officer?/ IT Staff</a:t>
            </a:r>
          </a:p>
        </p:txBody>
      </p:sp>
      <p:sp>
        <p:nvSpPr>
          <p:cNvPr id="15" name="Content Placeholder 2"/>
          <p:cNvSpPr txBox="1">
            <a:spLocks/>
          </p:cNvSpPr>
          <p:nvPr/>
        </p:nvSpPr>
        <p:spPr bwMode="auto">
          <a:xfrm>
            <a:off x="869647" y="5773098"/>
            <a:ext cx="8229600" cy="920080"/>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rmAutofit/>
          </a:bodyPr>
          <a:lstStyle>
            <a:lvl1pPr marL="342900" marR="0" indent="-342900" algn="l" defTabSz="457200" rtl="0" eaLnBrk="1" fontAlgn="auto" latinLnBrk="0" hangingPunct="1">
              <a:lnSpc>
                <a:spcPct val="100000"/>
              </a:lnSpc>
              <a:spcBef>
                <a:spcPct val="20000"/>
              </a:spcBef>
              <a:spcAft>
                <a:spcPts val="0"/>
              </a:spcAft>
              <a:buClrTx/>
              <a:buSzTx/>
              <a:buFont typeface="Arial"/>
              <a:buNone/>
              <a:tabLst/>
              <a:defRPr sz="2000" b="0" i="0" kern="1200">
                <a:solidFill>
                  <a:schemeClr val="tx1"/>
                </a:solidFill>
                <a:latin typeface="Tahoma"/>
                <a:ea typeface="+mn-ea"/>
                <a:cs typeface="Tahoma"/>
              </a:defRPr>
            </a:lvl1pPr>
            <a:lvl2pPr marL="466725" indent="-250825" algn="l" defTabSz="457200" rtl="0" eaLnBrk="1" fontAlgn="base" hangingPunct="1">
              <a:spcBef>
                <a:spcPts val="300"/>
              </a:spcBef>
              <a:spcAft>
                <a:spcPct val="0"/>
              </a:spcAft>
              <a:buFont typeface="Lucida Grande"/>
              <a:buChar char="–"/>
              <a:defRPr sz="2000" b="0" i="0" kern="1200">
                <a:solidFill>
                  <a:schemeClr val="tx1"/>
                </a:solidFill>
                <a:latin typeface="Tahoma"/>
                <a:ea typeface="+mn-ea"/>
                <a:cs typeface="Tahoma"/>
              </a:defRPr>
            </a:lvl2pPr>
            <a:lvl3pPr marL="719138" indent="-250825" algn="l" defTabSz="457200" rtl="0" eaLnBrk="1" fontAlgn="base" hangingPunct="1">
              <a:spcBef>
                <a:spcPts val="300"/>
              </a:spcBef>
              <a:spcAft>
                <a:spcPct val="0"/>
              </a:spcAft>
              <a:buFont typeface="Lucida Grande"/>
              <a:buChar char="–"/>
              <a:defRPr sz="2000" b="0" i="0" kern="1200">
                <a:solidFill>
                  <a:schemeClr val="tx1"/>
                </a:solidFill>
                <a:latin typeface="Tahoma"/>
                <a:ea typeface="+mn-ea"/>
                <a:cs typeface="Tahoma"/>
              </a:defRPr>
            </a:lvl3pPr>
            <a:lvl4pPr marL="719138" indent="-250825" algn="l" defTabSz="457200" rtl="0" eaLnBrk="1" fontAlgn="base" hangingPunct="1">
              <a:spcBef>
                <a:spcPts val="300"/>
              </a:spcBef>
              <a:spcAft>
                <a:spcPct val="0"/>
              </a:spcAft>
              <a:buFont typeface="Lucida Grande"/>
              <a:buChar char="–"/>
              <a:defRPr sz="2000" b="0" i="0" kern="1200">
                <a:solidFill>
                  <a:schemeClr val="tx1"/>
                </a:solidFill>
                <a:latin typeface="Tahoma"/>
                <a:ea typeface="+mn-ea"/>
                <a:cs typeface="Tahoma"/>
              </a:defRPr>
            </a:lvl4pPr>
            <a:lvl5pPr marL="719138" indent="-250825" algn="l" defTabSz="457200" rtl="0" eaLnBrk="1" fontAlgn="base" hangingPunct="1">
              <a:spcBef>
                <a:spcPts val="300"/>
              </a:spcBef>
              <a:spcAft>
                <a:spcPct val="0"/>
              </a:spcAft>
              <a:buFont typeface="Lucida Grande"/>
              <a:buChar char="–"/>
              <a:defRPr sz="2000" b="0" i="0" kern="1200">
                <a:solidFill>
                  <a:schemeClr val="tx1"/>
                </a:solidFill>
                <a:latin typeface="Tahoma"/>
                <a:ea typeface="+mn-ea"/>
                <a:cs typeface="Tahom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15900" lvl="1" indent="0">
              <a:buFont typeface="Lucida Grande"/>
              <a:buNone/>
            </a:pPr>
            <a:endParaRPr lang="en-US" sz="1600" dirty="0" smtClean="0"/>
          </a:p>
          <a:p>
            <a:pPr>
              <a:buFont typeface="Wingdings" pitchFamily="2" charset="2"/>
              <a:buChar char="q"/>
            </a:pPr>
            <a:r>
              <a:rPr lang="en-US" b="1" dirty="0" smtClean="0"/>
              <a:t>Underwriting Process</a:t>
            </a:r>
            <a:endParaRPr lang="en-US" b="1" dirty="0" smtClean="0"/>
          </a:p>
        </p:txBody>
      </p:sp>
    </p:spTree>
    <p:extLst>
      <p:ext uri="{BB962C8B-B14F-4D97-AF65-F5344CB8AC3E}">
        <p14:creationId xmlns:p14="http://schemas.microsoft.com/office/powerpoint/2010/main" val="14693210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rgbClr val="B71234"/>
                </a:solidFill>
              </a:rPr>
              <a:t>Purchasing a Cyber Insurance Policy</a:t>
            </a:r>
            <a:endParaRPr lang="en-US" dirty="0">
              <a:solidFill>
                <a:srgbClr val="B71234"/>
              </a:solidFill>
            </a:endParaRPr>
          </a:p>
        </p:txBody>
      </p:sp>
      <p:sp>
        <p:nvSpPr>
          <p:cNvPr id="3" name="Content Placeholder 2"/>
          <p:cNvSpPr>
            <a:spLocks noGrp="1"/>
          </p:cNvSpPr>
          <p:nvPr>
            <p:ph idx="1"/>
          </p:nvPr>
        </p:nvSpPr>
        <p:spPr>
          <a:xfrm>
            <a:off x="336240" y="908720"/>
            <a:ext cx="8229600" cy="4953549"/>
          </a:xfrm>
        </p:spPr>
        <p:txBody>
          <a:bodyPr>
            <a:normAutofit/>
          </a:bodyPr>
          <a:lstStyle/>
          <a:p>
            <a:pPr marL="215900" lvl="1" indent="0">
              <a:buNone/>
            </a:pPr>
            <a:endParaRPr lang="en-US" sz="1600" dirty="0" smtClean="0"/>
          </a:p>
          <a:p>
            <a:pPr>
              <a:buFont typeface="Wingdings" pitchFamily="2" charset="2"/>
              <a:buChar char="q"/>
            </a:pPr>
            <a:r>
              <a:rPr lang="en-US" b="1" dirty="0" smtClean="0"/>
              <a:t>How much limit should you buy?</a:t>
            </a:r>
            <a:endParaRPr lang="en-US" sz="1600" dirty="0" smtClean="0"/>
          </a:p>
        </p:txBody>
      </p:sp>
      <p:sp>
        <p:nvSpPr>
          <p:cNvPr id="4" name="Slide Number Placeholder 3"/>
          <p:cNvSpPr>
            <a:spLocks noGrp="1"/>
          </p:cNvSpPr>
          <p:nvPr>
            <p:ph type="sldNum" sz="quarter" idx="10"/>
          </p:nvPr>
        </p:nvSpPr>
        <p:spPr/>
        <p:txBody>
          <a:bodyPr/>
          <a:lstStyle/>
          <a:p>
            <a:fld id="{E1DCACE2-D022-451A-A94E-9D64D882086C}" type="slidenum">
              <a:rPr lang="en-IE" smtClean="0"/>
              <a:pPr/>
              <a:t>9</a:t>
            </a:fld>
            <a:endParaRPr lang="en-IE"/>
          </a:p>
        </p:txBody>
      </p:sp>
      <p:pic>
        <p:nvPicPr>
          <p:cNvPr id="5" name="Picture 4"/>
          <p:cNvPicPr>
            <a:picLocks noChangeAspect="1"/>
          </p:cNvPicPr>
          <p:nvPr/>
        </p:nvPicPr>
        <p:blipFill rotWithShape="1">
          <a:blip r:embed="rId3"/>
          <a:srcRect l="2356" r="3426" b="3171"/>
          <a:stretch/>
        </p:blipFill>
        <p:spPr>
          <a:xfrm>
            <a:off x="232902" y="1818789"/>
            <a:ext cx="8785800" cy="3515211"/>
          </a:xfrm>
          <a:prstGeom prst="rect">
            <a:avLst/>
          </a:prstGeom>
        </p:spPr>
      </p:pic>
      <p:sp>
        <p:nvSpPr>
          <p:cNvPr id="6" name="TextBox 5"/>
          <p:cNvSpPr txBox="1"/>
          <p:nvPr/>
        </p:nvSpPr>
        <p:spPr>
          <a:xfrm>
            <a:off x="5562600" y="5438001"/>
            <a:ext cx="3365914" cy="230832"/>
          </a:xfrm>
          <a:prstGeom prst="rect">
            <a:avLst/>
          </a:prstGeom>
          <a:noFill/>
        </p:spPr>
        <p:txBody>
          <a:bodyPr wrap="square" rtlCol="0">
            <a:spAutoFit/>
          </a:bodyPr>
          <a:lstStyle>
            <a:defPPr>
              <a:defRPr lang="en-US"/>
            </a:defPPr>
            <a:lvl1pPr>
              <a:defRPr sz="900">
                <a:latin typeface="Tahoma" panose="020B0604030504040204" pitchFamily="34" charset="0"/>
                <a:ea typeface="Tahoma" panose="020B0604030504040204" pitchFamily="34" charset="0"/>
                <a:cs typeface="Tahoma" panose="020B0604030504040204" pitchFamily="34" charset="0"/>
              </a:defRPr>
            </a:lvl1pPr>
          </a:lstStyle>
          <a:p>
            <a:r>
              <a:rPr lang="en-US" dirty="0"/>
              <a:t>Source: Marsh 2018 Insurance Trends Report </a:t>
            </a:r>
          </a:p>
        </p:txBody>
      </p:sp>
    </p:spTree>
    <p:extLst>
      <p:ext uri="{BB962C8B-B14F-4D97-AF65-F5344CB8AC3E}">
        <p14:creationId xmlns:p14="http://schemas.microsoft.com/office/powerpoint/2010/main" val="25717360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rgbClr val="B71234"/>
                </a:solidFill>
              </a:rPr>
              <a:t>Cyber Marketplace</a:t>
            </a:r>
            <a:endParaRPr lang="en-US" dirty="0">
              <a:solidFill>
                <a:srgbClr val="B71234"/>
              </a:solidFill>
            </a:endParaRPr>
          </a:p>
        </p:txBody>
      </p:sp>
      <p:sp>
        <p:nvSpPr>
          <p:cNvPr id="3" name="Content Placeholder 2"/>
          <p:cNvSpPr>
            <a:spLocks noGrp="1"/>
          </p:cNvSpPr>
          <p:nvPr>
            <p:ph idx="1"/>
          </p:nvPr>
        </p:nvSpPr>
        <p:spPr/>
        <p:txBody>
          <a:bodyPr>
            <a:normAutofit/>
          </a:bodyPr>
          <a:lstStyle/>
          <a:p>
            <a:pPr>
              <a:buFont typeface="Wingdings" pitchFamily="2" charset="2"/>
              <a:buChar char="q"/>
            </a:pPr>
            <a:r>
              <a:rPr lang="en-US" b="1" dirty="0" smtClean="0"/>
              <a:t>Standalone Cyber Premium</a:t>
            </a:r>
          </a:p>
          <a:p>
            <a:pPr lvl="1">
              <a:buFont typeface="Wingdings" panose="05000000000000000000" pitchFamily="2" charset="2"/>
              <a:buChar char="q"/>
            </a:pPr>
            <a:r>
              <a:rPr lang="en-US" sz="1600" dirty="0" smtClean="0"/>
              <a:t>$3.5B - $4.5B estimated global premium in 2017</a:t>
            </a:r>
          </a:p>
          <a:p>
            <a:pPr lvl="1">
              <a:buFont typeface="Wingdings" panose="05000000000000000000" pitchFamily="2" charset="2"/>
              <a:buChar char="q"/>
            </a:pPr>
            <a:r>
              <a:rPr lang="en-US" sz="1600" dirty="0" smtClean="0"/>
              <a:t>110 carriers, top 15 have 80% of premium </a:t>
            </a:r>
            <a:r>
              <a:rPr lang="en-US" sz="1200" dirty="0" smtClean="0"/>
              <a:t>(source PRA) </a:t>
            </a:r>
            <a:endParaRPr lang="en-US" sz="1600" dirty="0"/>
          </a:p>
          <a:p>
            <a:pPr lvl="1">
              <a:buFont typeface="Wingdings" panose="05000000000000000000" pitchFamily="2" charset="2"/>
              <a:buChar char="q"/>
            </a:pPr>
            <a:r>
              <a:rPr lang="en-US" sz="1600" dirty="0" smtClean="0"/>
              <a:t>Key players include AIG, Beazley, Chubb, Axis, AXA XL</a:t>
            </a:r>
          </a:p>
          <a:p>
            <a:pPr marL="215900" lvl="1" indent="0">
              <a:buNone/>
            </a:pPr>
            <a:endParaRPr lang="en-US" sz="1700" dirty="0" smtClean="0"/>
          </a:p>
          <a:p>
            <a:pPr lvl="1">
              <a:buFont typeface="Wingdings" pitchFamily="2" charset="2"/>
              <a:buChar char="§"/>
            </a:pPr>
            <a:endParaRPr lang="en-US" sz="1600" dirty="0" smtClean="0"/>
          </a:p>
        </p:txBody>
      </p:sp>
      <p:sp>
        <p:nvSpPr>
          <p:cNvPr id="4" name="Slide Number Placeholder 3"/>
          <p:cNvSpPr>
            <a:spLocks noGrp="1"/>
          </p:cNvSpPr>
          <p:nvPr>
            <p:ph type="sldNum" sz="quarter" idx="10"/>
          </p:nvPr>
        </p:nvSpPr>
        <p:spPr/>
        <p:txBody>
          <a:bodyPr/>
          <a:lstStyle/>
          <a:p>
            <a:fld id="{E1DCACE2-D022-451A-A94E-9D64D882086C}" type="slidenum">
              <a:rPr lang="en-IE" smtClean="0"/>
              <a:pPr/>
              <a:t>10</a:t>
            </a:fld>
            <a:endParaRPr lang="en-IE"/>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9881" t="-1" r="38155" b="-5131"/>
          <a:stretch/>
        </p:blipFill>
        <p:spPr>
          <a:xfrm>
            <a:off x="1131324" y="2667000"/>
            <a:ext cx="6832426" cy="2950802"/>
          </a:xfrm>
          <a:prstGeom prst="rect">
            <a:avLst/>
          </a:prstGeom>
        </p:spPr>
      </p:pic>
      <p:sp>
        <p:nvSpPr>
          <p:cNvPr id="7" name="TextBox 6"/>
          <p:cNvSpPr txBox="1"/>
          <p:nvPr/>
        </p:nvSpPr>
        <p:spPr>
          <a:xfrm>
            <a:off x="5230001" y="5229200"/>
            <a:ext cx="3744416" cy="261610"/>
          </a:xfrm>
          <a:prstGeom prst="rect">
            <a:avLst/>
          </a:prstGeom>
          <a:noFill/>
        </p:spPr>
        <p:txBody>
          <a:bodyPr wrap="square" rtlCol="0">
            <a:spAutoFit/>
          </a:bodyPr>
          <a:lstStyle/>
          <a:p>
            <a:r>
              <a:rPr lang="en-US" sz="1050" dirty="0" smtClean="0">
                <a:latin typeface="Tahoma" panose="020B0604030504040204" pitchFamily="34" charset="0"/>
                <a:ea typeface="Tahoma" panose="020B0604030504040204" pitchFamily="34" charset="0"/>
                <a:cs typeface="Tahoma" panose="020B0604030504040204" pitchFamily="34" charset="0"/>
              </a:rPr>
              <a:t>Source: </a:t>
            </a:r>
            <a:r>
              <a:rPr lang="en-US" sz="1050" dirty="0" err="1" smtClean="0">
                <a:latin typeface="Tahoma" panose="020B0604030504040204" pitchFamily="34" charset="0"/>
                <a:ea typeface="Tahoma" panose="020B0604030504040204" pitchFamily="34" charset="0"/>
                <a:cs typeface="Tahoma" panose="020B0604030504040204" pitchFamily="34" charset="0"/>
              </a:rPr>
              <a:t>Advisen</a:t>
            </a:r>
            <a:r>
              <a:rPr lang="en-US" sz="1050" dirty="0" smtClean="0">
                <a:latin typeface="Tahoma" panose="020B0604030504040204" pitchFamily="34" charset="0"/>
                <a:ea typeface="Tahoma" panose="020B0604030504040204" pitchFamily="34" charset="0"/>
                <a:cs typeface="Tahoma" panose="020B0604030504040204" pitchFamily="34" charset="0"/>
              </a:rPr>
              <a:t>, </a:t>
            </a:r>
            <a:r>
              <a:rPr lang="en-US" sz="1050" dirty="0" err="1" smtClean="0">
                <a:latin typeface="Tahoma" panose="020B0604030504040204" pitchFamily="34" charset="0"/>
                <a:ea typeface="Tahoma" panose="020B0604030504040204" pitchFamily="34" charset="0"/>
                <a:cs typeface="Tahoma" panose="020B0604030504040204" pitchFamily="34" charset="0"/>
              </a:rPr>
              <a:t>Betterley</a:t>
            </a:r>
            <a:r>
              <a:rPr lang="en-US" sz="1050" dirty="0" smtClean="0">
                <a:latin typeface="Tahoma" panose="020B0604030504040204" pitchFamily="34" charset="0"/>
                <a:ea typeface="Tahoma" panose="020B0604030504040204" pitchFamily="34" charset="0"/>
                <a:cs typeface="Tahoma" panose="020B0604030504040204" pitchFamily="34" charset="0"/>
              </a:rPr>
              <a:t> Risk Consultants</a:t>
            </a:r>
            <a:endParaRPr lang="en-US" sz="105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0375378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rgbClr val="C00000"/>
                </a:solidFill>
              </a:rPr>
              <a:t>Cyber Marketplace</a:t>
            </a:r>
            <a:endParaRPr lang="en-US" dirty="0">
              <a:solidFill>
                <a:srgbClr val="C00000"/>
              </a:solidFill>
            </a:endParaRPr>
          </a:p>
        </p:txBody>
      </p:sp>
      <p:sp>
        <p:nvSpPr>
          <p:cNvPr id="3" name="Content Placeholder 2"/>
          <p:cNvSpPr>
            <a:spLocks noGrp="1"/>
          </p:cNvSpPr>
          <p:nvPr>
            <p:ph idx="1"/>
          </p:nvPr>
        </p:nvSpPr>
        <p:spPr>
          <a:xfrm>
            <a:off x="336240" y="914298"/>
            <a:ext cx="8229600" cy="4953549"/>
          </a:xfrm>
        </p:spPr>
        <p:txBody>
          <a:bodyPr>
            <a:normAutofit/>
          </a:bodyPr>
          <a:lstStyle/>
          <a:p>
            <a:pPr marL="215900" lvl="1" indent="0">
              <a:buNone/>
            </a:pPr>
            <a:endParaRPr lang="en-US" sz="800" dirty="0" smtClean="0"/>
          </a:p>
          <a:p>
            <a:pPr>
              <a:buFont typeface="Wingdings" pitchFamily="2" charset="2"/>
              <a:buChar char="q"/>
            </a:pPr>
            <a:r>
              <a:rPr lang="en-US" b="1" dirty="0" smtClean="0"/>
              <a:t>Demand / Growth</a:t>
            </a:r>
          </a:p>
          <a:p>
            <a:pPr lvl="1">
              <a:buFont typeface="Wingdings" pitchFamily="2" charset="2"/>
              <a:buChar char="§"/>
            </a:pPr>
            <a:r>
              <a:rPr lang="en-US" sz="1800" dirty="0" smtClean="0"/>
              <a:t>Most industries purchasing </a:t>
            </a:r>
            <a:endParaRPr lang="en-US" sz="1800" dirty="0" smtClean="0"/>
          </a:p>
          <a:p>
            <a:pPr lvl="1">
              <a:buFont typeface="Wingdings" pitchFamily="2" charset="2"/>
              <a:buChar char="§"/>
            </a:pPr>
            <a:r>
              <a:rPr lang="en-US" sz="1800" dirty="0" smtClean="0"/>
              <a:t>Buyers </a:t>
            </a:r>
            <a:r>
              <a:rPr lang="en-US" sz="1800" dirty="0" smtClean="0"/>
              <a:t>of all sizes and personal lines coming…</a:t>
            </a:r>
          </a:p>
          <a:p>
            <a:pPr lvl="1">
              <a:buFont typeface="Wingdings" pitchFamily="2" charset="2"/>
              <a:buChar char="§"/>
            </a:pPr>
            <a:r>
              <a:rPr lang="en-US" sz="1800" dirty="0" smtClean="0"/>
              <a:t>Regulatory </a:t>
            </a:r>
            <a:r>
              <a:rPr lang="en-US" sz="1800" dirty="0" smtClean="0"/>
              <a:t>requirements and Third </a:t>
            </a:r>
            <a:r>
              <a:rPr lang="en-US" sz="1800" dirty="0" smtClean="0"/>
              <a:t>party requirements </a:t>
            </a:r>
          </a:p>
          <a:p>
            <a:pPr lvl="1">
              <a:buFont typeface="Wingdings" pitchFamily="2" charset="2"/>
              <a:buChar char="§"/>
            </a:pPr>
            <a:r>
              <a:rPr lang="en-US" sz="1800" dirty="0" smtClean="0"/>
              <a:t>#1 Board issue</a:t>
            </a:r>
          </a:p>
          <a:p>
            <a:pPr lvl="1">
              <a:buFont typeface="Wingdings" pitchFamily="2" charset="2"/>
              <a:buChar char="§"/>
            </a:pPr>
            <a:r>
              <a:rPr lang="en-US" sz="1800" dirty="0"/>
              <a:t>Increased </a:t>
            </a:r>
            <a:r>
              <a:rPr lang="en-US" sz="1800" dirty="0" smtClean="0"/>
              <a:t>limits</a:t>
            </a:r>
          </a:p>
          <a:p>
            <a:pPr lvl="1">
              <a:buFont typeface="Wingdings" pitchFamily="2" charset="2"/>
              <a:buChar char="§"/>
            </a:pPr>
            <a:r>
              <a:rPr lang="en-US" sz="1800" dirty="0" smtClean="0"/>
              <a:t>Insureds and brokers realizing coverage gaps in traditional insurance lines</a:t>
            </a:r>
          </a:p>
          <a:p>
            <a:pPr marL="215900" lvl="1" indent="0">
              <a:buNone/>
            </a:pPr>
            <a:endParaRPr lang="en-US" sz="1800" dirty="0" smtClean="0"/>
          </a:p>
          <a:p>
            <a:pPr marL="215900" lvl="1" indent="0">
              <a:buNone/>
            </a:pPr>
            <a:endParaRPr lang="en-US" sz="1700" dirty="0" smtClean="0"/>
          </a:p>
          <a:p>
            <a:pPr lvl="1">
              <a:buFont typeface="Wingdings" pitchFamily="2" charset="2"/>
              <a:buChar char="§"/>
            </a:pPr>
            <a:endParaRPr lang="en-US" sz="1700" dirty="0" smtClean="0"/>
          </a:p>
          <a:p>
            <a:pPr lvl="1">
              <a:buFont typeface="Wingdings" pitchFamily="2" charset="2"/>
              <a:buChar char="§"/>
            </a:pPr>
            <a:endParaRPr lang="en-US" sz="1600" dirty="0" smtClean="0"/>
          </a:p>
        </p:txBody>
      </p:sp>
      <p:sp>
        <p:nvSpPr>
          <p:cNvPr id="4" name="Slide Number Placeholder 3"/>
          <p:cNvSpPr>
            <a:spLocks noGrp="1"/>
          </p:cNvSpPr>
          <p:nvPr>
            <p:ph type="sldNum" sz="quarter" idx="10"/>
          </p:nvPr>
        </p:nvSpPr>
        <p:spPr/>
        <p:txBody>
          <a:bodyPr/>
          <a:lstStyle/>
          <a:p>
            <a:fld id="{E1DCACE2-D022-451A-A94E-9D64D882086C}" type="slidenum">
              <a:rPr lang="en-IE" smtClean="0"/>
              <a:pPr/>
              <a:t>11</a:t>
            </a:fld>
            <a:endParaRPr lang="en-IE"/>
          </a:p>
        </p:txBody>
      </p:sp>
      <p:pic>
        <p:nvPicPr>
          <p:cNvPr id="5" name="Picture 4"/>
          <p:cNvPicPr>
            <a:picLocks noChangeAspect="1"/>
          </p:cNvPicPr>
          <p:nvPr/>
        </p:nvPicPr>
        <p:blipFill>
          <a:blip r:embed="rId3"/>
          <a:stretch>
            <a:fillRect/>
          </a:stretch>
        </p:blipFill>
        <p:spPr>
          <a:xfrm>
            <a:off x="309759" y="3391072"/>
            <a:ext cx="7826949" cy="2901156"/>
          </a:xfrm>
          <a:prstGeom prst="rect">
            <a:avLst/>
          </a:prstGeom>
        </p:spPr>
      </p:pic>
      <p:sp>
        <p:nvSpPr>
          <p:cNvPr id="6" name="TextBox 5"/>
          <p:cNvSpPr txBox="1"/>
          <p:nvPr/>
        </p:nvSpPr>
        <p:spPr>
          <a:xfrm>
            <a:off x="4770794" y="6267856"/>
            <a:ext cx="3365914" cy="230832"/>
          </a:xfrm>
          <a:prstGeom prst="rect">
            <a:avLst/>
          </a:prstGeom>
          <a:noFill/>
        </p:spPr>
        <p:txBody>
          <a:bodyPr wrap="square" rtlCol="0">
            <a:spAutoFit/>
          </a:bodyPr>
          <a:lstStyle/>
          <a:p>
            <a:r>
              <a:rPr lang="en-US" sz="900" dirty="0" smtClean="0">
                <a:latin typeface="Tahoma" panose="020B0604030504040204" pitchFamily="34" charset="0"/>
                <a:ea typeface="Tahoma" panose="020B0604030504040204" pitchFamily="34" charset="0"/>
                <a:cs typeface="Tahoma" panose="020B0604030504040204" pitchFamily="34" charset="0"/>
              </a:rPr>
              <a:t>Source: Marsh 2018 Insurance Trends Report </a:t>
            </a:r>
            <a:endParaRPr lang="en-US" sz="9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4729764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E1DCACE2-D022-451A-A94E-9D64D882086C}" type="slidenum">
              <a:rPr lang="en-IE" smtClean="0"/>
              <a:pPr/>
              <a:t>12</a:t>
            </a:fld>
            <a:endParaRPr lang="en-IE"/>
          </a:p>
        </p:txBody>
      </p:sp>
      <p:pic>
        <p:nvPicPr>
          <p:cNvPr id="6" name="Picture 5"/>
          <p:cNvPicPr>
            <a:picLocks noChangeAspect="1"/>
          </p:cNvPicPr>
          <p:nvPr/>
        </p:nvPicPr>
        <p:blipFill>
          <a:blip r:embed="rId3"/>
          <a:stretch>
            <a:fillRect/>
          </a:stretch>
        </p:blipFill>
        <p:spPr>
          <a:xfrm>
            <a:off x="3166851" y="1407237"/>
            <a:ext cx="2568377" cy="1772169"/>
          </a:xfrm>
          <a:prstGeom prst="rect">
            <a:avLst/>
          </a:prstGeom>
          <a:ln>
            <a:solidFill>
              <a:schemeClr val="tx1"/>
            </a:solidFill>
          </a:ln>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6250" y="3789040"/>
            <a:ext cx="3500299" cy="2116460"/>
          </a:xfrm>
          <a:prstGeom prst="rect">
            <a:avLst/>
          </a:prstGeom>
          <a:ln>
            <a:solidFill>
              <a:schemeClr val="tx1"/>
            </a:solidFill>
          </a:ln>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69012" y="5666277"/>
            <a:ext cx="2411760" cy="982199"/>
          </a:xfrm>
          <a:prstGeom prst="rect">
            <a:avLst/>
          </a:prstGeom>
        </p:spPr>
      </p:pic>
      <p:sp>
        <p:nvSpPr>
          <p:cNvPr id="10" name="AutoShape 2" descr="Image result for equifax breach"/>
          <p:cNvSpPr>
            <a:spLocks noChangeAspect="1" noChangeArrowheads="1"/>
          </p:cNvSpPr>
          <p:nvPr/>
        </p:nvSpPr>
        <p:spPr bwMode="auto">
          <a:xfrm>
            <a:off x="155575" y="-1608138"/>
            <a:ext cx="5981700" cy="33623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Title 1"/>
          <p:cNvSpPr>
            <a:spLocks noGrp="1"/>
          </p:cNvSpPr>
          <p:nvPr>
            <p:ph type="title"/>
          </p:nvPr>
        </p:nvSpPr>
        <p:spPr>
          <a:xfrm>
            <a:off x="336240" y="180874"/>
            <a:ext cx="8229600" cy="751680"/>
          </a:xfrm>
        </p:spPr>
        <p:txBody>
          <a:bodyPr>
            <a:normAutofit/>
          </a:bodyPr>
          <a:lstStyle/>
          <a:p>
            <a:r>
              <a:rPr lang="en-US" dirty="0" smtClean="0">
                <a:solidFill>
                  <a:srgbClr val="C00000"/>
                </a:solidFill>
              </a:rPr>
              <a:t>Claims Trends</a:t>
            </a:r>
            <a:endParaRPr lang="en-US" dirty="0">
              <a:solidFill>
                <a:srgbClr val="C00000"/>
              </a:solidFill>
            </a:endParaRPr>
          </a:p>
        </p:txBody>
      </p:sp>
      <p:pic>
        <p:nvPicPr>
          <p:cNvPr id="11" name="Picture 10" descr="Marriott &amp; SPG Data Breach: What you need to know">
            <a:hlinkClick r:id="rId6"/>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5100" y="1130904"/>
            <a:ext cx="2640551" cy="2119002"/>
          </a:xfrm>
          <a:prstGeom prst="rect">
            <a:avLst/>
          </a:prstGeom>
          <a:noFill/>
          <a:ln>
            <a:noFill/>
          </a:ln>
        </p:spPr>
      </p:pic>
      <p:pic>
        <p:nvPicPr>
          <p:cNvPr id="2" name="Picture 1"/>
          <p:cNvPicPr>
            <a:picLocks noChangeAspect="1"/>
          </p:cNvPicPr>
          <p:nvPr/>
        </p:nvPicPr>
        <p:blipFill>
          <a:blip r:embed="rId8"/>
          <a:stretch>
            <a:fillRect/>
          </a:stretch>
        </p:blipFill>
        <p:spPr>
          <a:xfrm>
            <a:off x="4740983" y="4802815"/>
            <a:ext cx="2792584" cy="1726923"/>
          </a:xfrm>
          <a:prstGeom prst="rect">
            <a:avLst/>
          </a:prstGeom>
          <a:ln>
            <a:solidFill>
              <a:schemeClr val="tx1"/>
            </a:solidFill>
          </a:ln>
        </p:spPr>
      </p:pic>
      <p:pic>
        <p:nvPicPr>
          <p:cNvPr id="3" name="Picture 2"/>
          <p:cNvPicPr>
            <a:picLocks noChangeAspect="1"/>
          </p:cNvPicPr>
          <p:nvPr/>
        </p:nvPicPr>
        <p:blipFill>
          <a:blip r:embed="rId9"/>
          <a:stretch>
            <a:fillRect/>
          </a:stretch>
        </p:blipFill>
        <p:spPr>
          <a:xfrm>
            <a:off x="6043777" y="533238"/>
            <a:ext cx="2771775" cy="3930235"/>
          </a:xfrm>
          <a:prstGeom prst="rect">
            <a:avLst/>
          </a:prstGeom>
          <a:ln>
            <a:solidFill>
              <a:srgbClr val="3A3B44"/>
            </a:solidFill>
          </a:ln>
        </p:spPr>
      </p:pic>
    </p:spTree>
    <p:extLst>
      <p:ext uri="{BB962C8B-B14F-4D97-AF65-F5344CB8AC3E}">
        <p14:creationId xmlns:p14="http://schemas.microsoft.com/office/powerpoint/2010/main" val="39775342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E1DCACE2-D022-451A-A94E-9D64D882086C}" type="slidenum">
              <a:rPr lang="en-IE" smtClean="0"/>
              <a:pPr/>
              <a:t>13</a:t>
            </a:fld>
            <a:endParaRPr lang="en-IE"/>
          </a:p>
        </p:txBody>
      </p:sp>
      <p:sp>
        <p:nvSpPr>
          <p:cNvPr id="10" name="AutoShape 2" descr="Image result for equifax breach"/>
          <p:cNvSpPr>
            <a:spLocks noChangeAspect="1" noChangeArrowheads="1"/>
          </p:cNvSpPr>
          <p:nvPr/>
        </p:nvSpPr>
        <p:spPr bwMode="auto">
          <a:xfrm>
            <a:off x="155575" y="-1608138"/>
            <a:ext cx="5981700" cy="33623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Title 1"/>
          <p:cNvSpPr>
            <a:spLocks noGrp="1"/>
          </p:cNvSpPr>
          <p:nvPr>
            <p:ph type="title"/>
          </p:nvPr>
        </p:nvSpPr>
        <p:spPr>
          <a:xfrm>
            <a:off x="336240" y="180874"/>
            <a:ext cx="8229600" cy="751680"/>
          </a:xfrm>
        </p:spPr>
        <p:txBody>
          <a:bodyPr>
            <a:normAutofit/>
          </a:bodyPr>
          <a:lstStyle/>
          <a:p>
            <a:r>
              <a:rPr lang="en-US" dirty="0" smtClean="0">
                <a:solidFill>
                  <a:srgbClr val="C00000"/>
                </a:solidFill>
              </a:rPr>
              <a:t>Claims Trends</a:t>
            </a:r>
            <a:endParaRPr lang="en-US" dirty="0">
              <a:solidFill>
                <a:srgbClr val="C00000"/>
              </a:solidFill>
            </a:endParaRPr>
          </a:p>
        </p:txBody>
      </p:sp>
      <p:pic>
        <p:nvPicPr>
          <p:cNvPr id="3" name="Picture 2"/>
          <p:cNvPicPr>
            <a:picLocks noChangeAspect="1"/>
          </p:cNvPicPr>
          <p:nvPr/>
        </p:nvPicPr>
        <p:blipFill rotWithShape="1">
          <a:blip r:embed="rId3"/>
          <a:srcRect l="-1091" t="9806" r="4015" b="10204"/>
          <a:stretch/>
        </p:blipFill>
        <p:spPr>
          <a:xfrm>
            <a:off x="247650" y="1397988"/>
            <a:ext cx="7848600" cy="4850412"/>
          </a:xfrm>
          <a:prstGeom prst="rect">
            <a:avLst/>
          </a:prstGeom>
        </p:spPr>
      </p:pic>
      <p:sp>
        <p:nvSpPr>
          <p:cNvPr id="12" name="TextBox 11"/>
          <p:cNvSpPr txBox="1"/>
          <p:nvPr/>
        </p:nvSpPr>
        <p:spPr>
          <a:xfrm>
            <a:off x="4770794" y="6267856"/>
            <a:ext cx="3365914" cy="230832"/>
          </a:xfrm>
          <a:prstGeom prst="rect">
            <a:avLst/>
          </a:prstGeom>
          <a:noFill/>
        </p:spPr>
        <p:txBody>
          <a:bodyPr wrap="square" rtlCol="0">
            <a:spAutoFit/>
          </a:bodyPr>
          <a:lstStyle/>
          <a:p>
            <a:r>
              <a:rPr lang="en-US" sz="900" dirty="0" smtClean="0">
                <a:latin typeface="Tahoma" panose="020B0604030504040204" pitchFamily="34" charset="0"/>
                <a:ea typeface="Tahoma" panose="020B0604030504040204" pitchFamily="34" charset="0"/>
                <a:cs typeface="Tahoma" panose="020B0604030504040204" pitchFamily="34" charset="0"/>
              </a:rPr>
              <a:t>Source: Willis Towers Watson</a:t>
            </a:r>
            <a:endParaRPr lang="en-US" sz="900" dirty="0">
              <a:latin typeface="Tahoma" panose="020B0604030504040204" pitchFamily="34" charset="0"/>
              <a:ea typeface="Tahoma" panose="020B0604030504040204" pitchFamily="34" charset="0"/>
              <a:cs typeface="Tahoma" panose="020B0604030504040204" pitchFamily="34" charset="0"/>
            </a:endParaRPr>
          </a:p>
        </p:txBody>
      </p:sp>
      <p:sp>
        <p:nvSpPr>
          <p:cNvPr id="15" name="Content Placeholder 2"/>
          <p:cNvSpPr txBox="1">
            <a:spLocks/>
          </p:cNvSpPr>
          <p:nvPr/>
        </p:nvSpPr>
        <p:spPr bwMode="auto">
          <a:xfrm>
            <a:off x="545480" y="698927"/>
            <a:ext cx="8229600" cy="920080"/>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rmAutofit/>
          </a:bodyPr>
          <a:lstStyle>
            <a:lvl1pPr marL="342900" marR="0" indent="-342900" algn="l" defTabSz="457200" rtl="0" eaLnBrk="1" fontAlgn="auto" latinLnBrk="0" hangingPunct="1">
              <a:lnSpc>
                <a:spcPct val="100000"/>
              </a:lnSpc>
              <a:spcBef>
                <a:spcPct val="20000"/>
              </a:spcBef>
              <a:spcAft>
                <a:spcPts val="0"/>
              </a:spcAft>
              <a:buClrTx/>
              <a:buSzTx/>
              <a:buFont typeface="Arial"/>
              <a:buNone/>
              <a:tabLst/>
              <a:defRPr sz="2000" b="0" i="0" kern="1200">
                <a:solidFill>
                  <a:schemeClr val="tx1"/>
                </a:solidFill>
                <a:latin typeface="Tahoma"/>
                <a:ea typeface="+mn-ea"/>
                <a:cs typeface="Tahoma"/>
              </a:defRPr>
            </a:lvl1pPr>
            <a:lvl2pPr marL="466725" indent="-250825" algn="l" defTabSz="457200" rtl="0" eaLnBrk="1" fontAlgn="base" hangingPunct="1">
              <a:spcBef>
                <a:spcPts val="300"/>
              </a:spcBef>
              <a:spcAft>
                <a:spcPct val="0"/>
              </a:spcAft>
              <a:buFont typeface="Lucida Grande"/>
              <a:buChar char="–"/>
              <a:defRPr sz="2000" b="0" i="0" kern="1200">
                <a:solidFill>
                  <a:schemeClr val="tx1"/>
                </a:solidFill>
                <a:latin typeface="Tahoma"/>
                <a:ea typeface="+mn-ea"/>
                <a:cs typeface="Tahoma"/>
              </a:defRPr>
            </a:lvl2pPr>
            <a:lvl3pPr marL="719138" indent="-250825" algn="l" defTabSz="457200" rtl="0" eaLnBrk="1" fontAlgn="base" hangingPunct="1">
              <a:spcBef>
                <a:spcPts val="300"/>
              </a:spcBef>
              <a:spcAft>
                <a:spcPct val="0"/>
              </a:spcAft>
              <a:buFont typeface="Lucida Grande"/>
              <a:buChar char="–"/>
              <a:defRPr sz="2000" b="0" i="0" kern="1200">
                <a:solidFill>
                  <a:schemeClr val="tx1"/>
                </a:solidFill>
                <a:latin typeface="Tahoma"/>
                <a:ea typeface="+mn-ea"/>
                <a:cs typeface="Tahoma"/>
              </a:defRPr>
            </a:lvl3pPr>
            <a:lvl4pPr marL="719138" indent="-250825" algn="l" defTabSz="457200" rtl="0" eaLnBrk="1" fontAlgn="base" hangingPunct="1">
              <a:spcBef>
                <a:spcPts val="300"/>
              </a:spcBef>
              <a:spcAft>
                <a:spcPct val="0"/>
              </a:spcAft>
              <a:buFont typeface="Lucida Grande"/>
              <a:buChar char="–"/>
              <a:defRPr sz="2000" b="0" i="0" kern="1200">
                <a:solidFill>
                  <a:schemeClr val="tx1"/>
                </a:solidFill>
                <a:latin typeface="Tahoma"/>
                <a:ea typeface="+mn-ea"/>
                <a:cs typeface="Tahoma"/>
              </a:defRPr>
            </a:lvl4pPr>
            <a:lvl5pPr marL="719138" indent="-250825" algn="l" defTabSz="457200" rtl="0" eaLnBrk="1" fontAlgn="base" hangingPunct="1">
              <a:spcBef>
                <a:spcPts val="300"/>
              </a:spcBef>
              <a:spcAft>
                <a:spcPct val="0"/>
              </a:spcAft>
              <a:buFont typeface="Lucida Grande"/>
              <a:buChar char="–"/>
              <a:defRPr sz="2000" b="0" i="0" kern="1200">
                <a:solidFill>
                  <a:schemeClr val="tx1"/>
                </a:solidFill>
                <a:latin typeface="Tahoma"/>
                <a:ea typeface="+mn-ea"/>
                <a:cs typeface="Tahom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15900" lvl="1" indent="0">
              <a:buFont typeface="Lucida Grande"/>
              <a:buNone/>
            </a:pPr>
            <a:endParaRPr lang="en-US" sz="1600" dirty="0" smtClean="0"/>
          </a:p>
          <a:p>
            <a:pPr>
              <a:buFont typeface="Wingdings" pitchFamily="2" charset="2"/>
              <a:buChar char="q"/>
            </a:pPr>
            <a:r>
              <a:rPr lang="en-US" b="1" dirty="0" err="1" smtClean="0"/>
              <a:t>NotPetya</a:t>
            </a:r>
            <a:r>
              <a:rPr lang="en-US" b="1" dirty="0" smtClean="0"/>
              <a:t>: Financial and Operational Impacts</a:t>
            </a:r>
            <a:endParaRPr lang="en-US" b="1" dirty="0" smtClean="0"/>
          </a:p>
        </p:txBody>
      </p:sp>
    </p:spTree>
    <p:extLst>
      <p:ext uri="{BB962C8B-B14F-4D97-AF65-F5344CB8AC3E}">
        <p14:creationId xmlns:p14="http://schemas.microsoft.com/office/powerpoint/2010/main" val="32229308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rgbClr val="B71234"/>
                </a:solidFill>
              </a:rPr>
              <a:t>Cyber Across Traditional Insurance</a:t>
            </a:r>
            <a:endParaRPr lang="en-US" dirty="0">
              <a:solidFill>
                <a:srgbClr val="B71234"/>
              </a:solidFill>
            </a:endParaRPr>
          </a:p>
        </p:txBody>
      </p:sp>
      <p:sp>
        <p:nvSpPr>
          <p:cNvPr id="3" name="Content Placeholder 2"/>
          <p:cNvSpPr>
            <a:spLocks noGrp="1"/>
          </p:cNvSpPr>
          <p:nvPr>
            <p:ph idx="1"/>
          </p:nvPr>
        </p:nvSpPr>
        <p:spPr/>
        <p:txBody>
          <a:bodyPr>
            <a:normAutofit/>
          </a:bodyPr>
          <a:lstStyle/>
          <a:p>
            <a:pPr marL="0" indent="0"/>
            <a:r>
              <a:rPr lang="en-US" b="1" dirty="0"/>
              <a:t>Silent / Non-Affirmative Cyber</a:t>
            </a:r>
          </a:p>
          <a:p>
            <a:pPr>
              <a:buFont typeface="Wingdings" pitchFamily="2" charset="2"/>
              <a:buChar char="q"/>
            </a:pPr>
            <a:r>
              <a:rPr lang="en-US" dirty="0" smtClean="0"/>
              <a:t>What is it</a:t>
            </a:r>
            <a:r>
              <a:rPr lang="en-US" dirty="0" smtClean="0"/>
              <a:t>?</a:t>
            </a:r>
          </a:p>
          <a:p>
            <a:pPr marL="215900" lvl="1" indent="0">
              <a:buNone/>
            </a:pPr>
            <a:endParaRPr lang="en-US" dirty="0" smtClean="0"/>
          </a:p>
          <a:p>
            <a:pPr lvl="1">
              <a:buFont typeface="Wingdings" pitchFamily="2" charset="2"/>
              <a:buChar char="q"/>
            </a:pPr>
            <a:r>
              <a:rPr lang="en-US" dirty="0"/>
              <a:t>Insurance policies that do not explicitly include or exclude coverage for cyber </a:t>
            </a:r>
            <a:r>
              <a:rPr lang="en-US" dirty="0" smtClean="0"/>
              <a:t>risk</a:t>
            </a:r>
          </a:p>
          <a:p>
            <a:pPr marL="215900" lvl="1" indent="0">
              <a:buNone/>
            </a:pPr>
            <a:endParaRPr lang="en-US" dirty="0" smtClean="0"/>
          </a:p>
          <a:p>
            <a:pPr lvl="1">
              <a:buFont typeface="Wingdings" pitchFamily="2" charset="2"/>
              <a:buChar char="q"/>
            </a:pPr>
            <a:r>
              <a:rPr lang="en-US" dirty="0" smtClean="0"/>
              <a:t>Examples exist in Property, Casualty, Professional and Management Liability, Marine, etc</a:t>
            </a:r>
            <a:r>
              <a:rPr lang="en-US" dirty="0" smtClean="0"/>
              <a:t>.</a:t>
            </a:r>
          </a:p>
          <a:p>
            <a:pPr marL="215900" lvl="1" indent="0">
              <a:buNone/>
            </a:pPr>
            <a:endParaRPr lang="en-US" dirty="0" smtClean="0"/>
          </a:p>
          <a:p>
            <a:pPr lvl="1">
              <a:buFont typeface="Wingdings" pitchFamily="2" charset="2"/>
              <a:buChar char="q"/>
            </a:pPr>
            <a:r>
              <a:rPr lang="en-US" dirty="0" smtClean="0"/>
              <a:t>A fe</a:t>
            </a:r>
            <a:r>
              <a:rPr lang="en-US" dirty="0" smtClean="0"/>
              <a:t>w high profile cases involving claims submitted into traditional insurance lines stemming from cyberattacks</a:t>
            </a:r>
          </a:p>
          <a:p>
            <a:pPr lvl="2">
              <a:buFont typeface="Wingdings" pitchFamily="2" charset="2"/>
              <a:buChar char="q"/>
            </a:pPr>
            <a:r>
              <a:rPr lang="en-US" dirty="0" smtClean="0"/>
              <a:t> Zurich / </a:t>
            </a:r>
            <a:r>
              <a:rPr lang="en-US" dirty="0" err="1" smtClean="0"/>
              <a:t>Mondelez</a:t>
            </a:r>
            <a:r>
              <a:rPr lang="en-US" dirty="0" smtClean="0"/>
              <a:t> – </a:t>
            </a:r>
            <a:r>
              <a:rPr lang="en-US" dirty="0" err="1" smtClean="0"/>
              <a:t>NotPetya</a:t>
            </a:r>
            <a:r>
              <a:rPr lang="en-US" dirty="0" smtClean="0"/>
              <a:t> claim</a:t>
            </a:r>
          </a:p>
          <a:p>
            <a:pPr lvl="2">
              <a:buFont typeface="Wingdings" pitchFamily="2" charset="2"/>
              <a:buChar char="q"/>
            </a:pPr>
            <a:r>
              <a:rPr lang="en-US" dirty="0"/>
              <a:t> </a:t>
            </a:r>
            <a:r>
              <a:rPr lang="en-US" dirty="0" smtClean="0"/>
              <a:t>AIG / Merck – </a:t>
            </a:r>
            <a:r>
              <a:rPr lang="en-US" dirty="0" err="1" smtClean="0"/>
              <a:t>NotPetya</a:t>
            </a:r>
            <a:r>
              <a:rPr lang="en-US" dirty="0" smtClean="0"/>
              <a:t> claim</a:t>
            </a:r>
            <a:endParaRPr lang="en-US" dirty="0" smtClean="0"/>
          </a:p>
          <a:p>
            <a:pPr marL="215900" lvl="1" indent="0">
              <a:buNone/>
            </a:pPr>
            <a:endParaRPr lang="en-US" sz="1600" dirty="0" smtClean="0"/>
          </a:p>
        </p:txBody>
      </p:sp>
      <p:sp>
        <p:nvSpPr>
          <p:cNvPr id="4" name="Slide Number Placeholder 3"/>
          <p:cNvSpPr>
            <a:spLocks noGrp="1"/>
          </p:cNvSpPr>
          <p:nvPr>
            <p:ph type="sldNum" sz="quarter" idx="10"/>
          </p:nvPr>
        </p:nvSpPr>
        <p:spPr/>
        <p:txBody>
          <a:bodyPr/>
          <a:lstStyle/>
          <a:p>
            <a:fld id="{E1DCACE2-D022-451A-A94E-9D64D882086C}" type="slidenum">
              <a:rPr lang="en-IE" smtClean="0"/>
              <a:pPr/>
              <a:t>14</a:t>
            </a:fld>
            <a:endParaRPr lang="en-IE"/>
          </a:p>
        </p:txBody>
      </p:sp>
    </p:spTree>
    <p:extLst>
      <p:ext uri="{BB962C8B-B14F-4D97-AF65-F5344CB8AC3E}">
        <p14:creationId xmlns:p14="http://schemas.microsoft.com/office/powerpoint/2010/main" val="26485805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B71234"/>
                </a:solidFill>
              </a:rPr>
              <a:t>Cyber Across </a:t>
            </a:r>
            <a:r>
              <a:rPr lang="en-US" dirty="0" smtClean="0">
                <a:solidFill>
                  <a:srgbClr val="B71234"/>
                </a:solidFill>
              </a:rPr>
              <a:t>Traditional Insurance</a:t>
            </a:r>
            <a:endParaRPr lang="en-US" dirty="0">
              <a:solidFill>
                <a:srgbClr val="C00000"/>
              </a:solidFill>
            </a:endParaRPr>
          </a:p>
        </p:txBody>
      </p:sp>
      <p:sp>
        <p:nvSpPr>
          <p:cNvPr id="3" name="Content Placeholder 2"/>
          <p:cNvSpPr>
            <a:spLocks noGrp="1"/>
          </p:cNvSpPr>
          <p:nvPr>
            <p:ph idx="1"/>
          </p:nvPr>
        </p:nvSpPr>
        <p:spPr/>
        <p:txBody>
          <a:bodyPr>
            <a:normAutofit fontScale="62500" lnSpcReduction="20000"/>
          </a:bodyPr>
          <a:lstStyle/>
          <a:p>
            <a:pPr>
              <a:buFont typeface="Wingdings" pitchFamily="2" charset="2"/>
              <a:buChar char="q"/>
            </a:pPr>
            <a:r>
              <a:rPr lang="en-US" sz="2900" b="1" dirty="0" smtClean="0"/>
              <a:t>Potential Exposures</a:t>
            </a:r>
            <a:endParaRPr lang="en-US" sz="2900" b="1" dirty="0" smtClean="0"/>
          </a:p>
          <a:p>
            <a:pPr algn="just">
              <a:lnSpc>
                <a:spcPct val="130000"/>
              </a:lnSpc>
              <a:spcBef>
                <a:spcPts val="600"/>
              </a:spcBef>
              <a:buFont typeface="Wingdings" panose="05000000000000000000" pitchFamily="2" charset="2"/>
              <a:buChar char="ü"/>
            </a:pPr>
            <a:r>
              <a:rPr lang="en-US" altLang="en-US" sz="2300" dirty="0">
                <a:cs typeface="Arial" panose="020B0604020202020204" pitchFamily="34" charset="0"/>
              </a:rPr>
              <a:t>Loss of Intellectual Property</a:t>
            </a:r>
          </a:p>
          <a:p>
            <a:pPr algn="just">
              <a:lnSpc>
                <a:spcPct val="130000"/>
              </a:lnSpc>
              <a:spcBef>
                <a:spcPts val="600"/>
              </a:spcBef>
              <a:buFont typeface="Wingdings" panose="05000000000000000000" pitchFamily="2" charset="2"/>
              <a:buChar char="ü"/>
            </a:pPr>
            <a:r>
              <a:rPr lang="en-US" altLang="en-US" sz="2300" dirty="0">
                <a:cs typeface="Arial" panose="020B0604020202020204" pitchFamily="34" charset="0"/>
              </a:rPr>
              <a:t>Property damage</a:t>
            </a:r>
          </a:p>
          <a:p>
            <a:pPr algn="just">
              <a:lnSpc>
                <a:spcPct val="130000"/>
              </a:lnSpc>
              <a:spcBef>
                <a:spcPts val="600"/>
              </a:spcBef>
              <a:buFont typeface="Wingdings" panose="05000000000000000000" pitchFamily="2" charset="2"/>
              <a:buChar char="ü"/>
            </a:pPr>
            <a:r>
              <a:rPr lang="en-US" altLang="en-US" sz="2300" dirty="0">
                <a:cs typeface="Arial" panose="020B0604020202020204" pitchFamily="34" charset="0"/>
              </a:rPr>
              <a:t>Business interruption</a:t>
            </a:r>
          </a:p>
          <a:p>
            <a:pPr algn="just">
              <a:lnSpc>
                <a:spcPct val="130000"/>
              </a:lnSpc>
              <a:spcBef>
                <a:spcPts val="600"/>
              </a:spcBef>
              <a:buFont typeface="Wingdings" panose="05000000000000000000" pitchFamily="2" charset="2"/>
              <a:buChar char="ü"/>
            </a:pPr>
            <a:r>
              <a:rPr lang="en-US" altLang="en-US" sz="2300" dirty="0">
                <a:cs typeface="Arial" panose="020B0604020202020204" pitchFamily="34" charset="0"/>
              </a:rPr>
              <a:t>Reputational damage</a:t>
            </a:r>
          </a:p>
          <a:p>
            <a:pPr algn="just">
              <a:lnSpc>
                <a:spcPct val="130000"/>
              </a:lnSpc>
              <a:spcBef>
                <a:spcPts val="600"/>
              </a:spcBef>
              <a:buFont typeface="Wingdings" panose="05000000000000000000" pitchFamily="2" charset="2"/>
              <a:buChar char="ü"/>
            </a:pPr>
            <a:r>
              <a:rPr lang="en-US" altLang="en-US" sz="2300" dirty="0">
                <a:cs typeface="Arial" panose="020B0604020202020204" pitchFamily="34" charset="0"/>
              </a:rPr>
              <a:t>Fines/penalties/regulatory actions</a:t>
            </a:r>
          </a:p>
          <a:p>
            <a:pPr algn="just">
              <a:lnSpc>
                <a:spcPct val="130000"/>
              </a:lnSpc>
              <a:spcBef>
                <a:spcPts val="600"/>
              </a:spcBef>
              <a:buFont typeface="Wingdings" panose="05000000000000000000" pitchFamily="2" charset="2"/>
              <a:buChar char="ü"/>
            </a:pPr>
            <a:r>
              <a:rPr lang="en-US" altLang="en-US" sz="2300" dirty="0">
                <a:cs typeface="Arial" panose="020B0604020202020204" pitchFamily="34" charset="0"/>
              </a:rPr>
              <a:t>Bodily injury</a:t>
            </a:r>
          </a:p>
          <a:p>
            <a:pPr algn="just">
              <a:lnSpc>
                <a:spcPct val="130000"/>
              </a:lnSpc>
              <a:spcBef>
                <a:spcPts val="600"/>
              </a:spcBef>
              <a:buFont typeface="Wingdings" panose="05000000000000000000" pitchFamily="2" charset="2"/>
              <a:buChar char="ü"/>
            </a:pPr>
            <a:r>
              <a:rPr lang="en-US" altLang="en-US" sz="2300" dirty="0">
                <a:cs typeface="Arial" panose="020B0604020202020204" pitchFamily="34" charset="0"/>
              </a:rPr>
              <a:t>Extortion</a:t>
            </a:r>
          </a:p>
          <a:p>
            <a:pPr algn="just">
              <a:lnSpc>
                <a:spcPct val="130000"/>
              </a:lnSpc>
              <a:spcBef>
                <a:spcPts val="600"/>
              </a:spcBef>
              <a:buFont typeface="Wingdings" panose="05000000000000000000" pitchFamily="2" charset="2"/>
              <a:buChar char="ü"/>
            </a:pPr>
            <a:r>
              <a:rPr lang="en-US" altLang="en-US" sz="2300" dirty="0">
                <a:cs typeface="Arial" panose="020B0604020202020204" pitchFamily="34" charset="0"/>
              </a:rPr>
              <a:t>Breach of contract</a:t>
            </a:r>
          </a:p>
          <a:p>
            <a:pPr algn="just">
              <a:lnSpc>
                <a:spcPct val="130000"/>
              </a:lnSpc>
              <a:spcBef>
                <a:spcPts val="600"/>
              </a:spcBef>
              <a:buFont typeface="Wingdings" panose="05000000000000000000" pitchFamily="2" charset="2"/>
              <a:buChar char="ü"/>
            </a:pPr>
            <a:r>
              <a:rPr lang="en-US" altLang="en-US" sz="2300" dirty="0">
                <a:cs typeface="Arial" panose="020B0604020202020204" pitchFamily="34" charset="0"/>
              </a:rPr>
              <a:t>D&amp;O and transactional liability </a:t>
            </a:r>
          </a:p>
          <a:p>
            <a:pPr algn="just">
              <a:lnSpc>
                <a:spcPct val="130000"/>
              </a:lnSpc>
              <a:spcBef>
                <a:spcPts val="600"/>
              </a:spcBef>
              <a:buFont typeface="Wingdings" panose="05000000000000000000" pitchFamily="2" charset="2"/>
              <a:buChar char="ü"/>
            </a:pPr>
            <a:r>
              <a:rPr lang="en-US" altLang="en-US" sz="2300" dirty="0">
                <a:cs typeface="Arial" panose="020B0604020202020204" pitchFamily="34" charset="0"/>
              </a:rPr>
              <a:t>Product liability and recall </a:t>
            </a:r>
          </a:p>
          <a:p>
            <a:pPr algn="just">
              <a:lnSpc>
                <a:spcPct val="130000"/>
              </a:lnSpc>
              <a:spcBef>
                <a:spcPts val="600"/>
              </a:spcBef>
              <a:buFont typeface="Wingdings" panose="05000000000000000000" pitchFamily="2" charset="2"/>
              <a:buChar char="ü"/>
            </a:pPr>
            <a:r>
              <a:rPr lang="en-US" altLang="en-US" sz="2300" dirty="0">
                <a:cs typeface="Arial" panose="020B0604020202020204" pitchFamily="34" charset="0"/>
              </a:rPr>
              <a:t>Stock drops, loss of profits</a:t>
            </a:r>
          </a:p>
          <a:p>
            <a:pPr>
              <a:lnSpc>
                <a:spcPct val="130000"/>
              </a:lnSpc>
              <a:spcBef>
                <a:spcPts val="600"/>
              </a:spcBef>
              <a:buFont typeface="Wingdings" panose="05000000000000000000" pitchFamily="2" charset="2"/>
              <a:buChar char="ü"/>
            </a:pPr>
            <a:r>
              <a:rPr lang="en-US" altLang="en-US" sz="2300" dirty="0">
                <a:cs typeface="Arial" panose="020B0604020202020204" pitchFamily="34" charset="0"/>
              </a:rPr>
              <a:t>Costs to notify/breach response costs</a:t>
            </a:r>
          </a:p>
          <a:p>
            <a:pPr algn="just">
              <a:lnSpc>
                <a:spcPct val="130000"/>
              </a:lnSpc>
              <a:spcBef>
                <a:spcPts val="600"/>
              </a:spcBef>
              <a:buFont typeface="Wingdings" panose="05000000000000000000" pitchFamily="2" charset="2"/>
              <a:buChar char="ü"/>
            </a:pPr>
            <a:r>
              <a:rPr lang="en-US" altLang="en-US" sz="2300" dirty="0">
                <a:cs typeface="Arial" panose="020B0604020202020204" pitchFamily="34" charset="0"/>
              </a:rPr>
              <a:t>Lost data</a:t>
            </a:r>
          </a:p>
          <a:p>
            <a:pPr algn="just">
              <a:lnSpc>
                <a:spcPct val="130000"/>
              </a:lnSpc>
              <a:spcBef>
                <a:spcPts val="600"/>
              </a:spcBef>
              <a:buFont typeface="Wingdings" panose="05000000000000000000" pitchFamily="2" charset="2"/>
              <a:buChar char="ü"/>
            </a:pPr>
            <a:r>
              <a:rPr lang="en-US" altLang="en-US" sz="2300" dirty="0">
                <a:cs typeface="Arial" panose="020B0604020202020204" pitchFamily="34" charset="0"/>
              </a:rPr>
              <a:t>Loss of monies transferred</a:t>
            </a:r>
          </a:p>
          <a:p>
            <a:pPr marL="215900" lvl="1" indent="0">
              <a:buNone/>
            </a:pPr>
            <a:endParaRPr lang="en-US" dirty="0" smtClean="0"/>
          </a:p>
          <a:p>
            <a:pPr>
              <a:buFont typeface="Wingdings" pitchFamily="2" charset="2"/>
              <a:buChar char="q"/>
            </a:pPr>
            <a:endParaRPr lang="en-US" sz="1600" dirty="0" smtClean="0"/>
          </a:p>
          <a:p>
            <a:pPr lvl="1">
              <a:buFont typeface="Wingdings" pitchFamily="2" charset="2"/>
              <a:buChar char="§"/>
            </a:pPr>
            <a:endParaRPr lang="en-US" sz="1600" dirty="0" smtClean="0"/>
          </a:p>
        </p:txBody>
      </p:sp>
      <p:sp>
        <p:nvSpPr>
          <p:cNvPr id="4" name="Slide Number Placeholder 3"/>
          <p:cNvSpPr>
            <a:spLocks noGrp="1"/>
          </p:cNvSpPr>
          <p:nvPr>
            <p:ph type="sldNum" sz="quarter" idx="10"/>
          </p:nvPr>
        </p:nvSpPr>
        <p:spPr/>
        <p:txBody>
          <a:bodyPr/>
          <a:lstStyle/>
          <a:p>
            <a:fld id="{E1DCACE2-D022-451A-A94E-9D64D882086C}" type="slidenum">
              <a:rPr lang="en-IE" smtClean="0"/>
              <a:pPr/>
              <a:t>15</a:t>
            </a:fld>
            <a:endParaRPr lang="en-IE"/>
          </a:p>
        </p:txBody>
      </p:sp>
      <p:sp>
        <p:nvSpPr>
          <p:cNvPr id="6" name="TextBox 9"/>
          <p:cNvSpPr txBox="1">
            <a:spLocks noChangeArrowheads="1"/>
          </p:cNvSpPr>
          <p:nvPr/>
        </p:nvSpPr>
        <p:spPr bwMode="auto">
          <a:xfrm>
            <a:off x="3816965" y="1319593"/>
            <a:ext cx="4716016" cy="3575546"/>
          </a:xfrm>
          <a:prstGeom prst="rect">
            <a:avLst/>
          </a:prstGeom>
          <a:solidFill>
            <a:srgbClr val="B71234"/>
          </a:solidFill>
          <a:ln>
            <a:noFill/>
          </a:ln>
          <a:extLst/>
        </p:spPr>
        <p:txBody>
          <a:bodyPr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ja-JP" altLang="en-US" sz="1600">
                <a:solidFill>
                  <a:schemeClr val="bg1"/>
                </a:solidFill>
              </a:rPr>
              <a:t>“</a:t>
            </a:r>
            <a:r>
              <a:rPr lang="en-US" altLang="ja-JP" sz="1600">
                <a:solidFill>
                  <a:schemeClr val="bg1"/>
                </a:solidFill>
              </a:rPr>
              <a:t>Cyber attacks may stem from a wide array of actors, affect all industries and result in varying levels of damage to data, critical systems, physical property, and even disrupt business continuity.  For this reason, cyber risks can trigger a variety of insurance solutions.</a:t>
            </a:r>
            <a:r>
              <a:rPr lang="ja-JP" altLang="en-US" sz="1600">
                <a:solidFill>
                  <a:schemeClr val="bg1"/>
                </a:solidFill>
              </a:rPr>
              <a:t>”</a:t>
            </a:r>
            <a:endParaRPr lang="en-US" altLang="en-US" sz="1600">
              <a:solidFill>
                <a:schemeClr val="bg1"/>
              </a:solidFill>
            </a:endParaRPr>
          </a:p>
        </p:txBody>
      </p:sp>
      <p:sp>
        <p:nvSpPr>
          <p:cNvPr id="7" name="TextBox 4"/>
          <p:cNvSpPr txBox="1">
            <a:spLocks noChangeArrowheads="1"/>
          </p:cNvSpPr>
          <p:nvPr/>
        </p:nvSpPr>
        <p:spPr bwMode="auto">
          <a:xfrm>
            <a:off x="3799116" y="4931876"/>
            <a:ext cx="47667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900" dirty="0">
                <a:latin typeface="Tahoma" panose="020B0604030504040204" pitchFamily="34" charset="0"/>
                <a:ea typeface="Tahoma" panose="020B0604030504040204" pitchFamily="34" charset="0"/>
                <a:cs typeface="Tahoma" panose="020B0604030504040204" pitchFamily="34" charset="0"/>
              </a:rPr>
              <a:t>Source: CRO Forum Report – </a:t>
            </a:r>
            <a:r>
              <a:rPr lang="ja-JP" altLang="en-US" sz="900" dirty="0">
                <a:latin typeface="Tahoma" panose="020B0604030504040204" pitchFamily="34" charset="0"/>
                <a:cs typeface="Tahoma" panose="020B0604030504040204" pitchFamily="34" charset="0"/>
              </a:rPr>
              <a:t>“</a:t>
            </a:r>
            <a:r>
              <a:rPr lang="en-US" altLang="ja-JP" sz="900" dirty="0">
                <a:latin typeface="Tahoma" panose="020B0604030504040204" pitchFamily="34" charset="0"/>
                <a:ea typeface="Tahoma" panose="020B0604030504040204" pitchFamily="34" charset="0"/>
                <a:cs typeface="Tahoma" panose="020B0604030504040204" pitchFamily="34" charset="0"/>
              </a:rPr>
              <a:t>Cyber Resilience – The Cyber risk challenge and the role of insurance</a:t>
            </a:r>
            <a:r>
              <a:rPr lang="ja-JP" altLang="en-US" sz="900" dirty="0">
                <a:latin typeface="Tahoma" panose="020B0604030504040204" pitchFamily="34" charset="0"/>
                <a:cs typeface="Tahoma" panose="020B0604030504040204" pitchFamily="34" charset="0"/>
              </a:rPr>
              <a:t>”</a:t>
            </a:r>
            <a:endParaRPr lang="en-US" altLang="en-US" sz="9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9979112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B71234"/>
                </a:solidFill>
              </a:rPr>
              <a:t>Cyber Across </a:t>
            </a:r>
            <a:r>
              <a:rPr lang="en-US" dirty="0" smtClean="0">
                <a:solidFill>
                  <a:srgbClr val="B71234"/>
                </a:solidFill>
              </a:rPr>
              <a:t>Traditional Insurance</a:t>
            </a:r>
            <a:endParaRPr lang="en-US" dirty="0">
              <a:solidFill>
                <a:srgbClr val="B71234"/>
              </a:solidFill>
            </a:endParaRPr>
          </a:p>
        </p:txBody>
      </p:sp>
      <p:sp>
        <p:nvSpPr>
          <p:cNvPr id="4" name="Slide Number Placeholder 3"/>
          <p:cNvSpPr>
            <a:spLocks noGrp="1"/>
          </p:cNvSpPr>
          <p:nvPr>
            <p:ph type="sldNum" sz="quarter" idx="10"/>
          </p:nvPr>
        </p:nvSpPr>
        <p:spPr/>
        <p:txBody>
          <a:bodyPr/>
          <a:lstStyle/>
          <a:p>
            <a:fld id="{E1DCACE2-D022-451A-A94E-9D64D882086C}" type="slidenum">
              <a:rPr lang="en-IE" smtClean="0"/>
              <a:pPr/>
              <a:t>16</a:t>
            </a:fld>
            <a:endParaRPr lang="en-IE"/>
          </a:p>
        </p:txBody>
      </p:sp>
      <p:sp>
        <p:nvSpPr>
          <p:cNvPr id="6" name="TextBox 4"/>
          <p:cNvSpPr txBox="1">
            <a:spLocks noChangeArrowheads="1"/>
          </p:cNvSpPr>
          <p:nvPr/>
        </p:nvSpPr>
        <p:spPr bwMode="auto">
          <a:xfrm>
            <a:off x="6084168" y="6390511"/>
            <a:ext cx="170898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900" dirty="0">
                <a:latin typeface="Tahoma" panose="020B0604030504040204" pitchFamily="34" charset="0"/>
                <a:ea typeface="Tahoma" panose="020B0604030504040204" pitchFamily="34" charset="0"/>
                <a:cs typeface="Tahoma" panose="020B0604030504040204" pitchFamily="34" charset="0"/>
              </a:rPr>
              <a:t>Source: </a:t>
            </a:r>
            <a:r>
              <a:rPr lang="en-US" altLang="en-US" sz="900" dirty="0" smtClean="0">
                <a:latin typeface="Tahoma" panose="020B0604030504040204" pitchFamily="34" charset="0"/>
                <a:ea typeface="Tahoma" panose="020B0604030504040204" pitchFamily="34" charset="0"/>
                <a:cs typeface="Tahoma" panose="020B0604030504040204" pitchFamily="34" charset="0"/>
              </a:rPr>
              <a:t>AON</a:t>
            </a:r>
            <a:endParaRPr lang="en-US" altLang="en-US" sz="900" dirty="0">
              <a:latin typeface="Tahoma" panose="020B0604030504040204" pitchFamily="34" charset="0"/>
              <a:ea typeface="Tahoma" panose="020B0604030504040204" pitchFamily="34" charset="0"/>
              <a:cs typeface="Tahoma" panose="020B0604030504040204" pitchFamily="34" charset="0"/>
            </a:endParaRPr>
          </a:p>
        </p:txBody>
      </p:sp>
      <p:pic>
        <p:nvPicPr>
          <p:cNvPr id="3" name="Picture 2"/>
          <p:cNvPicPr>
            <a:picLocks noChangeAspect="1"/>
          </p:cNvPicPr>
          <p:nvPr/>
        </p:nvPicPr>
        <p:blipFill rotWithShape="1">
          <a:blip r:embed="rId3"/>
          <a:srcRect t="8697"/>
          <a:stretch/>
        </p:blipFill>
        <p:spPr>
          <a:xfrm>
            <a:off x="0" y="1018921"/>
            <a:ext cx="9040131" cy="5027264"/>
          </a:xfrm>
          <a:prstGeom prst="rect">
            <a:avLst/>
          </a:prstGeom>
        </p:spPr>
      </p:pic>
    </p:spTree>
    <p:extLst>
      <p:ext uri="{BB962C8B-B14F-4D97-AF65-F5344CB8AC3E}">
        <p14:creationId xmlns:p14="http://schemas.microsoft.com/office/powerpoint/2010/main" val="37119110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rgbClr val="B71234"/>
                </a:solidFill>
                <a:latin typeface="Tahoma" panose="020B0604030504040204" pitchFamily="34" charset="0"/>
                <a:ea typeface="Tahoma" panose="020B0604030504040204" pitchFamily="34" charset="0"/>
                <a:cs typeface="Tahoma" panose="020B0604030504040204" pitchFamily="34" charset="0"/>
              </a:rPr>
              <a:t>Emerging Issues</a:t>
            </a:r>
            <a:endParaRPr lang="en-US" dirty="0">
              <a:solidFill>
                <a:srgbClr val="B71234"/>
              </a:solidFill>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E1DCACE2-D022-451A-A94E-9D64D882086C}" type="slidenum">
              <a:rPr lang="en-IE" smtClean="0">
                <a:latin typeface="Tahoma" panose="020B0604030504040204" pitchFamily="34" charset="0"/>
                <a:ea typeface="Tahoma" panose="020B0604030504040204" pitchFamily="34" charset="0"/>
                <a:cs typeface="Tahoma" panose="020B0604030504040204" pitchFamily="34" charset="0"/>
              </a:rPr>
              <a:pPr/>
              <a:t>17</a:t>
            </a:fld>
            <a:endParaRPr lang="en-IE">
              <a:latin typeface="Tahoma" panose="020B0604030504040204" pitchFamily="34" charset="0"/>
              <a:ea typeface="Tahoma" panose="020B0604030504040204" pitchFamily="34" charset="0"/>
              <a:cs typeface="Tahoma" panose="020B0604030504040204" pitchFamily="34" charset="0"/>
            </a:endParaRPr>
          </a:p>
        </p:txBody>
      </p:sp>
      <p:sp>
        <p:nvSpPr>
          <p:cNvPr id="6" name="Cloud 6"/>
          <p:cNvSpPr>
            <a:spLocks/>
          </p:cNvSpPr>
          <p:nvPr/>
        </p:nvSpPr>
        <p:spPr bwMode="auto">
          <a:xfrm>
            <a:off x="3675063" y="1511300"/>
            <a:ext cx="1485900" cy="1079500"/>
          </a:xfrm>
          <a:custGeom>
            <a:avLst/>
            <a:gdLst>
              <a:gd name="T0" fmla="*/ 2147483647 w 43200"/>
              <a:gd name="T1" fmla="*/ 2147483647 h 43200"/>
              <a:gd name="T2" fmla="*/ 2147483647 w 43200"/>
              <a:gd name="T3" fmla="*/ 2147483647 h 43200"/>
              <a:gd name="T4" fmla="*/ 2147483647 w 43200"/>
              <a:gd name="T5" fmla="*/ 2147483647 h 43200"/>
              <a:gd name="T6" fmla="*/ 2147483647 w 43200"/>
              <a:gd name="T7" fmla="*/ 2147483647 h 43200"/>
              <a:gd name="T8" fmla="*/ 2147483647 w 43200"/>
              <a:gd name="T9" fmla="*/ 2147483647 h 43200"/>
              <a:gd name="T10" fmla="*/ 2147483647 w 43200"/>
              <a:gd name="T11" fmla="*/ 2147483647 h 43200"/>
              <a:gd name="T12" fmla="*/ 2147483647 w 43200"/>
              <a:gd name="T13" fmla="*/ 2147483647 h 43200"/>
              <a:gd name="T14" fmla="*/ 2147483647 w 43200"/>
              <a:gd name="T15" fmla="*/ 2147483647 h 43200"/>
              <a:gd name="T16" fmla="*/ 2147483647 w 43200"/>
              <a:gd name="T17" fmla="*/ 2147483647 h 43200"/>
              <a:gd name="T18" fmla="*/ 2147483647 w 43200"/>
              <a:gd name="T19" fmla="*/ 2147483647 h 43200"/>
              <a:gd name="T20" fmla="*/ 2147483647 w 43200"/>
              <a:gd name="T21" fmla="*/ 2147483647 h 43200"/>
              <a:gd name="T22" fmla="*/ 2147483647 w 43200"/>
              <a:gd name="T23" fmla="*/ 2147483647 h 43200"/>
              <a:gd name="T24" fmla="*/ 2147483647 w 43200"/>
              <a:gd name="T25" fmla="*/ 2115605999 h 43200"/>
              <a:gd name="T26" fmla="*/ 2147483647 w 43200"/>
              <a:gd name="T27" fmla="*/ 2147483647 h 43200"/>
              <a:gd name="T28" fmla="*/ 2147483647 w 43200"/>
              <a:gd name="T29" fmla="*/ 1540889145 h 43200"/>
              <a:gd name="T30" fmla="*/ 2147483647 w 43200"/>
              <a:gd name="T31" fmla="*/ 912372135 h 43200"/>
              <a:gd name="T32" fmla="*/ 2147483647 w 43200"/>
              <a:gd name="T33" fmla="*/ 1840332300 h 43200"/>
              <a:gd name="T34" fmla="*/ 2147483647 w 43200"/>
              <a:gd name="T35" fmla="*/ 1298366976 h 43200"/>
              <a:gd name="T36" fmla="*/ 2147483647 w 43200"/>
              <a:gd name="T37" fmla="*/ 2024373031 h 43200"/>
              <a:gd name="T38" fmla="*/ 2147483647 w 43200"/>
              <a:gd name="T39" fmla="*/ 2147483647 h 43200"/>
              <a:gd name="T40" fmla="*/ 2147483647 w 43200"/>
              <a:gd name="T41" fmla="*/ 2147483647 h 43200"/>
              <a:gd name="T42" fmla="*/ 2147483647 w 43200"/>
              <a:gd name="T43" fmla="*/ 2147483647 h 432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200"/>
              <a:gd name="T67" fmla="*/ 0 h 43200"/>
              <a:gd name="T68" fmla="*/ 43200 w 43200"/>
              <a:gd name="T69" fmla="*/ 43200 h 432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200" h="43200">
                <a:moveTo>
                  <a:pt x="3900" y="14370"/>
                </a:moveTo>
                <a:cubicBezTo>
                  <a:pt x="3629" y="11657"/>
                  <a:pt x="4261" y="8921"/>
                  <a:pt x="5623" y="6907"/>
                </a:cubicBezTo>
                <a:cubicBezTo>
                  <a:pt x="7775" y="3726"/>
                  <a:pt x="11264" y="3017"/>
                  <a:pt x="14005" y="5202"/>
                </a:cubicBezTo>
                <a:cubicBezTo>
                  <a:pt x="15678" y="909"/>
                  <a:pt x="19914" y="22"/>
                  <a:pt x="22456" y="3432"/>
                </a:cubicBezTo>
                <a:cubicBezTo>
                  <a:pt x="23097" y="1683"/>
                  <a:pt x="24328" y="474"/>
                  <a:pt x="25749" y="200"/>
                </a:cubicBezTo>
                <a:cubicBezTo>
                  <a:pt x="27313" y="-102"/>
                  <a:pt x="28875" y="770"/>
                  <a:pt x="29833" y="2481"/>
                </a:cubicBezTo>
                <a:cubicBezTo>
                  <a:pt x="31215" y="267"/>
                  <a:pt x="33501" y="-460"/>
                  <a:pt x="35463" y="690"/>
                </a:cubicBezTo>
                <a:cubicBezTo>
                  <a:pt x="36958" y="1566"/>
                  <a:pt x="38030" y="3400"/>
                  <a:pt x="38318" y="5576"/>
                </a:cubicBezTo>
                <a:cubicBezTo>
                  <a:pt x="40046" y="6218"/>
                  <a:pt x="41422" y="7998"/>
                  <a:pt x="41982" y="10318"/>
                </a:cubicBezTo>
                <a:cubicBezTo>
                  <a:pt x="42389" y="12002"/>
                  <a:pt x="42331" y="13831"/>
                  <a:pt x="41818" y="15460"/>
                </a:cubicBezTo>
                <a:cubicBezTo>
                  <a:pt x="43079" y="17694"/>
                  <a:pt x="43520" y="20590"/>
                  <a:pt x="43016" y="23322"/>
                </a:cubicBezTo>
                <a:cubicBezTo>
                  <a:pt x="42346" y="26954"/>
                  <a:pt x="40128" y="29674"/>
                  <a:pt x="37404" y="30204"/>
                </a:cubicBezTo>
                <a:cubicBezTo>
                  <a:pt x="37391" y="32471"/>
                  <a:pt x="36658" y="34621"/>
                  <a:pt x="35395" y="36101"/>
                </a:cubicBezTo>
                <a:cubicBezTo>
                  <a:pt x="33476" y="38350"/>
                  <a:pt x="30704" y="38639"/>
                  <a:pt x="28555" y="36815"/>
                </a:cubicBezTo>
                <a:cubicBezTo>
                  <a:pt x="27860" y="39948"/>
                  <a:pt x="25999" y="42343"/>
                  <a:pt x="23667" y="43106"/>
                </a:cubicBezTo>
                <a:cubicBezTo>
                  <a:pt x="20919" y="44005"/>
                  <a:pt x="18051" y="42473"/>
                  <a:pt x="16480" y="39266"/>
                </a:cubicBezTo>
                <a:cubicBezTo>
                  <a:pt x="12772" y="42310"/>
                  <a:pt x="7956" y="40599"/>
                  <a:pt x="5804" y="35472"/>
                </a:cubicBezTo>
                <a:cubicBezTo>
                  <a:pt x="3690" y="35809"/>
                  <a:pt x="1705" y="34024"/>
                  <a:pt x="1110" y="31250"/>
                </a:cubicBezTo>
                <a:cubicBezTo>
                  <a:pt x="679" y="29243"/>
                  <a:pt x="1060" y="27077"/>
                  <a:pt x="2113" y="25551"/>
                </a:cubicBezTo>
                <a:cubicBezTo>
                  <a:pt x="619" y="24354"/>
                  <a:pt x="-213" y="22057"/>
                  <a:pt x="-5" y="19704"/>
                </a:cubicBezTo>
                <a:cubicBezTo>
                  <a:pt x="239" y="16949"/>
                  <a:pt x="1845" y="14791"/>
                  <a:pt x="3863" y="14507"/>
                </a:cubicBezTo>
                <a:cubicBezTo>
                  <a:pt x="3875" y="14461"/>
                  <a:pt x="3888" y="14416"/>
                  <a:pt x="3900" y="14370"/>
                </a:cubicBezTo>
                <a:close/>
              </a:path>
              <a:path w="43200" h="43200" fill="none">
                <a:moveTo>
                  <a:pt x="4693" y="26177"/>
                </a:moveTo>
                <a:cubicBezTo>
                  <a:pt x="3809" y="26271"/>
                  <a:pt x="2925" y="25993"/>
                  <a:pt x="2160" y="25380"/>
                </a:cubicBezTo>
                <a:moveTo>
                  <a:pt x="6928" y="34899"/>
                </a:moveTo>
                <a:cubicBezTo>
                  <a:pt x="6573" y="35092"/>
                  <a:pt x="6200" y="35220"/>
                  <a:pt x="5820" y="35280"/>
                </a:cubicBezTo>
                <a:moveTo>
                  <a:pt x="16478" y="39090"/>
                </a:moveTo>
                <a:cubicBezTo>
                  <a:pt x="16211" y="38544"/>
                  <a:pt x="15987" y="37961"/>
                  <a:pt x="15810" y="37350"/>
                </a:cubicBezTo>
                <a:moveTo>
                  <a:pt x="28827" y="34751"/>
                </a:moveTo>
                <a:cubicBezTo>
                  <a:pt x="28788" y="35398"/>
                  <a:pt x="28698" y="36038"/>
                  <a:pt x="28560" y="36660"/>
                </a:cubicBezTo>
                <a:moveTo>
                  <a:pt x="34129" y="22954"/>
                </a:moveTo>
                <a:cubicBezTo>
                  <a:pt x="36133" y="24282"/>
                  <a:pt x="37398" y="27058"/>
                  <a:pt x="37380" y="30090"/>
                </a:cubicBezTo>
                <a:moveTo>
                  <a:pt x="41798" y="15354"/>
                </a:moveTo>
                <a:cubicBezTo>
                  <a:pt x="41473" y="16386"/>
                  <a:pt x="40978" y="17302"/>
                  <a:pt x="40350" y="18030"/>
                </a:cubicBezTo>
                <a:moveTo>
                  <a:pt x="38324" y="5426"/>
                </a:moveTo>
                <a:cubicBezTo>
                  <a:pt x="38379" y="5843"/>
                  <a:pt x="38405" y="6266"/>
                  <a:pt x="38400" y="6690"/>
                </a:cubicBezTo>
                <a:moveTo>
                  <a:pt x="29078" y="3952"/>
                </a:moveTo>
                <a:cubicBezTo>
                  <a:pt x="29267" y="3369"/>
                  <a:pt x="29516" y="2826"/>
                  <a:pt x="29820" y="2340"/>
                </a:cubicBezTo>
                <a:moveTo>
                  <a:pt x="22141" y="4720"/>
                </a:moveTo>
                <a:cubicBezTo>
                  <a:pt x="22218" y="4238"/>
                  <a:pt x="22339" y="3771"/>
                  <a:pt x="22500" y="3330"/>
                </a:cubicBezTo>
                <a:moveTo>
                  <a:pt x="14000" y="5192"/>
                </a:moveTo>
                <a:cubicBezTo>
                  <a:pt x="14472" y="5568"/>
                  <a:pt x="14908" y="6021"/>
                  <a:pt x="15300" y="6540"/>
                </a:cubicBezTo>
                <a:moveTo>
                  <a:pt x="4127" y="15789"/>
                </a:moveTo>
                <a:cubicBezTo>
                  <a:pt x="4024" y="15325"/>
                  <a:pt x="3948" y="14851"/>
                  <a:pt x="3900" y="14370"/>
                </a:cubicBezTo>
              </a:path>
            </a:pathLst>
          </a:custGeom>
          <a:solidFill>
            <a:schemeClr val="tx2">
              <a:lumMod val="50000"/>
              <a:lumOff val="50000"/>
            </a:schemeClr>
          </a:solidFill>
          <a:ln w="9525">
            <a:noFill/>
            <a:miter lim="800000"/>
            <a:headEnd/>
            <a:tailEnd/>
          </a:ln>
          <a:effectLst>
            <a:outerShdw blurRad="40000" dist="23000" dir="5400000" rotWithShape="0">
              <a:srgbClr val="808080">
                <a:alpha val="34998"/>
              </a:srgbClr>
            </a:outerShdw>
          </a:effectLst>
        </p:spPr>
        <p:txBody>
          <a:bodyPr anchor="ctr"/>
          <a:lstStyle/>
          <a:p>
            <a:pPr algn="ctr">
              <a:defRPr/>
            </a:pPr>
            <a:r>
              <a:rPr lang="en-US" sz="1600" b="1"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IoT</a:t>
            </a:r>
            <a:endParaRPr lang="en-US" sz="16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7" name="Cloud 7"/>
          <p:cNvSpPr>
            <a:spLocks/>
          </p:cNvSpPr>
          <p:nvPr/>
        </p:nvSpPr>
        <p:spPr bwMode="auto">
          <a:xfrm>
            <a:off x="5384800" y="971550"/>
            <a:ext cx="2057400" cy="1079500"/>
          </a:xfrm>
          <a:custGeom>
            <a:avLst/>
            <a:gdLst>
              <a:gd name="T0" fmla="*/ 2147483647 w 43200"/>
              <a:gd name="T1" fmla="*/ 2147483647 h 43200"/>
              <a:gd name="T2" fmla="*/ 2147483647 w 43200"/>
              <a:gd name="T3" fmla="*/ 2147483647 h 43200"/>
              <a:gd name="T4" fmla="*/ 2147483647 w 43200"/>
              <a:gd name="T5" fmla="*/ 2147483647 h 43200"/>
              <a:gd name="T6" fmla="*/ 2147483647 w 43200"/>
              <a:gd name="T7" fmla="*/ 2147483647 h 43200"/>
              <a:gd name="T8" fmla="*/ 2147483647 w 43200"/>
              <a:gd name="T9" fmla="*/ 2147483647 h 43200"/>
              <a:gd name="T10" fmla="*/ 2147483647 w 43200"/>
              <a:gd name="T11" fmla="*/ 2147483647 h 43200"/>
              <a:gd name="T12" fmla="*/ 2147483647 w 43200"/>
              <a:gd name="T13" fmla="*/ 2147483647 h 43200"/>
              <a:gd name="T14" fmla="*/ 2147483647 w 43200"/>
              <a:gd name="T15" fmla="*/ 2147483647 h 43200"/>
              <a:gd name="T16" fmla="*/ 2147483647 w 43200"/>
              <a:gd name="T17" fmla="*/ 2147483647 h 43200"/>
              <a:gd name="T18" fmla="*/ 2147483647 w 43200"/>
              <a:gd name="T19" fmla="*/ 2147483647 h 43200"/>
              <a:gd name="T20" fmla="*/ 2147483647 w 43200"/>
              <a:gd name="T21" fmla="*/ 2147483647 h 43200"/>
              <a:gd name="T22" fmla="*/ 2147483647 w 43200"/>
              <a:gd name="T23" fmla="*/ 2147483647 h 43200"/>
              <a:gd name="T24" fmla="*/ 2147483647 w 43200"/>
              <a:gd name="T25" fmla="*/ 2115605999 h 43200"/>
              <a:gd name="T26" fmla="*/ 2147483647 w 43200"/>
              <a:gd name="T27" fmla="*/ 2147483647 h 43200"/>
              <a:gd name="T28" fmla="*/ 2147483647 w 43200"/>
              <a:gd name="T29" fmla="*/ 1540889145 h 43200"/>
              <a:gd name="T30" fmla="*/ 2147483647 w 43200"/>
              <a:gd name="T31" fmla="*/ 912372135 h 43200"/>
              <a:gd name="T32" fmla="*/ 2147483647 w 43200"/>
              <a:gd name="T33" fmla="*/ 1840332300 h 43200"/>
              <a:gd name="T34" fmla="*/ 2147483647 w 43200"/>
              <a:gd name="T35" fmla="*/ 1298366976 h 43200"/>
              <a:gd name="T36" fmla="*/ 2147483647 w 43200"/>
              <a:gd name="T37" fmla="*/ 2024373031 h 43200"/>
              <a:gd name="T38" fmla="*/ 2147483647 w 43200"/>
              <a:gd name="T39" fmla="*/ 2147483647 h 43200"/>
              <a:gd name="T40" fmla="*/ 2147483647 w 43200"/>
              <a:gd name="T41" fmla="*/ 2147483647 h 43200"/>
              <a:gd name="T42" fmla="*/ 2147483647 w 43200"/>
              <a:gd name="T43" fmla="*/ 2147483647 h 432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200"/>
              <a:gd name="T67" fmla="*/ 0 h 43200"/>
              <a:gd name="T68" fmla="*/ 43200 w 43200"/>
              <a:gd name="T69" fmla="*/ 43200 h 432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200" h="43200">
                <a:moveTo>
                  <a:pt x="3900" y="14370"/>
                </a:moveTo>
                <a:cubicBezTo>
                  <a:pt x="3629" y="11657"/>
                  <a:pt x="4261" y="8921"/>
                  <a:pt x="5623" y="6907"/>
                </a:cubicBezTo>
                <a:cubicBezTo>
                  <a:pt x="7775" y="3726"/>
                  <a:pt x="11264" y="3017"/>
                  <a:pt x="14005" y="5202"/>
                </a:cubicBezTo>
                <a:cubicBezTo>
                  <a:pt x="15678" y="909"/>
                  <a:pt x="19914" y="22"/>
                  <a:pt x="22456" y="3432"/>
                </a:cubicBezTo>
                <a:cubicBezTo>
                  <a:pt x="23097" y="1683"/>
                  <a:pt x="24328" y="474"/>
                  <a:pt x="25749" y="200"/>
                </a:cubicBezTo>
                <a:cubicBezTo>
                  <a:pt x="27313" y="-102"/>
                  <a:pt x="28875" y="770"/>
                  <a:pt x="29833" y="2481"/>
                </a:cubicBezTo>
                <a:cubicBezTo>
                  <a:pt x="31215" y="267"/>
                  <a:pt x="33501" y="-460"/>
                  <a:pt x="35463" y="690"/>
                </a:cubicBezTo>
                <a:cubicBezTo>
                  <a:pt x="36958" y="1566"/>
                  <a:pt x="38030" y="3400"/>
                  <a:pt x="38318" y="5576"/>
                </a:cubicBezTo>
                <a:cubicBezTo>
                  <a:pt x="40046" y="6218"/>
                  <a:pt x="41422" y="7998"/>
                  <a:pt x="41982" y="10318"/>
                </a:cubicBezTo>
                <a:cubicBezTo>
                  <a:pt x="42389" y="12002"/>
                  <a:pt x="42331" y="13831"/>
                  <a:pt x="41818" y="15460"/>
                </a:cubicBezTo>
                <a:cubicBezTo>
                  <a:pt x="43079" y="17694"/>
                  <a:pt x="43520" y="20590"/>
                  <a:pt x="43016" y="23322"/>
                </a:cubicBezTo>
                <a:cubicBezTo>
                  <a:pt x="42346" y="26954"/>
                  <a:pt x="40128" y="29674"/>
                  <a:pt x="37404" y="30204"/>
                </a:cubicBezTo>
                <a:cubicBezTo>
                  <a:pt x="37391" y="32471"/>
                  <a:pt x="36658" y="34621"/>
                  <a:pt x="35395" y="36101"/>
                </a:cubicBezTo>
                <a:cubicBezTo>
                  <a:pt x="33476" y="38350"/>
                  <a:pt x="30704" y="38639"/>
                  <a:pt x="28555" y="36815"/>
                </a:cubicBezTo>
                <a:cubicBezTo>
                  <a:pt x="27860" y="39948"/>
                  <a:pt x="25999" y="42343"/>
                  <a:pt x="23667" y="43106"/>
                </a:cubicBezTo>
                <a:cubicBezTo>
                  <a:pt x="20919" y="44005"/>
                  <a:pt x="18051" y="42473"/>
                  <a:pt x="16480" y="39266"/>
                </a:cubicBezTo>
                <a:cubicBezTo>
                  <a:pt x="12772" y="42310"/>
                  <a:pt x="7956" y="40599"/>
                  <a:pt x="5804" y="35472"/>
                </a:cubicBezTo>
                <a:cubicBezTo>
                  <a:pt x="3690" y="35809"/>
                  <a:pt x="1705" y="34024"/>
                  <a:pt x="1110" y="31250"/>
                </a:cubicBezTo>
                <a:cubicBezTo>
                  <a:pt x="679" y="29243"/>
                  <a:pt x="1060" y="27077"/>
                  <a:pt x="2113" y="25551"/>
                </a:cubicBezTo>
                <a:cubicBezTo>
                  <a:pt x="619" y="24354"/>
                  <a:pt x="-213" y="22057"/>
                  <a:pt x="-5" y="19704"/>
                </a:cubicBezTo>
                <a:cubicBezTo>
                  <a:pt x="239" y="16949"/>
                  <a:pt x="1845" y="14791"/>
                  <a:pt x="3863" y="14507"/>
                </a:cubicBezTo>
                <a:cubicBezTo>
                  <a:pt x="3875" y="14461"/>
                  <a:pt x="3888" y="14416"/>
                  <a:pt x="3900" y="14370"/>
                </a:cubicBezTo>
                <a:close/>
              </a:path>
              <a:path w="43200" h="43200" fill="none">
                <a:moveTo>
                  <a:pt x="4693" y="26177"/>
                </a:moveTo>
                <a:cubicBezTo>
                  <a:pt x="3809" y="26271"/>
                  <a:pt x="2925" y="25993"/>
                  <a:pt x="2160" y="25380"/>
                </a:cubicBezTo>
                <a:moveTo>
                  <a:pt x="6928" y="34899"/>
                </a:moveTo>
                <a:cubicBezTo>
                  <a:pt x="6573" y="35092"/>
                  <a:pt x="6200" y="35220"/>
                  <a:pt x="5820" y="35280"/>
                </a:cubicBezTo>
                <a:moveTo>
                  <a:pt x="16478" y="39090"/>
                </a:moveTo>
                <a:cubicBezTo>
                  <a:pt x="16211" y="38544"/>
                  <a:pt x="15987" y="37961"/>
                  <a:pt x="15810" y="37350"/>
                </a:cubicBezTo>
                <a:moveTo>
                  <a:pt x="28827" y="34751"/>
                </a:moveTo>
                <a:cubicBezTo>
                  <a:pt x="28788" y="35398"/>
                  <a:pt x="28698" y="36038"/>
                  <a:pt x="28560" y="36660"/>
                </a:cubicBezTo>
                <a:moveTo>
                  <a:pt x="34129" y="22954"/>
                </a:moveTo>
                <a:cubicBezTo>
                  <a:pt x="36133" y="24282"/>
                  <a:pt x="37398" y="27058"/>
                  <a:pt x="37380" y="30090"/>
                </a:cubicBezTo>
                <a:moveTo>
                  <a:pt x="41798" y="15354"/>
                </a:moveTo>
                <a:cubicBezTo>
                  <a:pt x="41473" y="16386"/>
                  <a:pt x="40978" y="17302"/>
                  <a:pt x="40350" y="18030"/>
                </a:cubicBezTo>
                <a:moveTo>
                  <a:pt x="38324" y="5426"/>
                </a:moveTo>
                <a:cubicBezTo>
                  <a:pt x="38379" y="5843"/>
                  <a:pt x="38405" y="6266"/>
                  <a:pt x="38400" y="6690"/>
                </a:cubicBezTo>
                <a:moveTo>
                  <a:pt x="29078" y="3952"/>
                </a:moveTo>
                <a:cubicBezTo>
                  <a:pt x="29267" y="3369"/>
                  <a:pt x="29516" y="2826"/>
                  <a:pt x="29820" y="2340"/>
                </a:cubicBezTo>
                <a:moveTo>
                  <a:pt x="22141" y="4720"/>
                </a:moveTo>
                <a:cubicBezTo>
                  <a:pt x="22218" y="4238"/>
                  <a:pt x="22339" y="3771"/>
                  <a:pt x="22500" y="3330"/>
                </a:cubicBezTo>
                <a:moveTo>
                  <a:pt x="14000" y="5192"/>
                </a:moveTo>
                <a:cubicBezTo>
                  <a:pt x="14472" y="5568"/>
                  <a:pt x="14908" y="6021"/>
                  <a:pt x="15300" y="6540"/>
                </a:cubicBezTo>
                <a:moveTo>
                  <a:pt x="4127" y="15789"/>
                </a:moveTo>
                <a:cubicBezTo>
                  <a:pt x="4024" y="15325"/>
                  <a:pt x="3948" y="14851"/>
                  <a:pt x="3900" y="14370"/>
                </a:cubicBezTo>
              </a:path>
            </a:pathLst>
          </a:custGeom>
          <a:solidFill>
            <a:schemeClr val="tx2">
              <a:lumMod val="50000"/>
              <a:lumOff val="50000"/>
            </a:schemeClr>
          </a:solidFill>
          <a:ln w="9525">
            <a:noFill/>
            <a:miter lim="800000"/>
            <a:headEnd/>
            <a:tailEnd/>
          </a:ln>
          <a:effectLst>
            <a:outerShdw blurRad="40000" dist="23000" dir="5400000" rotWithShape="0">
              <a:srgbClr val="808080">
                <a:alpha val="34998"/>
              </a:srgbClr>
            </a:outerShdw>
          </a:effectLst>
        </p:spPr>
        <p:txBody>
          <a:bodyPr anchor="ctr"/>
          <a:lstStyle/>
          <a:p>
            <a:pPr algn="ctr">
              <a:defRPr/>
            </a:pPr>
            <a:r>
              <a:rPr lang="en-US" sz="1600" b="1" dirty="0">
                <a:solidFill>
                  <a:schemeClr val="bg1"/>
                </a:solidFill>
                <a:latin typeface="Tahoma" panose="020B0604030504040204" pitchFamily="34" charset="0"/>
                <a:ea typeface="Tahoma" panose="020B0604030504040204" pitchFamily="34" charset="0"/>
                <a:cs typeface="Tahoma" panose="020B0604030504040204" pitchFamily="34" charset="0"/>
              </a:rPr>
              <a:t>Telematics</a:t>
            </a:r>
          </a:p>
        </p:txBody>
      </p:sp>
      <p:sp>
        <p:nvSpPr>
          <p:cNvPr id="8" name="Cloud 8"/>
          <p:cNvSpPr>
            <a:spLocks/>
          </p:cNvSpPr>
          <p:nvPr/>
        </p:nvSpPr>
        <p:spPr bwMode="auto">
          <a:xfrm>
            <a:off x="7277100" y="1498600"/>
            <a:ext cx="1600200" cy="1079500"/>
          </a:xfrm>
          <a:custGeom>
            <a:avLst/>
            <a:gdLst>
              <a:gd name="T0" fmla="*/ 2147483647 w 43200"/>
              <a:gd name="T1" fmla="*/ 2147483647 h 43200"/>
              <a:gd name="T2" fmla="*/ 2147483647 w 43200"/>
              <a:gd name="T3" fmla="*/ 2147483647 h 43200"/>
              <a:gd name="T4" fmla="*/ 2147483647 w 43200"/>
              <a:gd name="T5" fmla="*/ 2147483647 h 43200"/>
              <a:gd name="T6" fmla="*/ 2147483647 w 43200"/>
              <a:gd name="T7" fmla="*/ 2147483647 h 43200"/>
              <a:gd name="T8" fmla="*/ 2147483647 w 43200"/>
              <a:gd name="T9" fmla="*/ 2147483647 h 43200"/>
              <a:gd name="T10" fmla="*/ 2147483647 w 43200"/>
              <a:gd name="T11" fmla="*/ 2147483647 h 43200"/>
              <a:gd name="T12" fmla="*/ 2147483647 w 43200"/>
              <a:gd name="T13" fmla="*/ 2147483647 h 43200"/>
              <a:gd name="T14" fmla="*/ 2147483647 w 43200"/>
              <a:gd name="T15" fmla="*/ 2147483647 h 43200"/>
              <a:gd name="T16" fmla="*/ 2147483647 w 43200"/>
              <a:gd name="T17" fmla="*/ 2147483647 h 43200"/>
              <a:gd name="T18" fmla="*/ 2147483647 w 43200"/>
              <a:gd name="T19" fmla="*/ 2147483647 h 43200"/>
              <a:gd name="T20" fmla="*/ 2147483647 w 43200"/>
              <a:gd name="T21" fmla="*/ 2147483647 h 43200"/>
              <a:gd name="T22" fmla="*/ 2147483647 w 43200"/>
              <a:gd name="T23" fmla="*/ 2147483647 h 43200"/>
              <a:gd name="T24" fmla="*/ 2147483647 w 43200"/>
              <a:gd name="T25" fmla="*/ 2115605999 h 43200"/>
              <a:gd name="T26" fmla="*/ 2147483647 w 43200"/>
              <a:gd name="T27" fmla="*/ 2147483647 h 43200"/>
              <a:gd name="T28" fmla="*/ 2147483647 w 43200"/>
              <a:gd name="T29" fmla="*/ 1540889145 h 43200"/>
              <a:gd name="T30" fmla="*/ 2147483647 w 43200"/>
              <a:gd name="T31" fmla="*/ 912372135 h 43200"/>
              <a:gd name="T32" fmla="*/ 2147483647 w 43200"/>
              <a:gd name="T33" fmla="*/ 1840332300 h 43200"/>
              <a:gd name="T34" fmla="*/ 2147483647 w 43200"/>
              <a:gd name="T35" fmla="*/ 1298366976 h 43200"/>
              <a:gd name="T36" fmla="*/ 2147483647 w 43200"/>
              <a:gd name="T37" fmla="*/ 2024373031 h 43200"/>
              <a:gd name="T38" fmla="*/ 2147483647 w 43200"/>
              <a:gd name="T39" fmla="*/ 2147483647 h 43200"/>
              <a:gd name="T40" fmla="*/ 2147483647 w 43200"/>
              <a:gd name="T41" fmla="*/ 2147483647 h 43200"/>
              <a:gd name="T42" fmla="*/ 2147483647 w 43200"/>
              <a:gd name="T43" fmla="*/ 2147483647 h 432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200"/>
              <a:gd name="T67" fmla="*/ 0 h 43200"/>
              <a:gd name="T68" fmla="*/ 43200 w 43200"/>
              <a:gd name="T69" fmla="*/ 43200 h 432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200" h="43200">
                <a:moveTo>
                  <a:pt x="3900" y="14370"/>
                </a:moveTo>
                <a:cubicBezTo>
                  <a:pt x="3629" y="11657"/>
                  <a:pt x="4261" y="8921"/>
                  <a:pt x="5623" y="6907"/>
                </a:cubicBezTo>
                <a:cubicBezTo>
                  <a:pt x="7775" y="3726"/>
                  <a:pt x="11264" y="3017"/>
                  <a:pt x="14005" y="5202"/>
                </a:cubicBezTo>
                <a:cubicBezTo>
                  <a:pt x="15678" y="909"/>
                  <a:pt x="19914" y="22"/>
                  <a:pt x="22456" y="3432"/>
                </a:cubicBezTo>
                <a:cubicBezTo>
                  <a:pt x="23097" y="1683"/>
                  <a:pt x="24328" y="474"/>
                  <a:pt x="25749" y="200"/>
                </a:cubicBezTo>
                <a:cubicBezTo>
                  <a:pt x="27313" y="-102"/>
                  <a:pt x="28875" y="770"/>
                  <a:pt x="29833" y="2481"/>
                </a:cubicBezTo>
                <a:cubicBezTo>
                  <a:pt x="31215" y="267"/>
                  <a:pt x="33501" y="-460"/>
                  <a:pt x="35463" y="690"/>
                </a:cubicBezTo>
                <a:cubicBezTo>
                  <a:pt x="36958" y="1566"/>
                  <a:pt x="38030" y="3400"/>
                  <a:pt x="38318" y="5576"/>
                </a:cubicBezTo>
                <a:cubicBezTo>
                  <a:pt x="40046" y="6218"/>
                  <a:pt x="41422" y="7998"/>
                  <a:pt x="41982" y="10318"/>
                </a:cubicBezTo>
                <a:cubicBezTo>
                  <a:pt x="42389" y="12002"/>
                  <a:pt x="42331" y="13831"/>
                  <a:pt x="41818" y="15460"/>
                </a:cubicBezTo>
                <a:cubicBezTo>
                  <a:pt x="43079" y="17694"/>
                  <a:pt x="43520" y="20590"/>
                  <a:pt x="43016" y="23322"/>
                </a:cubicBezTo>
                <a:cubicBezTo>
                  <a:pt x="42346" y="26954"/>
                  <a:pt x="40128" y="29674"/>
                  <a:pt x="37404" y="30204"/>
                </a:cubicBezTo>
                <a:cubicBezTo>
                  <a:pt x="37391" y="32471"/>
                  <a:pt x="36658" y="34621"/>
                  <a:pt x="35395" y="36101"/>
                </a:cubicBezTo>
                <a:cubicBezTo>
                  <a:pt x="33476" y="38350"/>
                  <a:pt x="30704" y="38639"/>
                  <a:pt x="28555" y="36815"/>
                </a:cubicBezTo>
                <a:cubicBezTo>
                  <a:pt x="27860" y="39948"/>
                  <a:pt x="25999" y="42343"/>
                  <a:pt x="23667" y="43106"/>
                </a:cubicBezTo>
                <a:cubicBezTo>
                  <a:pt x="20919" y="44005"/>
                  <a:pt x="18051" y="42473"/>
                  <a:pt x="16480" y="39266"/>
                </a:cubicBezTo>
                <a:cubicBezTo>
                  <a:pt x="12772" y="42310"/>
                  <a:pt x="7956" y="40599"/>
                  <a:pt x="5804" y="35472"/>
                </a:cubicBezTo>
                <a:cubicBezTo>
                  <a:pt x="3690" y="35809"/>
                  <a:pt x="1705" y="34024"/>
                  <a:pt x="1110" y="31250"/>
                </a:cubicBezTo>
                <a:cubicBezTo>
                  <a:pt x="679" y="29243"/>
                  <a:pt x="1060" y="27077"/>
                  <a:pt x="2113" y="25551"/>
                </a:cubicBezTo>
                <a:cubicBezTo>
                  <a:pt x="619" y="24354"/>
                  <a:pt x="-213" y="22057"/>
                  <a:pt x="-5" y="19704"/>
                </a:cubicBezTo>
                <a:cubicBezTo>
                  <a:pt x="239" y="16949"/>
                  <a:pt x="1845" y="14791"/>
                  <a:pt x="3863" y="14507"/>
                </a:cubicBezTo>
                <a:cubicBezTo>
                  <a:pt x="3875" y="14461"/>
                  <a:pt x="3888" y="14416"/>
                  <a:pt x="3900" y="14370"/>
                </a:cubicBezTo>
                <a:close/>
              </a:path>
              <a:path w="43200" h="43200" fill="none">
                <a:moveTo>
                  <a:pt x="4693" y="26177"/>
                </a:moveTo>
                <a:cubicBezTo>
                  <a:pt x="3809" y="26271"/>
                  <a:pt x="2925" y="25993"/>
                  <a:pt x="2160" y="25380"/>
                </a:cubicBezTo>
                <a:moveTo>
                  <a:pt x="6928" y="34899"/>
                </a:moveTo>
                <a:cubicBezTo>
                  <a:pt x="6573" y="35092"/>
                  <a:pt x="6200" y="35220"/>
                  <a:pt x="5820" y="35280"/>
                </a:cubicBezTo>
                <a:moveTo>
                  <a:pt x="16478" y="39090"/>
                </a:moveTo>
                <a:cubicBezTo>
                  <a:pt x="16211" y="38544"/>
                  <a:pt x="15987" y="37961"/>
                  <a:pt x="15810" y="37350"/>
                </a:cubicBezTo>
                <a:moveTo>
                  <a:pt x="28827" y="34751"/>
                </a:moveTo>
                <a:cubicBezTo>
                  <a:pt x="28788" y="35398"/>
                  <a:pt x="28698" y="36038"/>
                  <a:pt x="28560" y="36660"/>
                </a:cubicBezTo>
                <a:moveTo>
                  <a:pt x="34129" y="22954"/>
                </a:moveTo>
                <a:cubicBezTo>
                  <a:pt x="36133" y="24282"/>
                  <a:pt x="37398" y="27058"/>
                  <a:pt x="37380" y="30090"/>
                </a:cubicBezTo>
                <a:moveTo>
                  <a:pt x="41798" y="15354"/>
                </a:moveTo>
                <a:cubicBezTo>
                  <a:pt x="41473" y="16386"/>
                  <a:pt x="40978" y="17302"/>
                  <a:pt x="40350" y="18030"/>
                </a:cubicBezTo>
                <a:moveTo>
                  <a:pt x="38324" y="5426"/>
                </a:moveTo>
                <a:cubicBezTo>
                  <a:pt x="38379" y="5843"/>
                  <a:pt x="38405" y="6266"/>
                  <a:pt x="38400" y="6690"/>
                </a:cubicBezTo>
                <a:moveTo>
                  <a:pt x="29078" y="3952"/>
                </a:moveTo>
                <a:cubicBezTo>
                  <a:pt x="29267" y="3369"/>
                  <a:pt x="29516" y="2826"/>
                  <a:pt x="29820" y="2340"/>
                </a:cubicBezTo>
                <a:moveTo>
                  <a:pt x="22141" y="4720"/>
                </a:moveTo>
                <a:cubicBezTo>
                  <a:pt x="22218" y="4238"/>
                  <a:pt x="22339" y="3771"/>
                  <a:pt x="22500" y="3330"/>
                </a:cubicBezTo>
                <a:moveTo>
                  <a:pt x="14000" y="5192"/>
                </a:moveTo>
                <a:cubicBezTo>
                  <a:pt x="14472" y="5568"/>
                  <a:pt x="14908" y="6021"/>
                  <a:pt x="15300" y="6540"/>
                </a:cubicBezTo>
                <a:moveTo>
                  <a:pt x="4127" y="15789"/>
                </a:moveTo>
                <a:cubicBezTo>
                  <a:pt x="4024" y="15325"/>
                  <a:pt x="3948" y="14851"/>
                  <a:pt x="3900" y="14370"/>
                </a:cubicBezTo>
              </a:path>
            </a:pathLst>
          </a:custGeom>
          <a:solidFill>
            <a:schemeClr val="tx2">
              <a:lumMod val="50000"/>
              <a:lumOff val="50000"/>
            </a:schemeClr>
          </a:solidFill>
          <a:ln w="9525">
            <a:noFill/>
            <a:miter lim="800000"/>
            <a:headEnd/>
            <a:tailEnd/>
          </a:ln>
          <a:effectLst>
            <a:outerShdw blurRad="40000" dist="23000" dir="5400000" rotWithShape="0">
              <a:srgbClr val="808080">
                <a:alpha val="34998"/>
              </a:srgbClr>
            </a:outerShdw>
          </a:effectLst>
        </p:spPr>
        <p:txBody>
          <a:bodyPr anchor="ctr"/>
          <a:lstStyle/>
          <a:p>
            <a:pPr algn="ctr">
              <a:defRPr/>
            </a:pPr>
            <a:r>
              <a:rPr lang="en-US" sz="1600" b="1" dirty="0">
                <a:solidFill>
                  <a:schemeClr val="bg1"/>
                </a:solidFill>
                <a:latin typeface="Tahoma" panose="020B0604030504040204" pitchFamily="34" charset="0"/>
                <a:ea typeface="Tahoma" panose="020B0604030504040204" pitchFamily="34" charset="0"/>
                <a:cs typeface="Tahoma" panose="020B0604030504040204" pitchFamily="34" charset="0"/>
              </a:rPr>
              <a:t>Physical Damage</a:t>
            </a:r>
          </a:p>
        </p:txBody>
      </p:sp>
      <p:sp>
        <p:nvSpPr>
          <p:cNvPr id="9" name="Cloud 9"/>
          <p:cNvSpPr>
            <a:spLocks/>
          </p:cNvSpPr>
          <p:nvPr/>
        </p:nvSpPr>
        <p:spPr bwMode="auto">
          <a:xfrm>
            <a:off x="6413500" y="3832225"/>
            <a:ext cx="2260600" cy="1079500"/>
          </a:xfrm>
          <a:custGeom>
            <a:avLst/>
            <a:gdLst>
              <a:gd name="T0" fmla="*/ 2147483647 w 43200"/>
              <a:gd name="T1" fmla="*/ 2147483647 h 43200"/>
              <a:gd name="T2" fmla="*/ 2147483647 w 43200"/>
              <a:gd name="T3" fmla="*/ 2147483647 h 43200"/>
              <a:gd name="T4" fmla="*/ 2147483647 w 43200"/>
              <a:gd name="T5" fmla="*/ 2147483647 h 43200"/>
              <a:gd name="T6" fmla="*/ 2147483647 w 43200"/>
              <a:gd name="T7" fmla="*/ 2147483647 h 43200"/>
              <a:gd name="T8" fmla="*/ 2147483647 w 43200"/>
              <a:gd name="T9" fmla="*/ 2147483647 h 43200"/>
              <a:gd name="T10" fmla="*/ 2147483647 w 43200"/>
              <a:gd name="T11" fmla="*/ 2147483647 h 43200"/>
              <a:gd name="T12" fmla="*/ 2147483647 w 43200"/>
              <a:gd name="T13" fmla="*/ 2147483647 h 43200"/>
              <a:gd name="T14" fmla="*/ 2147483647 w 43200"/>
              <a:gd name="T15" fmla="*/ 2147483647 h 43200"/>
              <a:gd name="T16" fmla="*/ 2147483647 w 43200"/>
              <a:gd name="T17" fmla="*/ 2147483647 h 43200"/>
              <a:gd name="T18" fmla="*/ 2147483647 w 43200"/>
              <a:gd name="T19" fmla="*/ 2147483647 h 43200"/>
              <a:gd name="T20" fmla="*/ 2147483647 w 43200"/>
              <a:gd name="T21" fmla="*/ 2147483647 h 43200"/>
              <a:gd name="T22" fmla="*/ 2147483647 w 43200"/>
              <a:gd name="T23" fmla="*/ 2147483647 h 43200"/>
              <a:gd name="T24" fmla="*/ 2147483647 w 43200"/>
              <a:gd name="T25" fmla="*/ 2115605999 h 43200"/>
              <a:gd name="T26" fmla="*/ 2147483647 w 43200"/>
              <a:gd name="T27" fmla="*/ 2147483647 h 43200"/>
              <a:gd name="T28" fmla="*/ 2147483647 w 43200"/>
              <a:gd name="T29" fmla="*/ 1540889145 h 43200"/>
              <a:gd name="T30" fmla="*/ 2147483647 w 43200"/>
              <a:gd name="T31" fmla="*/ 912372135 h 43200"/>
              <a:gd name="T32" fmla="*/ 2147483647 w 43200"/>
              <a:gd name="T33" fmla="*/ 1840332300 h 43200"/>
              <a:gd name="T34" fmla="*/ 2147483647 w 43200"/>
              <a:gd name="T35" fmla="*/ 1298366976 h 43200"/>
              <a:gd name="T36" fmla="*/ 2147483647 w 43200"/>
              <a:gd name="T37" fmla="*/ 2024373031 h 43200"/>
              <a:gd name="T38" fmla="*/ 2147483647 w 43200"/>
              <a:gd name="T39" fmla="*/ 2147483647 h 43200"/>
              <a:gd name="T40" fmla="*/ 2147483647 w 43200"/>
              <a:gd name="T41" fmla="*/ 2147483647 h 43200"/>
              <a:gd name="T42" fmla="*/ 2147483647 w 43200"/>
              <a:gd name="T43" fmla="*/ 2147483647 h 432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200"/>
              <a:gd name="T67" fmla="*/ 0 h 43200"/>
              <a:gd name="T68" fmla="*/ 43200 w 43200"/>
              <a:gd name="T69" fmla="*/ 43200 h 432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200" h="43200">
                <a:moveTo>
                  <a:pt x="3900" y="14370"/>
                </a:moveTo>
                <a:cubicBezTo>
                  <a:pt x="3629" y="11657"/>
                  <a:pt x="4261" y="8921"/>
                  <a:pt x="5623" y="6907"/>
                </a:cubicBezTo>
                <a:cubicBezTo>
                  <a:pt x="7775" y="3726"/>
                  <a:pt x="11264" y="3017"/>
                  <a:pt x="14005" y="5202"/>
                </a:cubicBezTo>
                <a:cubicBezTo>
                  <a:pt x="15678" y="909"/>
                  <a:pt x="19914" y="22"/>
                  <a:pt x="22456" y="3432"/>
                </a:cubicBezTo>
                <a:cubicBezTo>
                  <a:pt x="23097" y="1683"/>
                  <a:pt x="24328" y="474"/>
                  <a:pt x="25749" y="200"/>
                </a:cubicBezTo>
                <a:cubicBezTo>
                  <a:pt x="27313" y="-102"/>
                  <a:pt x="28875" y="770"/>
                  <a:pt x="29833" y="2481"/>
                </a:cubicBezTo>
                <a:cubicBezTo>
                  <a:pt x="31215" y="267"/>
                  <a:pt x="33501" y="-460"/>
                  <a:pt x="35463" y="690"/>
                </a:cubicBezTo>
                <a:cubicBezTo>
                  <a:pt x="36958" y="1566"/>
                  <a:pt x="38030" y="3400"/>
                  <a:pt x="38318" y="5576"/>
                </a:cubicBezTo>
                <a:cubicBezTo>
                  <a:pt x="40046" y="6218"/>
                  <a:pt x="41422" y="7998"/>
                  <a:pt x="41982" y="10318"/>
                </a:cubicBezTo>
                <a:cubicBezTo>
                  <a:pt x="42389" y="12002"/>
                  <a:pt x="42331" y="13831"/>
                  <a:pt x="41818" y="15460"/>
                </a:cubicBezTo>
                <a:cubicBezTo>
                  <a:pt x="43079" y="17694"/>
                  <a:pt x="43520" y="20590"/>
                  <a:pt x="43016" y="23322"/>
                </a:cubicBezTo>
                <a:cubicBezTo>
                  <a:pt x="42346" y="26954"/>
                  <a:pt x="40128" y="29674"/>
                  <a:pt x="37404" y="30204"/>
                </a:cubicBezTo>
                <a:cubicBezTo>
                  <a:pt x="37391" y="32471"/>
                  <a:pt x="36658" y="34621"/>
                  <a:pt x="35395" y="36101"/>
                </a:cubicBezTo>
                <a:cubicBezTo>
                  <a:pt x="33476" y="38350"/>
                  <a:pt x="30704" y="38639"/>
                  <a:pt x="28555" y="36815"/>
                </a:cubicBezTo>
                <a:cubicBezTo>
                  <a:pt x="27860" y="39948"/>
                  <a:pt x="25999" y="42343"/>
                  <a:pt x="23667" y="43106"/>
                </a:cubicBezTo>
                <a:cubicBezTo>
                  <a:pt x="20919" y="44005"/>
                  <a:pt x="18051" y="42473"/>
                  <a:pt x="16480" y="39266"/>
                </a:cubicBezTo>
                <a:cubicBezTo>
                  <a:pt x="12772" y="42310"/>
                  <a:pt x="7956" y="40599"/>
                  <a:pt x="5804" y="35472"/>
                </a:cubicBezTo>
                <a:cubicBezTo>
                  <a:pt x="3690" y="35809"/>
                  <a:pt x="1705" y="34024"/>
                  <a:pt x="1110" y="31250"/>
                </a:cubicBezTo>
                <a:cubicBezTo>
                  <a:pt x="679" y="29243"/>
                  <a:pt x="1060" y="27077"/>
                  <a:pt x="2113" y="25551"/>
                </a:cubicBezTo>
                <a:cubicBezTo>
                  <a:pt x="619" y="24354"/>
                  <a:pt x="-213" y="22057"/>
                  <a:pt x="-5" y="19704"/>
                </a:cubicBezTo>
                <a:cubicBezTo>
                  <a:pt x="239" y="16949"/>
                  <a:pt x="1845" y="14791"/>
                  <a:pt x="3863" y="14507"/>
                </a:cubicBezTo>
                <a:cubicBezTo>
                  <a:pt x="3875" y="14461"/>
                  <a:pt x="3888" y="14416"/>
                  <a:pt x="3900" y="14370"/>
                </a:cubicBezTo>
                <a:close/>
              </a:path>
              <a:path w="43200" h="43200" fill="none">
                <a:moveTo>
                  <a:pt x="4693" y="26177"/>
                </a:moveTo>
                <a:cubicBezTo>
                  <a:pt x="3809" y="26271"/>
                  <a:pt x="2925" y="25993"/>
                  <a:pt x="2160" y="25380"/>
                </a:cubicBezTo>
                <a:moveTo>
                  <a:pt x="6928" y="34899"/>
                </a:moveTo>
                <a:cubicBezTo>
                  <a:pt x="6573" y="35092"/>
                  <a:pt x="6200" y="35220"/>
                  <a:pt x="5820" y="35280"/>
                </a:cubicBezTo>
                <a:moveTo>
                  <a:pt x="16478" y="39090"/>
                </a:moveTo>
                <a:cubicBezTo>
                  <a:pt x="16211" y="38544"/>
                  <a:pt x="15987" y="37961"/>
                  <a:pt x="15810" y="37350"/>
                </a:cubicBezTo>
                <a:moveTo>
                  <a:pt x="28827" y="34751"/>
                </a:moveTo>
                <a:cubicBezTo>
                  <a:pt x="28788" y="35398"/>
                  <a:pt x="28698" y="36038"/>
                  <a:pt x="28560" y="36660"/>
                </a:cubicBezTo>
                <a:moveTo>
                  <a:pt x="34129" y="22954"/>
                </a:moveTo>
                <a:cubicBezTo>
                  <a:pt x="36133" y="24282"/>
                  <a:pt x="37398" y="27058"/>
                  <a:pt x="37380" y="30090"/>
                </a:cubicBezTo>
                <a:moveTo>
                  <a:pt x="41798" y="15354"/>
                </a:moveTo>
                <a:cubicBezTo>
                  <a:pt x="41473" y="16386"/>
                  <a:pt x="40978" y="17302"/>
                  <a:pt x="40350" y="18030"/>
                </a:cubicBezTo>
                <a:moveTo>
                  <a:pt x="38324" y="5426"/>
                </a:moveTo>
                <a:cubicBezTo>
                  <a:pt x="38379" y="5843"/>
                  <a:pt x="38405" y="6266"/>
                  <a:pt x="38400" y="6690"/>
                </a:cubicBezTo>
                <a:moveTo>
                  <a:pt x="29078" y="3952"/>
                </a:moveTo>
                <a:cubicBezTo>
                  <a:pt x="29267" y="3369"/>
                  <a:pt x="29516" y="2826"/>
                  <a:pt x="29820" y="2340"/>
                </a:cubicBezTo>
                <a:moveTo>
                  <a:pt x="22141" y="4720"/>
                </a:moveTo>
                <a:cubicBezTo>
                  <a:pt x="22218" y="4238"/>
                  <a:pt x="22339" y="3771"/>
                  <a:pt x="22500" y="3330"/>
                </a:cubicBezTo>
                <a:moveTo>
                  <a:pt x="14000" y="5192"/>
                </a:moveTo>
                <a:cubicBezTo>
                  <a:pt x="14472" y="5568"/>
                  <a:pt x="14908" y="6021"/>
                  <a:pt x="15300" y="6540"/>
                </a:cubicBezTo>
                <a:moveTo>
                  <a:pt x="4127" y="15789"/>
                </a:moveTo>
                <a:cubicBezTo>
                  <a:pt x="4024" y="15325"/>
                  <a:pt x="3948" y="14851"/>
                  <a:pt x="3900" y="14370"/>
                </a:cubicBezTo>
              </a:path>
            </a:pathLst>
          </a:custGeom>
          <a:solidFill>
            <a:schemeClr val="tx2">
              <a:lumMod val="50000"/>
              <a:lumOff val="50000"/>
            </a:schemeClr>
          </a:solidFill>
          <a:ln w="9525">
            <a:noFill/>
            <a:miter lim="800000"/>
            <a:headEnd/>
            <a:tailEnd/>
          </a:ln>
          <a:effectLst>
            <a:outerShdw blurRad="40000" dist="23000" dir="5400000" rotWithShape="0">
              <a:srgbClr val="808080">
                <a:alpha val="34998"/>
              </a:srgbClr>
            </a:outerShdw>
          </a:effectLst>
        </p:spPr>
        <p:txBody>
          <a:bodyPr anchor="ctr"/>
          <a:lstStyle/>
          <a:p>
            <a:pPr algn="ctr">
              <a:defRPr/>
            </a:pPr>
            <a:r>
              <a:rPr lang="en-US" sz="1600" b="1" dirty="0">
                <a:solidFill>
                  <a:schemeClr val="bg1"/>
                </a:solidFill>
                <a:latin typeface="Tahoma" panose="020B0604030504040204" pitchFamily="34" charset="0"/>
                <a:ea typeface="Tahoma" panose="020B0604030504040204" pitchFamily="34" charset="0"/>
                <a:cs typeface="Tahoma" panose="020B0604030504040204" pitchFamily="34" charset="0"/>
              </a:rPr>
              <a:t>Critical </a:t>
            </a:r>
          </a:p>
          <a:p>
            <a:pPr algn="ctr">
              <a:defRPr/>
            </a:pPr>
            <a:r>
              <a:rPr lang="en-US" sz="1600" b="1" dirty="0">
                <a:solidFill>
                  <a:schemeClr val="bg1"/>
                </a:solidFill>
                <a:latin typeface="Tahoma" panose="020B0604030504040204" pitchFamily="34" charset="0"/>
                <a:ea typeface="Tahoma" panose="020B0604030504040204" pitchFamily="34" charset="0"/>
                <a:cs typeface="Tahoma" panose="020B0604030504040204" pitchFamily="34" charset="0"/>
              </a:rPr>
              <a:t>Infrastructure</a:t>
            </a:r>
          </a:p>
        </p:txBody>
      </p:sp>
      <p:sp>
        <p:nvSpPr>
          <p:cNvPr id="10" name="Cloud 10"/>
          <p:cNvSpPr>
            <a:spLocks/>
          </p:cNvSpPr>
          <p:nvPr/>
        </p:nvSpPr>
        <p:spPr bwMode="auto">
          <a:xfrm>
            <a:off x="4211960" y="5494338"/>
            <a:ext cx="2163762" cy="1079500"/>
          </a:xfrm>
          <a:custGeom>
            <a:avLst/>
            <a:gdLst>
              <a:gd name="T0" fmla="*/ 2147483647 w 43200"/>
              <a:gd name="T1" fmla="*/ 2147483647 h 43200"/>
              <a:gd name="T2" fmla="*/ 2147483647 w 43200"/>
              <a:gd name="T3" fmla="*/ 2147483647 h 43200"/>
              <a:gd name="T4" fmla="*/ 2147483647 w 43200"/>
              <a:gd name="T5" fmla="*/ 2147483647 h 43200"/>
              <a:gd name="T6" fmla="*/ 2147483647 w 43200"/>
              <a:gd name="T7" fmla="*/ 2147483647 h 43200"/>
              <a:gd name="T8" fmla="*/ 2147483647 w 43200"/>
              <a:gd name="T9" fmla="*/ 2147483647 h 43200"/>
              <a:gd name="T10" fmla="*/ 2147483647 w 43200"/>
              <a:gd name="T11" fmla="*/ 2147483647 h 43200"/>
              <a:gd name="T12" fmla="*/ 2147483647 w 43200"/>
              <a:gd name="T13" fmla="*/ 2147483647 h 43200"/>
              <a:gd name="T14" fmla="*/ 2147483647 w 43200"/>
              <a:gd name="T15" fmla="*/ 2147483647 h 43200"/>
              <a:gd name="T16" fmla="*/ 2147483647 w 43200"/>
              <a:gd name="T17" fmla="*/ 2147483647 h 43200"/>
              <a:gd name="T18" fmla="*/ 2147483647 w 43200"/>
              <a:gd name="T19" fmla="*/ 2147483647 h 43200"/>
              <a:gd name="T20" fmla="*/ 2147483647 w 43200"/>
              <a:gd name="T21" fmla="*/ 2147483647 h 43200"/>
              <a:gd name="T22" fmla="*/ 2147483647 w 43200"/>
              <a:gd name="T23" fmla="*/ 2147483647 h 43200"/>
              <a:gd name="T24" fmla="*/ 2147483647 w 43200"/>
              <a:gd name="T25" fmla="*/ 2115605999 h 43200"/>
              <a:gd name="T26" fmla="*/ 2147483647 w 43200"/>
              <a:gd name="T27" fmla="*/ 2147483647 h 43200"/>
              <a:gd name="T28" fmla="*/ 2147483647 w 43200"/>
              <a:gd name="T29" fmla="*/ 1540889145 h 43200"/>
              <a:gd name="T30" fmla="*/ 2147483647 w 43200"/>
              <a:gd name="T31" fmla="*/ 912372135 h 43200"/>
              <a:gd name="T32" fmla="*/ 2147483647 w 43200"/>
              <a:gd name="T33" fmla="*/ 1840332300 h 43200"/>
              <a:gd name="T34" fmla="*/ 2147483647 w 43200"/>
              <a:gd name="T35" fmla="*/ 1298366976 h 43200"/>
              <a:gd name="T36" fmla="*/ 2147483647 w 43200"/>
              <a:gd name="T37" fmla="*/ 2024373031 h 43200"/>
              <a:gd name="T38" fmla="*/ 2147483647 w 43200"/>
              <a:gd name="T39" fmla="*/ 2147483647 h 43200"/>
              <a:gd name="T40" fmla="*/ 2147483647 w 43200"/>
              <a:gd name="T41" fmla="*/ 2147483647 h 43200"/>
              <a:gd name="T42" fmla="*/ 2147483647 w 43200"/>
              <a:gd name="T43" fmla="*/ 2147483647 h 432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200"/>
              <a:gd name="T67" fmla="*/ 0 h 43200"/>
              <a:gd name="T68" fmla="*/ 43200 w 43200"/>
              <a:gd name="T69" fmla="*/ 43200 h 432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200" h="43200">
                <a:moveTo>
                  <a:pt x="3900" y="14370"/>
                </a:moveTo>
                <a:cubicBezTo>
                  <a:pt x="3629" y="11657"/>
                  <a:pt x="4261" y="8921"/>
                  <a:pt x="5623" y="6907"/>
                </a:cubicBezTo>
                <a:cubicBezTo>
                  <a:pt x="7775" y="3726"/>
                  <a:pt x="11264" y="3017"/>
                  <a:pt x="14005" y="5202"/>
                </a:cubicBezTo>
                <a:cubicBezTo>
                  <a:pt x="15678" y="909"/>
                  <a:pt x="19914" y="22"/>
                  <a:pt x="22456" y="3432"/>
                </a:cubicBezTo>
                <a:cubicBezTo>
                  <a:pt x="23097" y="1683"/>
                  <a:pt x="24328" y="474"/>
                  <a:pt x="25749" y="200"/>
                </a:cubicBezTo>
                <a:cubicBezTo>
                  <a:pt x="27313" y="-102"/>
                  <a:pt x="28875" y="770"/>
                  <a:pt x="29833" y="2481"/>
                </a:cubicBezTo>
                <a:cubicBezTo>
                  <a:pt x="31215" y="267"/>
                  <a:pt x="33501" y="-460"/>
                  <a:pt x="35463" y="690"/>
                </a:cubicBezTo>
                <a:cubicBezTo>
                  <a:pt x="36958" y="1566"/>
                  <a:pt x="38030" y="3400"/>
                  <a:pt x="38318" y="5576"/>
                </a:cubicBezTo>
                <a:cubicBezTo>
                  <a:pt x="40046" y="6218"/>
                  <a:pt x="41422" y="7998"/>
                  <a:pt x="41982" y="10318"/>
                </a:cubicBezTo>
                <a:cubicBezTo>
                  <a:pt x="42389" y="12002"/>
                  <a:pt x="42331" y="13831"/>
                  <a:pt x="41818" y="15460"/>
                </a:cubicBezTo>
                <a:cubicBezTo>
                  <a:pt x="43079" y="17694"/>
                  <a:pt x="43520" y="20590"/>
                  <a:pt x="43016" y="23322"/>
                </a:cubicBezTo>
                <a:cubicBezTo>
                  <a:pt x="42346" y="26954"/>
                  <a:pt x="40128" y="29674"/>
                  <a:pt x="37404" y="30204"/>
                </a:cubicBezTo>
                <a:cubicBezTo>
                  <a:pt x="37391" y="32471"/>
                  <a:pt x="36658" y="34621"/>
                  <a:pt x="35395" y="36101"/>
                </a:cubicBezTo>
                <a:cubicBezTo>
                  <a:pt x="33476" y="38350"/>
                  <a:pt x="30704" y="38639"/>
                  <a:pt x="28555" y="36815"/>
                </a:cubicBezTo>
                <a:cubicBezTo>
                  <a:pt x="27860" y="39948"/>
                  <a:pt x="25999" y="42343"/>
                  <a:pt x="23667" y="43106"/>
                </a:cubicBezTo>
                <a:cubicBezTo>
                  <a:pt x="20919" y="44005"/>
                  <a:pt x="18051" y="42473"/>
                  <a:pt x="16480" y="39266"/>
                </a:cubicBezTo>
                <a:cubicBezTo>
                  <a:pt x="12772" y="42310"/>
                  <a:pt x="7956" y="40599"/>
                  <a:pt x="5804" y="35472"/>
                </a:cubicBezTo>
                <a:cubicBezTo>
                  <a:pt x="3690" y="35809"/>
                  <a:pt x="1705" y="34024"/>
                  <a:pt x="1110" y="31250"/>
                </a:cubicBezTo>
                <a:cubicBezTo>
                  <a:pt x="679" y="29243"/>
                  <a:pt x="1060" y="27077"/>
                  <a:pt x="2113" y="25551"/>
                </a:cubicBezTo>
                <a:cubicBezTo>
                  <a:pt x="619" y="24354"/>
                  <a:pt x="-213" y="22057"/>
                  <a:pt x="-5" y="19704"/>
                </a:cubicBezTo>
                <a:cubicBezTo>
                  <a:pt x="239" y="16949"/>
                  <a:pt x="1845" y="14791"/>
                  <a:pt x="3863" y="14507"/>
                </a:cubicBezTo>
                <a:cubicBezTo>
                  <a:pt x="3875" y="14461"/>
                  <a:pt x="3888" y="14416"/>
                  <a:pt x="3900" y="14370"/>
                </a:cubicBezTo>
                <a:close/>
              </a:path>
              <a:path w="43200" h="43200" fill="none">
                <a:moveTo>
                  <a:pt x="4693" y="26177"/>
                </a:moveTo>
                <a:cubicBezTo>
                  <a:pt x="3809" y="26271"/>
                  <a:pt x="2925" y="25993"/>
                  <a:pt x="2160" y="25380"/>
                </a:cubicBezTo>
                <a:moveTo>
                  <a:pt x="6928" y="34899"/>
                </a:moveTo>
                <a:cubicBezTo>
                  <a:pt x="6573" y="35092"/>
                  <a:pt x="6200" y="35220"/>
                  <a:pt x="5820" y="35280"/>
                </a:cubicBezTo>
                <a:moveTo>
                  <a:pt x="16478" y="39090"/>
                </a:moveTo>
                <a:cubicBezTo>
                  <a:pt x="16211" y="38544"/>
                  <a:pt x="15987" y="37961"/>
                  <a:pt x="15810" y="37350"/>
                </a:cubicBezTo>
                <a:moveTo>
                  <a:pt x="28827" y="34751"/>
                </a:moveTo>
                <a:cubicBezTo>
                  <a:pt x="28788" y="35398"/>
                  <a:pt x="28698" y="36038"/>
                  <a:pt x="28560" y="36660"/>
                </a:cubicBezTo>
                <a:moveTo>
                  <a:pt x="34129" y="22954"/>
                </a:moveTo>
                <a:cubicBezTo>
                  <a:pt x="36133" y="24282"/>
                  <a:pt x="37398" y="27058"/>
                  <a:pt x="37380" y="30090"/>
                </a:cubicBezTo>
                <a:moveTo>
                  <a:pt x="41798" y="15354"/>
                </a:moveTo>
                <a:cubicBezTo>
                  <a:pt x="41473" y="16386"/>
                  <a:pt x="40978" y="17302"/>
                  <a:pt x="40350" y="18030"/>
                </a:cubicBezTo>
                <a:moveTo>
                  <a:pt x="38324" y="5426"/>
                </a:moveTo>
                <a:cubicBezTo>
                  <a:pt x="38379" y="5843"/>
                  <a:pt x="38405" y="6266"/>
                  <a:pt x="38400" y="6690"/>
                </a:cubicBezTo>
                <a:moveTo>
                  <a:pt x="29078" y="3952"/>
                </a:moveTo>
                <a:cubicBezTo>
                  <a:pt x="29267" y="3369"/>
                  <a:pt x="29516" y="2826"/>
                  <a:pt x="29820" y="2340"/>
                </a:cubicBezTo>
                <a:moveTo>
                  <a:pt x="22141" y="4720"/>
                </a:moveTo>
                <a:cubicBezTo>
                  <a:pt x="22218" y="4238"/>
                  <a:pt x="22339" y="3771"/>
                  <a:pt x="22500" y="3330"/>
                </a:cubicBezTo>
                <a:moveTo>
                  <a:pt x="14000" y="5192"/>
                </a:moveTo>
                <a:cubicBezTo>
                  <a:pt x="14472" y="5568"/>
                  <a:pt x="14908" y="6021"/>
                  <a:pt x="15300" y="6540"/>
                </a:cubicBezTo>
                <a:moveTo>
                  <a:pt x="4127" y="15789"/>
                </a:moveTo>
                <a:cubicBezTo>
                  <a:pt x="4024" y="15325"/>
                  <a:pt x="3948" y="14851"/>
                  <a:pt x="3900" y="14370"/>
                </a:cubicBezTo>
              </a:path>
            </a:pathLst>
          </a:custGeom>
          <a:solidFill>
            <a:schemeClr val="tx2">
              <a:lumMod val="50000"/>
              <a:lumOff val="50000"/>
            </a:schemeClr>
          </a:solidFill>
          <a:ln w="9525">
            <a:noFill/>
            <a:miter lim="800000"/>
            <a:headEnd/>
            <a:tailEnd/>
          </a:ln>
          <a:effectLst>
            <a:outerShdw blurRad="40000" dist="23000" dir="5400000" rotWithShape="0">
              <a:srgbClr val="808080">
                <a:alpha val="34998"/>
              </a:srgbClr>
            </a:outerShdw>
          </a:effectLst>
        </p:spPr>
        <p:txBody>
          <a:bodyPr anchor="ctr"/>
          <a:lstStyle/>
          <a:p>
            <a:pPr algn="ctr">
              <a:defRPr/>
            </a:pPr>
            <a:r>
              <a:rPr lang="en-US" sz="1600" b="1" dirty="0">
                <a:solidFill>
                  <a:schemeClr val="bg1"/>
                </a:solidFill>
                <a:latin typeface="Tahoma" panose="020B0604030504040204" pitchFamily="34" charset="0"/>
                <a:ea typeface="Tahoma" panose="020B0604030504040204" pitchFamily="34" charset="0"/>
                <a:cs typeface="Tahoma" panose="020B0604030504040204" pitchFamily="34" charset="0"/>
              </a:rPr>
              <a:t>Political Hacking</a:t>
            </a:r>
          </a:p>
        </p:txBody>
      </p:sp>
      <p:sp>
        <p:nvSpPr>
          <p:cNvPr id="11" name="Cloud 11"/>
          <p:cNvSpPr>
            <a:spLocks/>
          </p:cNvSpPr>
          <p:nvPr/>
        </p:nvSpPr>
        <p:spPr bwMode="auto">
          <a:xfrm>
            <a:off x="2478088" y="4783138"/>
            <a:ext cx="1898650" cy="1079500"/>
          </a:xfrm>
          <a:custGeom>
            <a:avLst/>
            <a:gdLst>
              <a:gd name="T0" fmla="*/ 2147483647 w 43200"/>
              <a:gd name="T1" fmla="*/ 2147483647 h 43200"/>
              <a:gd name="T2" fmla="*/ 2147483647 w 43200"/>
              <a:gd name="T3" fmla="*/ 2147483647 h 43200"/>
              <a:gd name="T4" fmla="*/ 2147483647 w 43200"/>
              <a:gd name="T5" fmla="*/ 2147483647 h 43200"/>
              <a:gd name="T6" fmla="*/ 2147483647 w 43200"/>
              <a:gd name="T7" fmla="*/ 2147483647 h 43200"/>
              <a:gd name="T8" fmla="*/ 2147483647 w 43200"/>
              <a:gd name="T9" fmla="*/ 2147483647 h 43200"/>
              <a:gd name="T10" fmla="*/ 2147483647 w 43200"/>
              <a:gd name="T11" fmla="*/ 2147483647 h 43200"/>
              <a:gd name="T12" fmla="*/ 2147483647 w 43200"/>
              <a:gd name="T13" fmla="*/ 2147483647 h 43200"/>
              <a:gd name="T14" fmla="*/ 2147483647 w 43200"/>
              <a:gd name="T15" fmla="*/ 2147483647 h 43200"/>
              <a:gd name="T16" fmla="*/ 2147483647 w 43200"/>
              <a:gd name="T17" fmla="*/ 2147483647 h 43200"/>
              <a:gd name="T18" fmla="*/ 2147483647 w 43200"/>
              <a:gd name="T19" fmla="*/ 2147483647 h 43200"/>
              <a:gd name="T20" fmla="*/ 2147483647 w 43200"/>
              <a:gd name="T21" fmla="*/ 2147483647 h 43200"/>
              <a:gd name="T22" fmla="*/ 2147483647 w 43200"/>
              <a:gd name="T23" fmla="*/ 2147483647 h 43200"/>
              <a:gd name="T24" fmla="*/ 2147483647 w 43200"/>
              <a:gd name="T25" fmla="*/ 2115605999 h 43200"/>
              <a:gd name="T26" fmla="*/ 2147483647 w 43200"/>
              <a:gd name="T27" fmla="*/ 2147483647 h 43200"/>
              <a:gd name="T28" fmla="*/ 2147483647 w 43200"/>
              <a:gd name="T29" fmla="*/ 1540889145 h 43200"/>
              <a:gd name="T30" fmla="*/ 2147483647 w 43200"/>
              <a:gd name="T31" fmla="*/ 912372135 h 43200"/>
              <a:gd name="T32" fmla="*/ 2147483647 w 43200"/>
              <a:gd name="T33" fmla="*/ 1840332300 h 43200"/>
              <a:gd name="T34" fmla="*/ 2147483647 w 43200"/>
              <a:gd name="T35" fmla="*/ 1298366976 h 43200"/>
              <a:gd name="T36" fmla="*/ 2147483647 w 43200"/>
              <a:gd name="T37" fmla="*/ 2024373031 h 43200"/>
              <a:gd name="T38" fmla="*/ 2147483647 w 43200"/>
              <a:gd name="T39" fmla="*/ 2147483647 h 43200"/>
              <a:gd name="T40" fmla="*/ 2147483647 w 43200"/>
              <a:gd name="T41" fmla="*/ 2147483647 h 43200"/>
              <a:gd name="T42" fmla="*/ 2147483647 w 43200"/>
              <a:gd name="T43" fmla="*/ 2147483647 h 432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200"/>
              <a:gd name="T67" fmla="*/ 0 h 43200"/>
              <a:gd name="T68" fmla="*/ 43200 w 43200"/>
              <a:gd name="T69" fmla="*/ 43200 h 432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200" h="43200">
                <a:moveTo>
                  <a:pt x="3900" y="14370"/>
                </a:moveTo>
                <a:cubicBezTo>
                  <a:pt x="3629" y="11657"/>
                  <a:pt x="4261" y="8921"/>
                  <a:pt x="5623" y="6907"/>
                </a:cubicBezTo>
                <a:cubicBezTo>
                  <a:pt x="7775" y="3726"/>
                  <a:pt x="11264" y="3017"/>
                  <a:pt x="14005" y="5202"/>
                </a:cubicBezTo>
                <a:cubicBezTo>
                  <a:pt x="15678" y="909"/>
                  <a:pt x="19914" y="22"/>
                  <a:pt x="22456" y="3432"/>
                </a:cubicBezTo>
                <a:cubicBezTo>
                  <a:pt x="23097" y="1683"/>
                  <a:pt x="24328" y="474"/>
                  <a:pt x="25749" y="200"/>
                </a:cubicBezTo>
                <a:cubicBezTo>
                  <a:pt x="27313" y="-102"/>
                  <a:pt x="28875" y="770"/>
                  <a:pt x="29833" y="2481"/>
                </a:cubicBezTo>
                <a:cubicBezTo>
                  <a:pt x="31215" y="267"/>
                  <a:pt x="33501" y="-460"/>
                  <a:pt x="35463" y="690"/>
                </a:cubicBezTo>
                <a:cubicBezTo>
                  <a:pt x="36958" y="1566"/>
                  <a:pt x="38030" y="3400"/>
                  <a:pt x="38318" y="5576"/>
                </a:cubicBezTo>
                <a:cubicBezTo>
                  <a:pt x="40046" y="6218"/>
                  <a:pt x="41422" y="7998"/>
                  <a:pt x="41982" y="10318"/>
                </a:cubicBezTo>
                <a:cubicBezTo>
                  <a:pt x="42389" y="12002"/>
                  <a:pt x="42331" y="13831"/>
                  <a:pt x="41818" y="15460"/>
                </a:cubicBezTo>
                <a:cubicBezTo>
                  <a:pt x="43079" y="17694"/>
                  <a:pt x="43520" y="20590"/>
                  <a:pt x="43016" y="23322"/>
                </a:cubicBezTo>
                <a:cubicBezTo>
                  <a:pt x="42346" y="26954"/>
                  <a:pt x="40128" y="29674"/>
                  <a:pt x="37404" y="30204"/>
                </a:cubicBezTo>
                <a:cubicBezTo>
                  <a:pt x="37391" y="32471"/>
                  <a:pt x="36658" y="34621"/>
                  <a:pt x="35395" y="36101"/>
                </a:cubicBezTo>
                <a:cubicBezTo>
                  <a:pt x="33476" y="38350"/>
                  <a:pt x="30704" y="38639"/>
                  <a:pt x="28555" y="36815"/>
                </a:cubicBezTo>
                <a:cubicBezTo>
                  <a:pt x="27860" y="39948"/>
                  <a:pt x="25999" y="42343"/>
                  <a:pt x="23667" y="43106"/>
                </a:cubicBezTo>
                <a:cubicBezTo>
                  <a:pt x="20919" y="44005"/>
                  <a:pt x="18051" y="42473"/>
                  <a:pt x="16480" y="39266"/>
                </a:cubicBezTo>
                <a:cubicBezTo>
                  <a:pt x="12772" y="42310"/>
                  <a:pt x="7956" y="40599"/>
                  <a:pt x="5804" y="35472"/>
                </a:cubicBezTo>
                <a:cubicBezTo>
                  <a:pt x="3690" y="35809"/>
                  <a:pt x="1705" y="34024"/>
                  <a:pt x="1110" y="31250"/>
                </a:cubicBezTo>
                <a:cubicBezTo>
                  <a:pt x="679" y="29243"/>
                  <a:pt x="1060" y="27077"/>
                  <a:pt x="2113" y="25551"/>
                </a:cubicBezTo>
                <a:cubicBezTo>
                  <a:pt x="619" y="24354"/>
                  <a:pt x="-213" y="22057"/>
                  <a:pt x="-5" y="19704"/>
                </a:cubicBezTo>
                <a:cubicBezTo>
                  <a:pt x="239" y="16949"/>
                  <a:pt x="1845" y="14791"/>
                  <a:pt x="3863" y="14507"/>
                </a:cubicBezTo>
                <a:cubicBezTo>
                  <a:pt x="3875" y="14461"/>
                  <a:pt x="3888" y="14416"/>
                  <a:pt x="3900" y="14370"/>
                </a:cubicBezTo>
                <a:close/>
              </a:path>
              <a:path w="43200" h="43200" fill="none">
                <a:moveTo>
                  <a:pt x="4693" y="26177"/>
                </a:moveTo>
                <a:cubicBezTo>
                  <a:pt x="3809" y="26271"/>
                  <a:pt x="2925" y="25993"/>
                  <a:pt x="2160" y="25380"/>
                </a:cubicBezTo>
                <a:moveTo>
                  <a:pt x="6928" y="34899"/>
                </a:moveTo>
                <a:cubicBezTo>
                  <a:pt x="6573" y="35092"/>
                  <a:pt x="6200" y="35220"/>
                  <a:pt x="5820" y="35280"/>
                </a:cubicBezTo>
                <a:moveTo>
                  <a:pt x="16478" y="39090"/>
                </a:moveTo>
                <a:cubicBezTo>
                  <a:pt x="16211" y="38544"/>
                  <a:pt x="15987" y="37961"/>
                  <a:pt x="15810" y="37350"/>
                </a:cubicBezTo>
                <a:moveTo>
                  <a:pt x="28827" y="34751"/>
                </a:moveTo>
                <a:cubicBezTo>
                  <a:pt x="28788" y="35398"/>
                  <a:pt x="28698" y="36038"/>
                  <a:pt x="28560" y="36660"/>
                </a:cubicBezTo>
                <a:moveTo>
                  <a:pt x="34129" y="22954"/>
                </a:moveTo>
                <a:cubicBezTo>
                  <a:pt x="36133" y="24282"/>
                  <a:pt x="37398" y="27058"/>
                  <a:pt x="37380" y="30090"/>
                </a:cubicBezTo>
                <a:moveTo>
                  <a:pt x="41798" y="15354"/>
                </a:moveTo>
                <a:cubicBezTo>
                  <a:pt x="41473" y="16386"/>
                  <a:pt x="40978" y="17302"/>
                  <a:pt x="40350" y="18030"/>
                </a:cubicBezTo>
                <a:moveTo>
                  <a:pt x="38324" y="5426"/>
                </a:moveTo>
                <a:cubicBezTo>
                  <a:pt x="38379" y="5843"/>
                  <a:pt x="38405" y="6266"/>
                  <a:pt x="38400" y="6690"/>
                </a:cubicBezTo>
                <a:moveTo>
                  <a:pt x="29078" y="3952"/>
                </a:moveTo>
                <a:cubicBezTo>
                  <a:pt x="29267" y="3369"/>
                  <a:pt x="29516" y="2826"/>
                  <a:pt x="29820" y="2340"/>
                </a:cubicBezTo>
                <a:moveTo>
                  <a:pt x="22141" y="4720"/>
                </a:moveTo>
                <a:cubicBezTo>
                  <a:pt x="22218" y="4238"/>
                  <a:pt x="22339" y="3771"/>
                  <a:pt x="22500" y="3330"/>
                </a:cubicBezTo>
                <a:moveTo>
                  <a:pt x="14000" y="5192"/>
                </a:moveTo>
                <a:cubicBezTo>
                  <a:pt x="14472" y="5568"/>
                  <a:pt x="14908" y="6021"/>
                  <a:pt x="15300" y="6540"/>
                </a:cubicBezTo>
                <a:moveTo>
                  <a:pt x="4127" y="15789"/>
                </a:moveTo>
                <a:cubicBezTo>
                  <a:pt x="4024" y="15325"/>
                  <a:pt x="3948" y="14851"/>
                  <a:pt x="3900" y="14370"/>
                </a:cubicBezTo>
              </a:path>
            </a:pathLst>
          </a:custGeom>
          <a:solidFill>
            <a:schemeClr val="tx2">
              <a:lumMod val="50000"/>
              <a:lumOff val="50000"/>
            </a:schemeClr>
          </a:solidFill>
          <a:ln w="9525">
            <a:noFill/>
            <a:miter lim="800000"/>
            <a:headEnd/>
            <a:tailEnd/>
          </a:ln>
          <a:effectLst>
            <a:outerShdw blurRad="40000" dist="23000" dir="5400000" rotWithShape="0">
              <a:srgbClr val="808080">
                <a:alpha val="34998"/>
              </a:srgbClr>
            </a:outerShdw>
          </a:effectLst>
        </p:spPr>
        <p:txBody>
          <a:bodyPr anchor="ctr"/>
          <a:lstStyle/>
          <a:p>
            <a:pPr algn="ctr">
              <a:defRPr/>
            </a:pPr>
            <a:r>
              <a:rPr lang="en-US" sz="1600" b="1" dirty="0">
                <a:solidFill>
                  <a:schemeClr val="bg1"/>
                </a:solidFill>
                <a:latin typeface="Tahoma" panose="020B0604030504040204" pitchFamily="34" charset="0"/>
                <a:ea typeface="Tahoma" panose="020B0604030504040204" pitchFamily="34" charset="0"/>
                <a:cs typeface="Tahoma" panose="020B0604030504040204" pitchFamily="34" charset="0"/>
              </a:rPr>
              <a:t>Cloud Computing</a:t>
            </a:r>
          </a:p>
        </p:txBody>
      </p:sp>
      <p:sp>
        <p:nvSpPr>
          <p:cNvPr id="12" name="Cloud 12"/>
          <p:cNvSpPr>
            <a:spLocks/>
          </p:cNvSpPr>
          <p:nvPr/>
        </p:nvSpPr>
        <p:spPr bwMode="auto">
          <a:xfrm>
            <a:off x="165100" y="4737100"/>
            <a:ext cx="2133600" cy="1079500"/>
          </a:xfrm>
          <a:custGeom>
            <a:avLst/>
            <a:gdLst>
              <a:gd name="T0" fmla="*/ 2147483647 w 43200"/>
              <a:gd name="T1" fmla="*/ 2147483647 h 43200"/>
              <a:gd name="T2" fmla="*/ 2147483647 w 43200"/>
              <a:gd name="T3" fmla="*/ 2147483647 h 43200"/>
              <a:gd name="T4" fmla="*/ 2147483647 w 43200"/>
              <a:gd name="T5" fmla="*/ 2147483647 h 43200"/>
              <a:gd name="T6" fmla="*/ 2147483647 w 43200"/>
              <a:gd name="T7" fmla="*/ 2147483647 h 43200"/>
              <a:gd name="T8" fmla="*/ 2147483647 w 43200"/>
              <a:gd name="T9" fmla="*/ 2147483647 h 43200"/>
              <a:gd name="T10" fmla="*/ 2147483647 w 43200"/>
              <a:gd name="T11" fmla="*/ 2147483647 h 43200"/>
              <a:gd name="T12" fmla="*/ 2147483647 w 43200"/>
              <a:gd name="T13" fmla="*/ 2147483647 h 43200"/>
              <a:gd name="T14" fmla="*/ 2147483647 w 43200"/>
              <a:gd name="T15" fmla="*/ 2147483647 h 43200"/>
              <a:gd name="T16" fmla="*/ 2147483647 w 43200"/>
              <a:gd name="T17" fmla="*/ 2147483647 h 43200"/>
              <a:gd name="T18" fmla="*/ 2147483647 w 43200"/>
              <a:gd name="T19" fmla="*/ 2147483647 h 43200"/>
              <a:gd name="T20" fmla="*/ 2147483647 w 43200"/>
              <a:gd name="T21" fmla="*/ 2147483647 h 43200"/>
              <a:gd name="T22" fmla="*/ 2147483647 w 43200"/>
              <a:gd name="T23" fmla="*/ 2147483647 h 43200"/>
              <a:gd name="T24" fmla="*/ 2147483647 w 43200"/>
              <a:gd name="T25" fmla="*/ 2115605999 h 43200"/>
              <a:gd name="T26" fmla="*/ 2147483647 w 43200"/>
              <a:gd name="T27" fmla="*/ 2147483647 h 43200"/>
              <a:gd name="T28" fmla="*/ 2147483647 w 43200"/>
              <a:gd name="T29" fmla="*/ 1540889145 h 43200"/>
              <a:gd name="T30" fmla="*/ 2147483647 w 43200"/>
              <a:gd name="T31" fmla="*/ 912372135 h 43200"/>
              <a:gd name="T32" fmla="*/ 2147483647 w 43200"/>
              <a:gd name="T33" fmla="*/ 1840332300 h 43200"/>
              <a:gd name="T34" fmla="*/ 2147483647 w 43200"/>
              <a:gd name="T35" fmla="*/ 1298366976 h 43200"/>
              <a:gd name="T36" fmla="*/ 2147483647 w 43200"/>
              <a:gd name="T37" fmla="*/ 2024373031 h 43200"/>
              <a:gd name="T38" fmla="*/ 2147483647 w 43200"/>
              <a:gd name="T39" fmla="*/ 2147483647 h 43200"/>
              <a:gd name="T40" fmla="*/ 2147483647 w 43200"/>
              <a:gd name="T41" fmla="*/ 2147483647 h 43200"/>
              <a:gd name="T42" fmla="*/ 2147483647 w 43200"/>
              <a:gd name="T43" fmla="*/ 2147483647 h 432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200"/>
              <a:gd name="T67" fmla="*/ 0 h 43200"/>
              <a:gd name="T68" fmla="*/ 43200 w 43200"/>
              <a:gd name="T69" fmla="*/ 43200 h 432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200" h="43200">
                <a:moveTo>
                  <a:pt x="3900" y="14370"/>
                </a:moveTo>
                <a:cubicBezTo>
                  <a:pt x="3629" y="11657"/>
                  <a:pt x="4261" y="8921"/>
                  <a:pt x="5623" y="6907"/>
                </a:cubicBezTo>
                <a:cubicBezTo>
                  <a:pt x="7775" y="3726"/>
                  <a:pt x="11264" y="3017"/>
                  <a:pt x="14005" y="5202"/>
                </a:cubicBezTo>
                <a:cubicBezTo>
                  <a:pt x="15678" y="909"/>
                  <a:pt x="19914" y="22"/>
                  <a:pt x="22456" y="3432"/>
                </a:cubicBezTo>
                <a:cubicBezTo>
                  <a:pt x="23097" y="1683"/>
                  <a:pt x="24328" y="474"/>
                  <a:pt x="25749" y="200"/>
                </a:cubicBezTo>
                <a:cubicBezTo>
                  <a:pt x="27313" y="-102"/>
                  <a:pt x="28875" y="770"/>
                  <a:pt x="29833" y="2481"/>
                </a:cubicBezTo>
                <a:cubicBezTo>
                  <a:pt x="31215" y="267"/>
                  <a:pt x="33501" y="-460"/>
                  <a:pt x="35463" y="690"/>
                </a:cubicBezTo>
                <a:cubicBezTo>
                  <a:pt x="36958" y="1566"/>
                  <a:pt x="38030" y="3400"/>
                  <a:pt x="38318" y="5576"/>
                </a:cubicBezTo>
                <a:cubicBezTo>
                  <a:pt x="40046" y="6218"/>
                  <a:pt x="41422" y="7998"/>
                  <a:pt x="41982" y="10318"/>
                </a:cubicBezTo>
                <a:cubicBezTo>
                  <a:pt x="42389" y="12002"/>
                  <a:pt x="42331" y="13831"/>
                  <a:pt x="41818" y="15460"/>
                </a:cubicBezTo>
                <a:cubicBezTo>
                  <a:pt x="43079" y="17694"/>
                  <a:pt x="43520" y="20590"/>
                  <a:pt x="43016" y="23322"/>
                </a:cubicBezTo>
                <a:cubicBezTo>
                  <a:pt x="42346" y="26954"/>
                  <a:pt x="40128" y="29674"/>
                  <a:pt x="37404" y="30204"/>
                </a:cubicBezTo>
                <a:cubicBezTo>
                  <a:pt x="37391" y="32471"/>
                  <a:pt x="36658" y="34621"/>
                  <a:pt x="35395" y="36101"/>
                </a:cubicBezTo>
                <a:cubicBezTo>
                  <a:pt x="33476" y="38350"/>
                  <a:pt x="30704" y="38639"/>
                  <a:pt x="28555" y="36815"/>
                </a:cubicBezTo>
                <a:cubicBezTo>
                  <a:pt x="27860" y="39948"/>
                  <a:pt x="25999" y="42343"/>
                  <a:pt x="23667" y="43106"/>
                </a:cubicBezTo>
                <a:cubicBezTo>
                  <a:pt x="20919" y="44005"/>
                  <a:pt x="18051" y="42473"/>
                  <a:pt x="16480" y="39266"/>
                </a:cubicBezTo>
                <a:cubicBezTo>
                  <a:pt x="12772" y="42310"/>
                  <a:pt x="7956" y="40599"/>
                  <a:pt x="5804" y="35472"/>
                </a:cubicBezTo>
                <a:cubicBezTo>
                  <a:pt x="3690" y="35809"/>
                  <a:pt x="1705" y="34024"/>
                  <a:pt x="1110" y="31250"/>
                </a:cubicBezTo>
                <a:cubicBezTo>
                  <a:pt x="679" y="29243"/>
                  <a:pt x="1060" y="27077"/>
                  <a:pt x="2113" y="25551"/>
                </a:cubicBezTo>
                <a:cubicBezTo>
                  <a:pt x="619" y="24354"/>
                  <a:pt x="-213" y="22057"/>
                  <a:pt x="-5" y="19704"/>
                </a:cubicBezTo>
                <a:cubicBezTo>
                  <a:pt x="239" y="16949"/>
                  <a:pt x="1845" y="14791"/>
                  <a:pt x="3863" y="14507"/>
                </a:cubicBezTo>
                <a:cubicBezTo>
                  <a:pt x="3875" y="14461"/>
                  <a:pt x="3888" y="14416"/>
                  <a:pt x="3900" y="14370"/>
                </a:cubicBezTo>
                <a:close/>
              </a:path>
              <a:path w="43200" h="43200" fill="none">
                <a:moveTo>
                  <a:pt x="4693" y="26177"/>
                </a:moveTo>
                <a:cubicBezTo>
                  <a:pt x="3809" y="26271"/>
                  <a:pt x="2925" y="25993"/>
                  <a:pt x="2160" y="25380"/>
                </a:cubicBezTo>
                <a:moveTo>
                  <a:pt x="6928" y="34899"/>
                </a:moveTo>
                <a:cubicBezTo>
                  <a:pt x="6573" y="35092"/>
                  <a:pt x="6200" y="35220"/>
                  <a:pt x="5820" y="35280"/>
                </a:cubicBezTo>
                <a:moveTo>
                  <a:pt x="16478" y="39090"/>
                </a:moveTo>
                <a:cubicBezTo>
                  <a:pt x="16211" y="38544"/>
                  <a:pt x="15987" y="37961"/>
                  <a:pt x="15810" y="37350"/>
                </a:cubicBezTo>
                <a:moveTo>
                  <a:pt x="28827" y="34751"/>
                </a:moveTo>
                <a:cubicBezTo>
                  <a:pt x="28788" y="35398"/>
                  <a:pt x="28698" y="36038"/>
                  <a:pt x="28560" y="36660"/>
                </a:cubicBezTo>
                <a:moveTo>
                  <a:pt x="34129" y="22954"/>
                </a:moveTo>
                <a:cubicBezTo>
                  <a:pt x="36133" y="24282"/>
                  <a:pt x="37398" y="27058"/>
                  <a:pt x="37380" y="30090"/>
                </a:cubicBezTo>
                <a:moveTo>
                  <a:pt x="41798" y="15354"/>
                </a:moveTo>
                <a:cubicBezTo>
                  <a:pt x="41473" y="16386"/>
                  <a:pt x="40978" y="17302"/>
                  <a:pt x="40350" y="18030"/>
                </a:cubicBezTo>
                <a:moveTo>
                  <a:pt x="38324" y="5426"/>
                </a:moveTo>
                <a:cubicBezTo>
                  <a:pt x="38379" y="5843"/>
                  <a:pt x="38405" y="6266"/>
                  <a:pt x="38400" y="6690"/>
                </a:cubicBezTo>
                <a:moveTo>
                  <a:pt x="29078" y="3952"/>
                </a:moveTo>
                <a:cubicBezTo>
                  <a:pt x="29267" y="3369"/>
                  <a:pt x="29516" y="2826"/>
                  <a:pt x="29820" y="2340"/>
                </a:cubicBezTo>
                <a:moveTo>
                  <a:pt x="22141" y="4720"/>
                </a:moveTo>
                <a:cubicBezTo>
                  <a:pt x="22218" y="4238"/>
                  <a:pt x="22339" y="3771"/>
                  <a:pt x="22500" y="3330"/>
                </a:cubicBezTo>
                <a:moveTo>
                  <a:pt x="14000" y="5192"/>
                </a:moveTo>
                <a:cubicBezTo>
                  <a:pt x="14472" y="5568"/>
                  <a:pt x="14908" y="6021"/>
                  <a:pt x="15300" y="6540"/>
                </a:cubicBezTo>
                <a:moveTo>
                  <a:pt x="4127" y="15789"/>
                </a:moveTo>
                <a:cubicBezTo>
                  <a:pt x="4024" y="15325"/>
                  <a:pt x="3948" y="14851"/>
                  <a:pt x="3900" y="14370"/>
                </a:cubicBezTo>
              </a:path>
            </a:pathLst>
          </a:custGeom>
          <a:solidFill>
            <a:schemeClr val="tx2">
              <a:lumMod val="50000"/>
              <a:lumOff val="50000"/>
            </a:schemeClr>
          </a:solidFill>
          <a:ln w="9525">
            <a:noFill/>
            <a:miter lim="800000"/>
            <a:headEnd/>
            <a:tailEnd/>
          </a:ln>
          <a:effectLst>
            <a:outerShdw blurRad="40000" dist="23000" dir="5400000" rotWithShape="0">
              <a:srgbClr val="808080">
                <a:alpha val="34998"/>
              </a:srgbClr>
            </a:outerShdw>
          </a:effectLst>
        </p:spPr>
        <p:txBody>
          <a:bodyPr anchor="ctr"/>
          <a:lstStyle/>
          <a:p>
            <a:pPr algn="ctr">
              <a:defRPr/>
            </a:pPr>
            <a:r>
              <a:rPr lang="en-US" sz="1600" b="1" dirty="0">
                <a:solidFill>
                  <a:schemeClr val="bg1"/>
                </a:solidFill>
                <a:latin typeface="Tahoma" panose="020B0604030504040204" pitchFamily="34" charset="0"/>
                <a:ea typeface="Tahoma" panose="020B0604030504040204" pitchFamily="34" charset="0"/>
                <a:cs typeface="Tahoma" panose="020B0604030504040204" pitchFamily="34" charset="0"/>
              </a:rPr>
              <a:t>Supply Chain </a:t>
            </a:r>
          </a:p>
          <a:p>
            <a:pPr algn="ctr">
              <a:defRPr/>
            </a:pPr>
            <a:r>
              <a:rPr lang="en-US" sz="1600" b="1" dirty="0">
                <a:solidFill>
                  <a:schemeClr val="bg1"/>
                </a:solidFill>
                <a:latin typeface="Tahoma" panose="020B0604030504040204" pitchFamily="34" charset="0"/>
                <a:ea typeface="Tahoma" panose="020B0604030504040204" pitchFamily="34" charset="0"/>
                <a:cs typeface="Tahoma" panose="020B0604030504040204" pitchFamily="34" charset="0"/>
              </a:rPr>
              <a:t>Risk</a:t>
            </a:r>
          </a:p>
        </p:txBody>
      </p:sp>
      <p:sp>
        <p:nvSpPr>
          <p:cNvPr id="13" name="Cloud 13"/>
          <p:cNvSpPr>
            <a:spLocks/>
          </p:cNvSpPr>
          <p:nvPr/>
        </p:nvSpPr>
        <p:spPr bwMode="auto">
          <a:xfrm>
            <a:off x="6372200" y="5033962"/>
            <a:ext cx="1892300" cy="1079500"/>
          </a:xfrm>
          <a:custGeom>
            <a:avLst/>
            <a:gdLst>
              <a:gd name="T0" fmla="*/ 2147483647 w 43200"/>
              <a:gd name="T1" fmla="*/ 2147483647 h 43200"/>
              <a:gd name="T2" fmla="*/ 2147483647 w 43200"/>
              <a:gd name="T3" fmla="*/ 2147483647 h 43200"/>
              <a:gd name="T4" fmla="*/ 2147483647 w 43200"/>
              <a:gd name="T5" fmla="*/ 2147483647 h 43200"/>
              <a:gd name="T6" fmla="*/ 2147483647 w 43200"/>
              <a:gd name="T7" fmla="*/ 2147483647 h 43200"/>
              <a:gd name="T8" fmla="*/ 2147483647 w 43200"/>
              <a:gd name="T9" fmla="*/ 2147483647 h 43200"/>
              <a:gd name="T10" fmla="*/ 2147483647 w 43200"/>
              <a:gd name="T11" fmla="*/ 2147483647 h 43200"/>
              <a:gd name="T12" fmla="*/ 2147483647 w 43200"/>
              <a:gd name="T13" fmla="*/ 2147483647 h 43200"/>
              <a:gd name="T14" fmla="*/ 2147483647 w 43200"/>
              <a:gd name="T15" fmla="*/ 2147483647 h 43200"/>
              <a:gd name="T16" fmla="*/ 2147483647 w 43200"/>
              <a:gd name="T17" fmla="*/ 2147483647 h 43200"/>
              <a:gd name="T18" fmla="*/ 2147483647 w 43200"/>
              <a:gd name="T19" fmla="*/ 2147483647 h 43200"/>
              <a:gd name="T20" fmla="*/ 2147483647 w 43200"/>
              <a:gd name="T21" fmla="*/ 2147483647 h 43200"/>
              <a:gd name="T22" fmla="*/ 2147483647 w 43200"/>
              <a:gd name="T23" fmla="*/ 2147483647 h 43200"/>
              <a:gd name="T24" fmla="*/ 2147483647 w 43200"/>
              <a:gd name="T25" fmla="*/ 2115605999 h 43200"/>
              <a:gd name="T26" fmla="*/ 2147483647 w 43200"/>
              <a:gd name="T27" fmla="*/ 2147483647 h 43200"/>
              <a:gd name="T28" fmla="*/ 2147483647 w 43200"/>
              <a:gd name="T29" fmla="*/ 1540889145 h 43200"/>
              <a:gd name="T30" fmla="*/ 2147483647 w 43200"/>
              <a:gd name="T31" fmla="*/ 912372135 h 43200"/>
              <a:gd name="T32" fmla="*/ 2147483647 w 43200"/>
              <a:gd name="T33" fmla="*/ 1840332300 h 43200"/>
              <a:gd name="T34" fmla="*/ 2147483647 w 43200"/>
              <a:gd name="T35" fmla="*/ 1298366976 h 43200"/>
              <a:gd name="T36" fmla="*/ 2147483647 w 43200"/>
              <a:gd name="T37" fmla="*/ 2024373031 h 43200"/>
              <a:gd name="T38" fmla="*/ 2147483647 w 43200"/>
              <a:gd name="T39" fmla="*/ 2147483647 h 43200"/>
              <a:gd name="T40" fmla="*/ 2147483647 w 43200"/>
              <a:gd name="T41" fmla="*/ 2147483647 h 43200"/>
              <a:gd name="T42" fmla="*/ 2147483647 w 43200"/>
              <a:gd name="T43" fmla="*/ 2147483647 h 432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200"/>
              <a:gd name="T67" fmla="*/ 0 h 43200"/>
              <a:gd name="T68" fmla="*/ 43200 w 43200"/>
              <a:gd name="T69" fmla="*/ 43200 h 432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200" h="43200">
                <a:moveTo>
                  <a:pt x="3900" y="14370"/>
                </a:moveTo>
                <a:cubicBezTo>
                  <a:pt x="3629" y="11657"/>
                  <a:pt x="4261" y="8921"/>
                  <a:pt x="5623" y="6907"/>
                </a:cubicBezTo>
                <a:cubicBezTo>
                  <a:pt x="7775" y="3726"/>
                  <a:pt x="11264" y="3017"/>
                  <a:pt x="14005" y="5202"/>
                </a:cubicBezTo>
                <a:cubicBezTo>
                  <a:pt x="15678" y="909"/>
                  <a:pt x="19914" y="22"/>
                  <a:pt x="22456" y="3432"/>
                </a:cubicBezTo>
                <a:cubicBezTo>
                  <a:pt x="23097" y="1683"/>
                  <a:pt x="24328" y="474"/>
                  <a:pt x="25749" y="200"/>
                </a:cubicBezTo>
                <a:cubicBezTo>
                  <a:pt x="27313" y="-102"/>
                  <a:pt x="28875" y="770"/>
                  <a:pt x="29833" y="2481"/>
                </a:cubicBezTo>
                <a:cubicBezTo>
                  <a:pt x="31215" y="267"/>
                  <a:pt x="33501" y="-460"/>
                  <a:pt x="35463" y="690"/>
                </a:cubicBezTo>
                <a:cubicBezTo>
                  <a:pt x="36958" y="1566"/>
                  <a:pt x="38030" y="3400"/>
                  <a:pt x="38318" y="5576"/>
                </a:cubicBezTo>
                <a:cubicBezTo>
                  <a:pt x="40046" y="6218"/>
                  <a:pt x="41422" y="7998"/>
                  <a:pt x="41982" y="10318"/>
                </a:cubicBezTo>
                <a:cubicBezTo>
                  <a:pt x="42389" y="12002"/>
                  <a:pt x="42331" y="13831"/>
                  <a:pt x="41818" y="15460"/>
                </a:cubicBezTo>
                <a:cubicBezTo>
                  <a:pt x="43079" y="17694"/>
                  <a:pt x="43520" y="20590"/>
                  <a:pt x="43016" y="23322"/>
                </a:cubicBezTo>
                <a:cubicBezTo>
                  <a:pt x="42346" y="26954"/>
                  <a:pt x="40128" y="29674"/>
                  <a:pt x="37404" y="30204"/>
                </a:cubicBezTo>
                <a:cubicBezTo>
                  <a:pt x="37391" y="32471"/>
                  <a:pt x="36658" y="34621"/>
                  <a:pt x="35395" y="36101"/>
                </a:cubicBezTo>
                <a:cubicBezTo>
                  <a:pt x="33476" y="38350"/>
                  <a:pt x="30704" y="38639"/>
                  <a:pt x="28555" y="36815"/>
                </a:cubicBezTo>
                <a:cubicBezTo>
                  <a:pt x="27860" y="39948"/>
                  <a:pt x="25999" y="42343"/>
                  <a:pt x="23667" y="43106"/>
                </a:cubicBezTo>
                <a:cubicBezTo>
                  <a:pt x="20919" y="44005"/>
                  <a:pt x="18051" y="42473"/>
                  <a:pt x="16480" y="39266"/>
                </a:cubicBezTo>
                <a:cubicBezTo>
                  <a:pt x="12772" y="42310"/>
                  <a:pt x="7956" y="40599"/>
                  <a:pt x="5804" y="35472"/>
                </a:cubicBezTo>
                <a:cubicBezTo>
                  <a:pt x="3690" y="35809"/>
                  <a:pt x="1705" y="34024"/>
                  <a:pt x="1110" y="31250"/>
                </a:cubicBezTo>
                <a:cubicBezTo>
                  <a:pt x="679" y="29243"/>
                  <a:pt x="1060" y="27077"/>
                  <a:pt x="2113" y="25551"/>
                </a:cubicBezTo>
                <a:cubicBezTo>
                  <a:pt x="619" y="24354"/>
                  <a:pt x="-213" y="22057"/>
                  <a:pt x="-5" y="19704"/>
                </a:cubicBezTo>
                <a:cubicBezTo>
                  <a:pt x="239" y="16949"/>
                  <a:pt x="1845" y="14791"/>
                  <a:pt x="3863" y="14507"/>
                </a:cubicBezTo>
                <a:cubicBezTo>
                  <a:pt x="3875" y="14461"/>
                  <a:pt x="3888" y="14416"/>
                  <a:pt x="3900" y="14370"/>
                </a:cubicBezTo>
                <a:close/>
              </a:path>
              <a:path w="43200" h="43200" fill="none">
                <a:moveTo>
                  <a:pt x="4693" y="26177"/>
                </a:moveTo>
                <a:cubicBezTo>
                  <a:pt x="3809" y="26271"/>
                  <a:pt x="2925" y="25993"/>
                  <a:pt x="2160" y="25380"/>
                </a:cubicBezTo>
                <a:moveTo>
                  <a:pt x="6928" y="34899"/>
                </a:moveTo>
                <a:cubicBezTo>
                  <a:pt x="6573" y="35092"/>
                  <a:pt x="6200" y="35220"/>
                  <a:pt x="5820" y="35280"/>
                </a:cubicBezTo>
                <a:moveTo>
                  <a:pt x="16478" y="39090"/>
                </a:moveTo>
                <a:cubicBezTo>
                  <a:pt x="16211" y="38544"/>
                  <a:pt x="15987" y="37961"/>
                  <a:pt x="15810" y="37350"/>
                </a:cubicBezTo>
                <a:moveTo>
                  <a:pt x="28827" y="34751"/>
                </a:moveTo>
                <a:cubicBezTo>
                  <a:pt x="28788" y="35398"/>
                  <a:pt x="28698" y="36038"/>
                  <a:pt x="28560" y="36660"/>
                </a:cubicBezTo>
                <a:moveTo>
                  <a:pt x="34129" y="22954"/>
                </a:moveTo>
                <a:cubicBezTo>
                  <a:pt x="36133" y="24282"/>
                  <a:pt x="37398" y="27058"/>
                  <a:pt x="37380" y="30090"/>
                </a:cubicBezTo>
                <a:moveTo>
                  <a:pt x="41798" y="15354"/>
                </a:moveTo>
                <a:cubicBezTo>
                  <a:pt x="41473" y="16386"/>
                  <a:pt x="40978" y="17302"/>
                  <a:pt x="40350" y="18030"/>
                </a:cubicBezTo>
                <a:moveTo>
                  <a:pt x="38324" y="5426"/>
                </a:moveTo>
                <a:cubicBezTo>
                  <a:pt x="38379" y="5843"/>
                  <a:pt x="38405" y="6266"/>
                  <a:pt x="38400" y="6690"/>
                </a:cubicBezTo>
                <a:moveTo>
                  <a:pt x="29078" y="3952"/>
                </a:moveTo>
                <a:cubicBezTo>
                  <a:pt x="29267" y="3369"/>
                  <a:pt x="29516" y="2826"/>
                  <a:pt x="29820" y="2340"/>
                </a:cubicBezTo>
                <a:moveTo>
                  <a:pt x="22141" y="4720"/>
                </a:moveTo>
                <a:cubicBezTo>
                  <a:pt x="22218" y="4238"/>
                  <a:pt x="22339" y="3771"/>
                  <a:pt x="22500" y="3330"/>
                </a:cubicBezTo>
                <a:moveTo>
                  <a:pt x="14000" y="5192"/>
                </a:moveTo>
                <a:cubicBezTo>
                  <a:pt x="14472" y="5568"/>
                  <a:pt x="14908" y="6021"/>
                  <a:pt x="15300" y="6540"/>
                </a:cubicBezTo>
                <a:moveTo>
                  <a:pt x="4127" y="15789"/>
                </a:moveTo>
                <a:cubicBezTo>
                  <a:pt x="4024" y="15325"/>
                  <a:pt x="3948" y="14851"/>
                  <a:pt x="3900" y="14370"/>
                </a:cubicBezTo>
              </a:path>
            </a:pathLst>
          </a:custGeom>
          <a:solidFill>
            <a:schemeClr val="tx2">
              <a:lumMod val="50000"/>
              <a:lumOff val="50000"/>
            </a:schemeClr>
          </a:solidFill>
          <a:ln w="9525">
            <a:noFill/>
            <a:miter lim="800000"/>
            <a:headEnd/>
            <a:tailEnd/>
          </a:ln>
          <a:effectLst>
            <a:outerShdw blurRad="40000" dist="23000" dir="5400000" rotWithShape="0">
              <a:srgbClr val="808080">
                <a:alpha val="34998"/>
              </a:srgbClr>
            </a:outerShdw>
          </a:effectLst>
        </p:spPr>
        <p:txBody>
          <a:bodyPr anchor="ctr"/>
          <a:lstStyle/>
          <a:p>
            <a:pPr algn="ctr">
              <a:defRPr/>
            </a:pPr>
            <a:r>
              <a:rPr lang="en-US" sz="1600" b="1" dirty="0">
                <a:solidFill>
                  <a:schemeClr val="bg1"/>
                </a:solidFill>
                <a:latin typeface="Tahoma" panose="020B0604030504040204" pitchFamily="34" charset="0"/>
                <a:ea typeface="Tahoma" panose="020B0604030504040204" pitchFamily="34" charset="0"/>
                <a:cs typeface="Tahoma" panose="020B0604030504040204" pitchFamily="34" charset="0"/>
              </a:rPr>
              <a:t>Cyber Terrorism</a:t>
            </a:r>
          </a:p>
        </p:txBody>
      </p:sp>
      <p:sp>
        <p:nvSpPr>
          <p:cNvPr id="14" name="Cloud 14"/>
          <p:cNvSpPr>
            <a:spLocks/>
          </p:cNvSpPr>
          <p:nvPr/>
        </p:nvSpPr>
        <p:spPr bwMode="auto">
          <a:xfrm>
            <a:off x="71438" y="3441700"/>
            <a:ext cx="2028825" cy="1079500"/>
          </a:xfrm>
          <a:custGeom>
            <a:avLst/>
            <a:gdLst>
              <a:gd name="T0" fmla="*/ 2147483647 w 43200"/>
              <a:gd name="T1" fmla="*/ 2147483647 h 43200"/>
              <a:gd name="T2" fmla="*/ 2147483647 w 43200"/>
              <a:gd name="T3" fmla="*/ 2147483647 h 43200"/>
              <a:gd name="T4" fmla="*/ 2147483647 w 43200"/>
              <a:gd name="T5" fmla="*/ 2147483647 h 43200"/>
              <a:gd name="T6" fmla="*/ 2147483647 w 43200"/>
              <a:gd name="T7" fmla="*/ 2147483647 h 43200"/>
              <a:gd name="T8" fmla="*/ 2147483647 w 43200"/>
              <a:gd name="T9" fmla="*/ 2147483647 h 43200"/>
              <a:gd name="T10" fmla="*/ 2147483647 w 43200"/>
              <a:gd name="T11" fmla="*/ 2147483647 h 43200"/>
              <a:gd name="T12" fmla="*/ 2147483647 w 43200"/>
              <a:gd name="T13" fmla="*/ 2147483647 h 43200"/>
              <a:gd name="T14" fmla="*/ 2147483647 w 43200"/>
              <a:gd name="T15" fmla="*/ 2147483647 h 43200"/>
              <a:gd name="T16" fmla="*/ 2147483647 w 43200"/>
              <a:gd name="T17" fmla="*/ 2147483647 h 43200"/>
              <a:gd name="T18" fmla="*/ 2147483647 w 43200"/>
              <a:gd name="T19" fmla="*/ 2147483647 h 43200"/>
              <a:gd name="T20" fmla="*/ 2147483647 w 43200"/>
              <a:gd name="T21" fmla="*/ 2147483647 h 43200"/>
              <a:gd name="T22" fmla="*/ 2147483647 w 43200"/>
              <a:gd name="T23" fmla="*/ 2147483647 h 43200"/>
              <a:gd name="T24" fmla="*/ 2147483647 w 43200"/>
              <a:gd name="T25" fmla="*/ 2115605999 h 43200"/>
              <a:gd name="T26" fmla="*/ 2147483647 w 43200"/>
              <a:gd name="T27" fmla="*/ 2147483647 h 43200"/>
              <a:gd name="T28" fmla="*/ 2147483647 w 43200"/>
              <a:gd name="T29" fmla="*/ 1540889145 h 43200"/>
              <a:gd name="T30" fmla="*/ 2147483647 w 43200"/>
              <a:gd name="T31" fmla="*/ 912372135 h 43200"/>
              <a:gd name="T32" fmla="*/ 2147483647 w 43200"/>
              <a:gd name="T33" fmla="*/ 1840332300 h 43200"/>
              <a:gd name="T34" fmla="*/ 2147483647 w 43200"/>
              <a:gd name="T35" fmla="*/ 1298366976 h 43200"/>
              <a:gd name="T36" fmla="*/ 2147483647 w 43200"/>
              <a:gd name="T37" fmla="*/ 2024373031 h 43200"/>
              <a:gd name="T38" fmla="*/ 2147483647 w 43200"/>
              <a:gd name="T39" fmla="*/ 2147483647 h 43200"/>
              <a:gd name="T40" fmla="*/ 2147483647 w 43200"/>
              <a:gd name="T41" fmla="*/ 2147483647 h 43200"/>
              <a:gd name="T42" fmla="*/ 2147483647 w 43200"/>
              <a:gd name="T43" fmla="*/ 2147483647 h 432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200"/>
              <a:gd name="T67" fmla="*/ 0 h 43200"/>
              <a:gd name="T68" fmla="*/ 43200 w 43200"/>
              <a:gd name="T69" fmla="*/ 43200 h 432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200" h="43200">
                <a:moveTo>
                  <a:pt x="3900" y="14370"/>
                </a:moveTo>
                <a:cubicBezTo>
                  <a:pt x="3629" y="11657"/>
                  <a:pt x="4261" y="8921"/>
                  <a:pt x="5623" y="6907"/>
                </a:cubicBezTo>
                <a:cubicBezTo>
                  <a:pt x="7775" y="3726"/>
                  <a:pt x="11264" y="3017"/>
                  <a:pt x="14005" y="5202"/>
                </a:cubicBezTo>
                <a:cubicBezTo>
                  <a:pt x="15678" y="909"/>
                  <a:pt x="19914" y="22"/>
                  <a:pt x="22456" y="3432"/>
                </a:cubicBezTo>
                <a:cubicBezTo>
                  <a:pt x="23097" y="1683"/>
                  <a:pt x="24328" y="474"/>
                  <a:pt x="25749" y="200"/>
                </a:cubicBezTo>
                <a:cubicBezTo>
                  <a:pt x="27313" y="-102"/>
                  <a:pt x="28875" y="770"/>
                  <a:pt x="29833" y="2481"/>
                </a:cubicBezTo>
                <a:cubicBezTo>
                  <a:pt x="31215" y="267"/>
                  <a:pt x="33501" y="-460"/>
                  <a:pt x="35463" y="690"/>
                </a:cubicBezTo>
                <a:cubicBezTo>
                  <a:pt x="36958" y="1566"/>
                  <a:pt x="38030" y="3400"/>
                  <a:pt x="38318" y="5576"/>
                </a:cubicBezTo>
                <a:cubicBezTo>
                  <a:pt x="40046" y="6218"/>
                  <a:pt x="41422" y="7998"/>
                  <a:pt x="41982" y="10318"/>
                </a:cubicBezTo>
                <a:cubicBezTo>
                  <a:pt x="42389" y="12002"/>
                  <a:pt x="42331" y="13831"/>
                  <a:pt x="41818" y="15460"/>
                </a:cubicBezTo>
                <a:cubicBezTo>
                  <a:pt x="43079" y="17694"/>
                  <a:pt x="43520" y="20590"/>
                  <a:pt x="43016" y="23322"/>
                </a:cubicBezTo>
                <a:cubicBezTo>
                  <a:pt x="42346" y="26954"/>
                  <a:pt x="40128" y="29674"/>
                  <a:pt x="37404" y="30204"/>
                </a:cubicBezTo>
                <a:cubicBezTo>
                  <a:pt x="37391" y="32471"/>
                  <a:pt x="36658" y="34621"/>
                  <a:pt x="35395" y="36101"/>
                </a:cubicBezTo>
                <a:cubicBezTo>
                  <a:pt x="33476" y="38350"/>
                  <a:pt x="30704" y="38639"/>
                  <a:pt x="28555" y="36815"/>
                </a:cubicBezTo>
                <a:cubicBezTo>
                  <a:pt x="27860" y="39948"/>
                  <a:pt x="25999" y="42343"/>
                  <a:pt x="23667" y="43106"/>
                </a:cubicBezTo>
                <a:cubicBezTo>
                  <a:pt x="20919" y="44005"/>
                  <a:pt x="18051" y="42473"/>
                  <a:pt x="16480" y="39266"/>
                </a:cubicBezTo>
                <a:cubicBezTo>
                  <a:pt x="12772" y="42310"/>
                  <a:pt x="7956" y="40599"/>
                  <a:pt x="5804" y="35472"/>
                </a:cubicBezTo>
                <a:cubicBezTo>
                  <a:pt x="3690" y="35809"/>
                  <a:pt x="1705" y="34024"/>
                  <a:pt x="1110" y="31250"/>
                </a:cubicBezTo>
                <a:cubicBezTo>
                  <a:pt x="679" y="29243"/>
                  <a:pt x="1060" y="27077"/>
                  <a:pt x="2113" y="25551"/>
                </a:cubicBezTo>
                <a:cubicBezTo>
                  <a:pt x="619" y="24354"/>
                  <a:pt x="-213" y="22057"/>
                  <a:pt x="-5" y="19704"/>
                </a:cubicBezTo>
                <a:cubicBezTo>
                  <a:pt x="239" y="16949"/>
                  <a:pt x="1845" y="14791"/>
                  <a:pt x="3863" y="14507"/>
                </a:cubicBezTo>
                <a:cubicBezTo>
                  <a:pt x="3875" y="14461"/>
                  <a:pt x="3888" y="14416"/>
                  <a:pt x="3900" y="14370"/>
                </a:cubicBezTo>
                <a:close/>
              </a:path>
              <a:path w="43200" h="43200" fill="none">
                <a:moveTo>
                  <a:pt x="4693" y="26177"/>
                </a:moveTo>
                <a:cubicBezTo>
                  <a:pt x="3809" y="26271"/>
                  <a:pt x="2925" y="25993"/>
                  <a:pt x="2160" y="25380"/>
                </a:cubicBezTo>
                <a:moveTo>
                  <a:pt x="6928" y="34899"/>
                </a:moveTo>
                <a:cubicBezTo>
                  <a:pt x="6573" y="35092"/>
                  <a:pt x="6200" y="35220"/>
                  <a:pt x="5820" y="35280"/>
                </a:cubicBezTo>
                <a:moveTo>
                  <a:pt x="16478" y="39090"/>
                </a:moveTo>
                <a:cubicBezTo>
                  <a:pt x="16211" y="38544"/>
                  <a:pt x="15987" y="37961"/>
                  <a:pt x="15810" y="37350"/>
                </a:cubicBezTo>
                <a:moveTo>
                  <a:pt x="28827" y="34751"/>
                </a:moveTo>
                <a:cubicBezTo>
                  <a:pt x="28788" y="35398"/>
                  <a:pt x="28698" y="36038"/>
                  <a:pt x="28560" y="36660"/>
                </a:cubicBezTo>
                <a:moveTo>
                  <a:pt x="34129" y="22954"/>
                </a:moveTo>
                <a:cubicBezTo>
                  <a:pt x="36133" y="24282"/>
                  <a:pt x="37398" y="27058"/>
                  <a:pt x="37380" y="30090"/>
                </a:cubicBezTo>
                <a:moveTo>
                  <a:pt x="41798" y="15354"/>
                </a:moveTo>
                <a:cubicBezTo>
                  <a:pt x="41473" y="16386"/>
                  <a:pt x="40978" y="17302"/>
                  <a:pt x="40350" y="18030"/>
                </a:cubicBezTo>
                <a:moveTo>
                  <a:pt x="38324" y="5426"/>
                </a:moveTo>
                <a:cubicBezTo>
                  <a:pt x="38379" y="5843"/>
                  <a:pt x="38405" y="6266"/>
                  <a:pt x="38400" y="6690"/>
                </a:cubicBezTo>
                <a:moveTo>
                  <a:pt x="29078" y="3952"/>
                </a:moveTo>
                <a:cubicBezTo>
                  <a:pt x="29267" y="3369"/>
                  <a:pt x="29516" y="2826"/>
                  <a:pt x="29820" y="2340"/>
                </a:cubicBezTo>
                <a:moveTo>
                  <a:pt x="22141" y="4720"/>
                </a:moveTo>
                <a:cubicBezTo>
                  <a:pt x="22218" y="4238"/>
                  <a:pt x="22339" y="3771"/>
                  <a:pt x="22500" y="3330"/>
                </a:cubicBezTo>
                <a:moveTo>
                  <a:pt x="14000" y="5192"/>
                </a:moveTo>
                <a:cubicBezTo>
                  <a:pt x="14472" y="5568"/>
                  <a:pt x="14908" y="6021"/>
                  <a:pt x="15300" y="6540"/>
                </a:cubicBezTo>
                <a:moveTo>
                  <a:pt x="4127" y="15789"/>
                </a:moveTo>
                <a:cubicBezTo>
                  <a:pt x="4024" y="15325"/>
                  <a:pt x="3948" y="14851"/>
                  <a:pt x="3900" y="14370"/>
                </a:cubicBezTo>
              </a:path>
            </a:pathLst>
          </a:custGeom>
          <a:solidFill>
            <a:schemeClr val="tx2">
              <a:lumMod val="50000"/>
              <a:lumOff val="50000"/>
            </a:schemeClr>
          </a:solidFill>
          <a:ln w="9525">
            <a:noFill/>
            <a:miter lim="800000"/>
            <a:headEnd/>
            <a:tailEnd/>
          </a:ln>
          <a:effectLst>
            <a:outerShdw blurRad="40000" dist="23000" dir="5400000" rotWithShape="0">
              <a:srgbClr val="808080">
                <a:alpha val="34998"/>
              </a:srgbClr>
            </a:outerShdw>
          </a:effectLst>
        </p:spPr>
        <p:txBody>
          <a:bodyPr anchor="ctr"/>
          <a:lstStyle/>
          <a:p>
            <a:pPr algn="ctr">
              <a:defRPr/>
            </a:pPr>
            <a:r>
              <a:rPr lang="en-US" sz="1600" b="1" dirty="0">
                <a:solidFill>
                  <a:schemeClr val="bg1"/>
                </a:solidFill>
                <a:latin typeface="Tahoma" panose="020B0604030504040204" pitchFamily="34" charset="0"/>
                <a:ea typeface="Tahoma" panose="020B0604030504040204" pitchFamily="34" charset="0"/>
                <a:cs typeface="Tahoma" panose="020B0604030504040204" pitchFamily="34" charset="0"/>
              </a:rPr>
              <a:t>Social </a:t>
            </a:r>
          </a:p>
          <a:p>
            <a:pPr algn="ctr">
              <a:defRPr/>
            </a:pPr>
            <a:r>
              <a:rPr lang="en-US" sz="1600" b="1" dirty="0">
                <a:solidFill>
                  <a:schemeClr val="bg1"/>
                </a:solidFill>
                <a:latin typeface="Tahoma" panose="020B0604030504040204" pitchFamily="34" charset="0"/>
                <a:ea typeface="Tahoma" panose="020B0604030504040204" pitchFamily="34" charset="0"/>
                <a:cs typeface="Tahoma" panose="020B0604030504040204" pitchFamily="34" charset="0"/>
              </a:rPr>
              <a:t>Engineering</a:t>
            </a:r>
          </a:p>
        </p:txBody>
      </p:sp>
      <p:sp>
        <p:nvSpPr>
          <p:cNvPr id="15" name="Cloud 15"/>
          <p:cNvSpPr>
            <a:spLocks/>
          </p:cNvSpPr>
          <p:nvPr/>
        </p:nvSpPr>
        <p:spPr bwMode="auto">
          <a:xfrm>
            <a:off x="6081713" y="2630488"/>
            <a:ext cx="1803400" cy="1079500"/>
          </a:xfrm>
          <a:custGeom>
            <a:avLst/>
            <a:gdLst>
              <a:gd name="T0" fmla="*/ 2147483647 w 43200"/>
              <a:gd name="T1" fmla="*/ 2147483647 h 43200"/>
              <a:gd name="T2" fmla="*/ 2147483647 w 43200"/>
              <a:gd name="T3" fmla="*/ 2147483647 h 43200"/>
              <a:gd name="T4" fmla="*/ 2147483647 w 43200"/>
              <a:gd name="T5" fmla="*/ 2147483647 h 43200"/>
              <a:gd name="T6" fmla="*/ 2147483647 w 43200"/>
              <a:gd name="T7" fmla="*/ 2147483647 h 43200"/>
              <a:gd name="T8" fmla="*/ 2147483647 w 43200"/>
              <a:gd name="T9" fmla="*/ 2147483647 h 43200"/>
              <a:gd name="T10" fmla="*/ 2147483647 w 43200"/>
              <a:gd name="T11" fmla="*/ 2147483647 h 43200"/>
              <a:gd name="T12" fmla="*/ 2147483647 w 43200"/>
              <a:gd name="T13" fmla="*/ 2147483647 h 43200"/>
              <a:gd name="T14" fmla="*/ 2147483647 w 43200"/>
              <a:gd name="T15" fmla="*/ 2147483647 h 43200"/>
              <a:gd name="T16" fmla="*/ 2147483647 w 43200"/>
              <a:gd name="T17" fmla="*/ 2147483647 h 43200"/>
              <a:gd name="T18" fmla="*/ 2147483647 w 43200"/>
              <a:gd name="T19" fmla="*/ 2147483647 h 43200"/>
              <a:gd name="T20" fmla="*/ 2147483647 w 43200"/>
              <a:gd name="T21" fmla="*/ 2147483647 h 43200"/>
              <a:gd name="T22" fmla="*/ 2147483647 w 43200"/>
              <a:gd name="T23" fmla="*/ 2147483647 h 43200"/>
              <a:gd name="T24" fmla="*/ 2147483647 w 43200"/>
              <a:gd name="T25" fmla="*/ 2115605999 h 43200"/>
              <a:gd name="T26" fmla="*/ 2147483647 w 43200"/>
              <a:gd name="T27" fmla="*/ 2147483647 h 43200"/>
              <a:gd name="T28" fmla="*/ 2147483647 w 43200"/>
              <a:gd name="T29" fmla="*/ 1540889145 h 43200"/>
              <a:gd name="T30" fmla="*/ 2147483647 w 43200"/>
              <a:gd name="T31" fmla="*/ 912372135 h 43200"/>
              <a:gd name="T32" fmla="*/ 2147483647 w 43200"/>
              <a:gd name="T33" fmla="*/ 1840332300 h 43200"/>
              <a:gd name="T34" fmla="*/ 2147483647 w 43200"/>
              <a:gd name="T35" fmla="*/ 1298366976 h 43200"/>
              <a:gd name="T36" fmla="*/ 2147483647 w 43200"/>
              <a:gd name="T37" fmla="*/ 2024373031 h 43200"/>
              <a:gd name="T38" fmla="*/ 2147483647 w 43200"/>
              <a:gd name="T39" fmla="*/ 2147483647 h 43200"/>
              <a:gd name="T40" fmla="*/ 2147483647 w 43200"/>
              <a:gd name="T41" fmla="*/ 2147483647 h 43200"/>
              <a:gd name="T42" fmla="*/ 2147483647 w 43200"/>
              <a:gd name="T43" fmla="*/ 2147483647 h 432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200"/>
              <a:gd name="T67" fmla="*/ 0 h 43200"/>
              <a:gd name="T68" fmla="*/ 43200 w 43200"/>
              <a:gd name="T69" fmla="*/ 43200 h 432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200" h="43200">
                <a:moveTo>
                  <a:pt x="3900" y="14370"/>
                </a:moveTo>
                <a:cubicBezTo>
                  <a:pt x="3629" y="11657"/>
                  <a:pt x="4261" y="8921"/>
                  <a:pt x="5623" y="6907"/>
                </a:cubicBezTo>
                <a:cubicBezTo>
                  <a:pt x="7775" y="3726"/>
                  <a:pt x="11264" y="3017"/>
                  <a:pt x="14005" y="5202"/>
                </a:cubicBezTo>
                <a:cubicBezTo>
                  <a:pt x="15678" y="909"/>
                  <a:pt x="19914" y="22"/>
                  <a:pt x="22456" y="3432"/>
                </a:cubicBezTo>
                <a:cubicBezTo>
                  <a:pt x="23097" y="1683"/>
                  <a:pt x="24328" y="474"/>
                  <a:pt x="25749" y="200"/>
                </a:cubicBezTo>
                <a:cubicBezTo>
                  <a:pt x="27313" y="-102"/>
                  <a:pt x="28875" y="770"/>
                  <a:pt x="29833" y="2481"/>
                </a:cubicBezTo>
                <a:cubicBezTo>
                  <a:pt x="31215" y="267"/>
                  <a:pt x="33501" y="-460"/>
                  <a:pt x="35463" y="690"/>
                </a:cubicBezTo>
                <a:cubicBezTo>
                  <a:pt x="36958" y="1566"/>
                  <a:pt x="38030" y="3400"/>
                  <a:pt x="38318" y="5576"/>
                </a:cubicBezTo>
                <a:cubicBezTo>
                  <a:pt x="40046" y="6218"/>
                  <a:pt x="41422" y="7998"/>
                  <a:pt x="41982" y="10318"/>
                </a:cubicBezTo>
                <a:cubicBezTo>
                  <a:pt x="42389" y="12002"/>
                  <a:pt x="42331" y="13831"/>
                  <a:pt x="41818" y="15460"/>
                </a:cubicBezTo>
                <a:cubicBezTo>
                  <a:pt x="43079" y="17694"/>
                  <a:pt x="43520" y="20590"/>
                  <a:pt x="43016" y="23322"/>
                </a:cubicBezTo>
                <a:cubicBezTo>
                  <a:pt x="42346" y="26954"/>
                  <a:pt x="40128" y="29674"/>
                  <a:pt x="37404" y="30204"/>
                </a:cubicBezTo>
                <a:cubicBezTo>
                  <a:pt x="37391" y="32471"/>
                  <a:pt x="36658" y="34621"/>
                  <a:pt x="35395" y="36101"/>
                </a:cubicBezTo>
                <a:cubicBezTo>
                  <a:pt x="33476" y="38350"/>
                  <a:pt x="30704" y="38639"/>
                  <a:pt x="28555" y="36815"/>
                </a:cubicBezTo>
                <a:cubicBezTo>
                  <a:pt x="27860" y="39948"/>
                  <a:pt x="25999" y="42343"/>
                  <a:pt x="23667" y="43106"/>
                </a:cubicBezTo>
                <a:cubicBezTo>
                  <a:pt x="20919" y="44005"/>
                  <a:pt x="18051" y="42473"/>
                  <a:pt x="16480" y="39266"/>
                </a:cubicBezTo>
                <a:cubicBezTo>
                  <a:pt x="12772" y="42310"/>
                  <a:pt x="7956" y="40599"/>
                  <a:pt x="5804" y="35472"/>
                </a:cubicBezTo>
                <a:cubicBezTo>
                  <a:pt x="3690" y="35809"/>
                  <a:pt x="1705" y="34024"/>
                  <a:pt x="1110" y="31250"/>
                </a:cubicBezTo>
                <a:cubicBezTo>
                  <a:pt x="679" y="29243"/>
                  <a:pt x="1060" y="27077"/>
                  <a:pt x="2113" y="25551"/>
                </a:cubicBezTo>
                <a:cubicBezTo>
                  <a:pt x="619" y="24354"/>
                  <a:pt x="-213" y="22057"/>
                  <a:pt x="-5" y="19704"/>
                </a:cubicBezTo>
                <a:cubicBezTo>
                  <a:pt x="239" y="16949"/>
                  <a:pt x="1845" y="14791"/>
                  <a:pt x="3863" y="14507"/>
                </a:cubicBezTo>
                <a:cubicBezTo>
                  <a:pt x="3875" y="14461"/>
                  <a:pt x="3888" y="14416"/>
                  <a:pt x="3900" y="14370"/>
                </a:cubicBezTo>
                <a:close/>
              </a:path>
              <a:path w="43200" h="43200" fill="none">
                <a:moveTo>
                  <a:pt x="4693" y="26177"/>
                </a:moveTo>
                <a:cubicBezTo>
                  <a:pt x="3809" y="26271"/>
                  <a:pt x="2925" y="25993"/>
                  <a:pt x="2160" y="25380"/>
                </a:cubicBezTo>
                <a:moveTo>
                  <a:pt x="6928" y="34899"/>
                </a:moveTo>
                <a:cubicBezTo>
                  <a:pt x="6573" y="35092"/>
                  <a:pt x="6200" y="35220"/>
                  <a:pt x="5820" y="35280"/>
                </a:cubicBezTo>
                <a:moveTo>
                  <a:pt x="16478" y="39090"/>
                </a:moveTo>
                <a:cubicBezTo>
                  <a:pt x="16211" y="38544"/>
                  <a:pt x="15987" y="37961"/>
                  <a:pt x="15810" y="37350"/>
                </a:cubicBezTo>
                <a:moveTo>
                  <a:pt x="28827" y="34751"/>
                </a:moveTo>
                <a:cubicBezTo>
                  <a:pt x="28788" y="35398"/>
                  <a:pt x="28698" y="36038"/>
                  <a:pt x="28560" y="36660"/>
                </a:cubicBezTo>
                <a:moveTo>
                  <a:pt x="34129" y="22954"/>
                </a:moveTo>
                <a:cubicBezTo>
                  <a:pt x="36133" y="24282"/>
                  <a:pt x="37398" y="27058"/>
                  <a:pt x="37380" y="30090"/>
                </a:cubicBezTo>
                <a:moveTo>
                  <a:pt x="41798" y="15354"/>
                </a:moveTo>
                <a:cubicBezTo>
                  <a:pt x="41473" y="16386"/>
                  <a:pt x="40978" y="17302"/>
                  <a:pt x="40350" y="18030"/>
                </a:cubicBezTo>
                <a:moveTo>
                  <a:pt x="38324" y="5426"/>
                </a:moveTo>
                <a:cubicBezTo>
                  <a:pt x="38379" y="5843"/>
                  <a:pt x="38405" y="6266"/>
                  <a:pt x="38400" y="6690"/>
                </a:cubicBezTo>
                <a:moveTo>
                  <a:pt x="29078" y="3952"/>
                </a:moveTo>
                <a:cubicBezTo>
                  <a:pt x="29267" y="3369"/>
                  <a:pt x="29516" y="2826"/>
                  <a:pt x="29820" y="2340"/>
                </a:cubicBezTo>
                <a:moveTo>
                  <a:pt x="22141" y="4720"/>
                </a:moveTo>
                <a:cubicBezTo>
                  <a:pt x="22218" y="4238"/>
                  <a:pt x="22339" y="3771"/>
                  <a:pt x="22500" y="3330"/>
                </a:cubicBezTo>
                <a:moveTo>
                  <a:pt x="14000" y="5192"/>
                </a:moveTo>
                <a:cubicBezTo>
                  <a:pt x="14472" y="5568"/>
                  <a:pt x="14908" y="6021"/>
                  <a:pt x="15300" y="6540"/>
                </a:cubicBezTo>
                <a:moveTo>
                  <a:pt x="4127" y="15789"/>
                </a:moveTo>
                <a:cubicBezTo>
                  <a:pt x="4024" y="15325"/>
                  <a:pt x="3948" y="14851"/>
                  <a:pt x="3900" y="14370"/>
                </a:cubicBezTo>
              </a:path>
            </a:pathLst>
          </a:custGeom>
          <a:solidFill>
            <a:schemeClr val="tx2">
              <a:lumMod val="50000"/>
              <a:lumOff val="50000"/>
            </a:schemeClr>
          </a:solidFill>
          <a:ln w="9525">
            <a:noFill/>
            <a:miter lim="800000"/>
            <a:headEnd/>
            <a:tailEnd/>
          </a:ln>
          <a:effectLst>
            <a:outerShdw blurRad="40000" dist="23000" dir="5400000" rotWithShape="0">
              <a:srgbClr val="808080">
                <a:alpha val="34998"/>
              </a:srgbClr>
            </a:outerShdw>
          </a:effectLst>
        </p:spPr>
        <p:txBody>
          <a:bodyPr anchor="ctr"/>
          <a:lstStyle/>
          <a:p>
            <a:pPr algn="ctr">
              <a:defRPr/>
            </a:pPr>
            <a:r>
              <a:rPr lang="en-US" sz="1600" b="1" dirty="0">
                <a:solidFill>
                  <a:schemeClr val="bg1"/>
                </a:solidFill>
                <a:latin typeface="Tahoma" panose="020B0604030504040204" pitchFamily="34" charset="0"/>
                <a:ea typeface="Tahoma" panose="020B0604030504040204" pitchFamily="34" charset="0"/>
                <a:cs typeface="Tahoma" panose="020B0604030504040204" pitchFamily="34" charset="0"/>
              </a:rPr>
              <a:t>Aviation </a:t>
            </a:r>
          </a:p>
          <a:p>
            <a:pPr algn="ctr">
              <a:defRPr/>
            </a:pPr>
            <a:r>
              <a:rPr lang="en-US" sz="1600" b="1" dirty="0">
                <a:solidFill>
                  <a:schemeClr val="bg1"/>
                </a:solidFill>
                <a:latin typeface="Tahoma" panose="020B0604030504040204" pitchFamily="34" charset="0"/>
                <a:ea typeface="Tahoma" panose="020B0604030504040204" pitchFamily="34" charset="0"/>
                <a:cs typeface="Tahoma" panose="020B0604030504040204" pitchFamily="34" charset="0"/>
              </a:rPr>
              <a:t>&amp; Marine </a:t>
            </a:r>
          </a:p>
        </p:txBody>
      </p:sp>
      <p:sp>
        <p:nvSpPr>
          <p:cNvPr id="16" name="Cloud 16"/>
          <p:cNvSpPr>
            <a:spLocks/>
          </p:cNvSpPr>
          <p:nvPr/>
        </p:nvSpPr>
        <p:spPr bwMode="auto">
          <a:xfrm>
            <a:off x="123825" y="1031875"/>
            <a:ext cx="1905000" cy="1079500"/>
          </a:xfrm>
          <a:custGeom>
            <a:avLst/>
            <a:gdLst>
              <a:gd name="T0" fmla="*/ 2147483647 w 43200"/>
              <a:gd name="T1" fmla="*/ 2147483647 h 43200"/>
              <a:gd name="T2" fmla="*/ 2147483647 w 43200"/>
              <a:gd name="T3" fmla="*/ 2147483647 h 43200"/>
              <a:gd name="T4" fmla="*/ 2147483647 w 43200"/>
              <a:gd name="T5" fmla="*/ 2147483647 h 43200"/>
              <a:gd name="T6" fmla="*/ 2147483647 w 43200"/>
              <a:gd name="T7" fmla="*/ 2147483647 h 43200"/>
              <a:gd name="T8" fmla="*/ 2147483647 w 43200"/>
              <a:gd name="T9" fmla="*/ 2147483647 h 43200"/>
              <a:gd name="T10" fmla="*/ 2147483647 w 43200"/>
              <a:gd name="T11" fmla="*/ 2147483647 h 43200"/>
              <a:gd name="T12" fmla="*/ 2147483647 w 43200"/>
              <a:gd name="T13" fmla="*/ 2147483647 h 43200"/>
              <a:gd name="T14" fmla="*/ 2147483647 w 43200"/>
              <a:gd name="T15" fmla="*/ 2147483647 h 43200"/>
              <a:gd name="T16" fmla="*/ 2147483647 w 43200"/>
              <a:gd name="T17" fmla="*/ 2147483647 h 43200"/>
              <a:gd name="T18" fmla="*/ 2147483647 w 43200"/>
              <a:gd name="T19" fmla="*/ 2147483647 h 43200"/>
              <a:gd name="T20" fmla="*/ 2147483647 w 43200"/>
              <a:gd name="T21" fmla="*/ 2147483647 h 43200"/>
              <a:gd name="T22" fmla="*/ 2147483647 w 43200"/>
              <a:gd name="T23" fmla="*/ 2147483647 h 43200"/>
              <a:gd name="T24" fmla="*/ 2147483647 w 43200"/>
              <a:gd name="T25" fmla="*/ 2115605999 h 43200"/>
              <a:gd name="T26" fmla="*/ 2147483647 w 43200"/>
              <a:gd name="T27" fmla="*/ 2147483647 h 43200"/>
              <a:gd name="T28" fmla="*/ 2147483647 w 43200"/>
              <a:gd name="T29" fmla="*/ 1540889145 h 43200"/>
              <a:gd name="T30" fmla="*/ 2147483647 w 43200"/>
              <a:gd name="T31" fmla="*/ 912372135 h 43200"/>
              <a:gd name="T32" fmla="*/ 2147483647 w 43200"/>
              <a:gd name="T33" fmla="*/ 1840332300 h 43200"/>
              <a:gd name="T34" fmla="*/ 2147483647 w 43200"/>
              <a:gd name="T35" fmla="*/ 1298366976 h 43200"/>
              <a:gd name="T36" fmla="*/ 2147483647 w 43200"/>
              <a:gd name="T37" fmla="*/ 2024373031 h 43200"/>
              <a:gd name="T38" fmla="*/ 2147483647 w 43200"/>
              <a:gd name="T39" fmla="*/ 2147483647 h 43200"/>
              <a:gd name="T40" fmla="*/ 2147483647 w 43200"/>
              <a:gd name="T41" fmla="*/ 2147483647 h 43200"/>
              <a:gd name="T42" fmla="*/ 2147483647 w 43200"/>
              <a:gd name="T43" fmla="*/ 2147483647 h 432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200"/>
              <a:gd name="T67" fmla="*/ 0 h 43200"/>
              <a:gd name="T68" fmla="*/ 43200 w 43200"/>
              <a:gd name="T69" fmla="*/ 43200 h 432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200" h="43200">
                <a:moveTo>
                  <a:pt x="3900" y="14370"/>
                </a:moveTo>
                <a:cubicBezTo>
                  <a:pt x="3629" y="11657"/>
                  <a:pt x="4261" y="8921"/>
                  <a:pt x="5623" y="6907"/>
                </a:cubicBezTo>
                <a:cubicBezTo>
                  <a:pt x="7775" y="3726"/>
                  <a:pt x="11264" y="3017"/>
                  <a:pt x="14005" y="5202"/>
                </a:cubicBezTo>
                <a:cubicBezTo>
                  <a:pt x="15678" y="909"/>
                  <a:pt x="19914" y="22"/>
                  <a:pt x="22456" y="3432"/>
                </a:cubicBezTo>
                <a:cubicBezTo>
                  <a:pt x="23097" y="1683"/>
                  <a:pt x="24328" y="474"/>
                  <a:pt x="25749" y="200"/>
                </a:cubicBezTo>
                <a:cubicBezTo>
                  <a:pt x="27313" y="-102"/>
                  <a:pt x="28875" y="770"/>
                  <a:pt x="29833" y="2481"/>
                </a:cubicBezTo>
                <a:cubicBezTo>
                  <a:pt x="31215" y="267"/>
                  <a:pt x="33501" y="-460"/>
                  <a:pt x="35463" y="690"/>
                </a:cubicBezTo>
                <a:cubicBezTo>
                  <a:pt x="36958" y="1566"/>
                  <a:pt x="38030" y="3400"/>
                  <a:pt x="38318" y="5576"/>
                </a:cubicBezTo>
                <a:cubicBezTo>
                  <a:pt x="40046" y="6218"/>
                  <a:pt x="41422" y="7998"/>
                  <a:pt x="41982" y="10318"/>
                </a:cubicBezTo>
                <a:cubicBezTo>
                  <a:pt x="42389" y="12002"/>
                  <a:pt x="42331" y="13831"/>
                  <a:pt x="41818" y="15460"/>
                </a:cubicBezTo>
                <a:cubicBezTo>
                  <a:pt x="43079" y="17694"/>
                  <a:pt x="43520" y="20590"/>
                  <a:pt x="43016" y="23322"/>
                </a:cubicBezTo>
                <a:cubicBezTo>
                  <a:pt x="42346" y="26954"/>
                  <a:pt x="40128" y="29674"/>
                  <a:pt x="37404" y="30204"/>
                </a:cubicBezTo>
                <a:cubicBezTo>
                  <a:pt x="37391" y="32471"/>
                  <a:pt x="36658" y="34621"/>
                  <a:pt x="35395" y="36101"/>
                </a:cubicBezTo>
                <a:cubicBezTo>
                  <a:pt x="33476" y="38350"/>
                  <a:pt x="30704" y="38639"/>
                  <a:pt x="28555" y="36815"/>
                </a:cubicBezTo>
                <a:cubicBezTo>
                  <a:pt x="27860" y="39948"/>
                  <a:pt x="25999" y="42343"/>
                  <a:pt x="23667" y="43106"/>
                </a:cubicBezTo>
                <a:cubicBezTo>
                  <a:pt x="20919" y="44005"/>
                  <a:pt x="18051" y="42473"/>
                  <a:pt x="16480" y="39266"/>
                </a:cubicBezTo>
                <a:cubicBezTo>
                  <a:pt x="12772" y="42310"/>
                  <a:pt x="7956" y="40599"/>
                  <a:pt x="5804" y="35472"/>
                </a:cubicBezTo>
                <a:cubicBezTo>
                  <a:pt x="3690" y="35809"/>
                  <a:pt x="1705" y="34024"/>
                  <a:pt x="1110" y="31250"/>
                </a:cubicBezTo>
                <a:cubicBezTo>
                  <a:pt x="679" y="29243"/>
                  <a:pt x="1060" y="27077"/>
                  <a:pt x="2113" y="25551"/>
                </a:cubicBezTo>
                <a:cubicBezTo>
                  <a:pt x="619" y="24354"/>
                  <a:pt x="-213" y="22057"/>
                  <a:pt x="-5" y="19704"/>
                </a:cubicBezTo>
                <a:cubicBezTo>
                  <a:pt x="239" y="16949"/>
                  <a:pt x="1845" y="14791"/>
                  <a:pt x="3863" y="14507"/>
                </a:cubicBezTo>
                <a:cubicBezTo>
                  <a:pt x="3875" y="14461"/>
                  <a:pt x="3888" y="14416"/>
                  <a:pt x="3900" y="14370"/>
                </a:cubicBezTo>
                <a:close/>
              </a:path>
              <a:path w="43200" h="43200" fill="none">
                <a:moveTo>
                  <a:pt x="4693" y="26177"/>
                </a:moveTo>
                <a:cubicBezTo>
                  <a:pt x="3809" y="26271"/>
                  <a:pt x="2925" y="25993"/>
                  <a:pt x="2160" y="25380"/>
                </a:cubicBezTo>
                <a:moveTo>
                  <a:pt x="6928" y="34899"/>
                </a:moveTo>
                <a:cubicBezTo>
                  <a:pt x="6573" y="35092"/>
                  <a:pt x="6200" y="35220"/>
                  <a:pt x="5820" y="35280"/>
                </a:cubicBezTo>
                <a:moveTo>
                  <a:pt x="16478" y="39090"/>
                </a:moveTo>
                <a:cubicBezTo>
                  <a:pt x="16211" y="38544"/>
                  <a:pt x="15987" y="37961"/>
                  <a:pt x="15810" y="37350"/>
                </a:cubicBezTo>
                <a:moveTo>
                  <a:pt x="28827" y="34751"/>
                </a:moveTo>
                <a:cubicBezTo>
                  <a:pt x="28788" y="35398"/>
                  <a:pt x="28698" y="36038"/>
                  <a:pt x="28560" y="36660"/>
                </a:cubicBezTo>
                <a:moveTo>
                  <a:pt x="34129" y="22954"/>
                </a:moveTo>
                <a:cubicBezTo>
                  <a:pt x="36133" y="24282"/>
                  <a:pt x="37398" y="27058"/>
                  <a:pt x="37380" y="30090"/>
                </a:cubicBezTo>
                <a:moveTo>
                  <a:pt x="41798" y="15354"/>
                </a:moveTo>
                <a:cubicBezTo>
                  <a:pt x="41473" y="16386"/>
                  <a:pt x="40978" y="17302"/>
                  <a:pt x="40350" y="18030"/>
                </a:cubicBezTo>
                <a:moveTo>
                  <a:pt x="38324" y="5426"/>
                </a:moveTo>
                <a:cubicBezTo>
                  <a:pt x="38379" y="5843"/>
                  <a:pt x="38405" y="6266"/>
                  <a:pt x="38400" y="6690"/>
                </a:cubicBezTo>
                <a:moveTo>
                  <a:pt x="29078" y="3952"/>
                </a:moveTo>
                <a:cubicBezTo>
                  <a:pt x="29267" y="3369"/>
                  <a:pt x="29516" y="2826"/>
                  <a:pt x="29820" y="2340"/>
                </a:cubicBezTo>
                <a:moveTo>
                  <a:pt x="22141" y="4720"/>
                </a:moveTo>
                <a:cubicBezTo>
                  <a:pt x="22218" y="4238"/>
                  <a:pt x="22339" y="3771"/>
                  <a:pt x="22500" y="3330"/>
                </a:cubicBezTo>
                <a:moveTo>
                  <a:pt x="14000" y="5192"/>
                </a:moveTo>
                <a:cubicBezTo>
                  <a:pt x="14472" y="5568"/>
                  <a:pt x="14908" y="6021"/>
                  <a:pt x="15300" y="6540"/>
                </a:cubicBezTo>
                <a:moveTo>
                  <a:pt x="4127" y="15789"/>
                </a:moveTo>
                <a:cubicBezTo>
                  <a:pt x="4024" y="15325"/>
                  <a:pt x="3948" y="14851"/>
                  <a:pt x="3900" y="14370"/>
                </a:cubicBezTo>
              </a:path>
            </a:pathLst>
          </a:custGeom>
          <a:solidFill>
            <a:schemeClr val="tx2">
              <a:lumMod val="50000"/>
              <a:lumOff val="50000"/>
            </a:schemeClr>
          </a:solidFill>
          <a:ln w="9525">
            <a:noFill/>
            <a:miter lim="800000"/>
            <a:headEnd/>
            <a:tailEnd/>
          </a:ln>
          <a:effectLst>
            <a:outerShdw blurRad="40000" dist="23000" dir="5400000" rotWithShape="0">
              <a:srgbClr val="808080">
                <a:alpha val="34998"/>
              </a:srgbClr>
            </a:outerShdw>
          </a:effectLst>
        </p:spPr>
        <p:txBody>
          <a:bodyPr anchor="ctr"/>
          <a:lstStyle/>
          <a:p>
            <a:pPr algn="ctr">
              <a:defRPr/>
            </a:pPr>
            <a:r>
              <a:rPr lang="en-US" sz="1600" b="1" dirty="0">
                <a:solidFill>
                  <a:schemeClr val="bg1"/>
                </a:solidFill>
                <a:latin typeface="Tahoma" panose="020B0604030504040204" pitchFamily="34" charset="0"/>
                <a:ea typeface="Tahoma" panose="020B0604030504040204" pitchFamily="34" charset="0"/>
                <a:cs typeface="Tahoma" panose="020B0604030504040204" pitchFamily="34" charset="0"/>
              </a:rPr>
              <a:t>Bodily Injury</a:t>
            </a:r>
          </a:p>
        </p:txBody>
      </p:sp>
      <p:sp>
        <p:nvSpPr>
          <p:cNvPr id="17" name="Cloud 17"/>
          <p:cNvSpPr>
            <a:spLocks/>
          </p:cNvSpPr>
          <p:nvPr/>
        </p:nvSpPr>
        <p:spPr bwMode="auto">
          <a:xfrm>
            <a:off x="1076325" y="2144713"/>
            <a:ext cx="1401763" cy="1079500"/>
          </a:xfrm>
          <a:custGeom>
            <a:avLst/>
            <a:gdLst>
              <a:gd name="T0" fmla="*/ 2147483647 w 43200"/>
              <a:gd name="T1" fmla="*/ 2147483647 h 43200"/>
              <a:gd name="T2" fmla="*/ 2147483647 w 43200"/>
              <a:gd name="T3" fmla="*/ 2147483647 h 43200"/>
              <a:gd name="T4" fmla="*/ 2147483647 w 43200"/>
              <a:gd name="T5" fmla="*/ 2147483647 h 43200"/>
              <a:gd name="T6" fmla="*/ 2147483647 w 43200"/>
              <a:gd name="T7" fmla="*/ 2147483647 h 43200"/>
              <a:gd name="T8" fmla="*/ 2147483647 w 43200"/>
              <a:gd name="T9" fmla="*/ 2147483647 h 43200"/>
              <a:gd name="T10" fmla="*/ 2147483647 w 43200"/>
              <a:gd name="T11" fmla="*/ 2147483647 h 43200"/>
              <a:gd name="T12" fmla="*/ 2147483647 w 43200"/>
              <a:gd name="T13" fmla="*/ 2147483647 h 43200"/>
              <a:gd name="T14" fmla="*/ 2147483647 w 43200"/>
              <a:gd name="T15" fmla="*/ 2147483647 h 43200"/>
              <a:gd name="T16" fmla="*/ 2147483647 w 43200"/>
              <a:gd name="T17" fmla="*/ 2147483647 h 43200"/>
              <a:gd name="T18" fmla="*/ 2147483647 w 43200"/>
              <a:gd name="T19" fmla="*/ 2147483647 h 43200"/>
              <a:gd name="T20" fmla="*/ 2147483647 w 43200"/>
              <a:gd name="T21" fmla="*/ 2147483647 h 43200"/>
              <a:gd name="T22" fmla="*/ 2147483647 w 43200"/>
              <a:gd name="T23" fmla="*/ 2147483647 h 43200"/>
              <a:gd name="T24" fmla="*/ 2147483647 w 43200"/>
              <a:gd name="T25" fmla="*/ 2115605999 h 43200"/>
              <a:gd name="T26" fmla="*/ 2147483647 w 43200"/>
              <a:gd name="T27" fmla="*/ 2147483647 h 43200"/>
              <a:gd name="T28" fmla="*/ 2147483647 w 43200"/>
              <a:gd name="T29" fmla="*/ 1540889145 h 43200"/>
              <a:gd name="T30" fmla="*/ 2147483647 w 43200"/>
              <a:gd name="T31" fmla="*/ 912372135 h 43200"/>
              <a:gd name="T32" fmla="*/ 2147483647 w 43200"/>
              <a:gd name="T33" fmla="*/ 1840332300 h 43200"/>
              <a:gd name="T34" fmla="*/ 2147483647 w 43200"/>
              <a:gd name="T35" fmla="*/ 1298366976 h 43200"/>
              <a:gd name="T36" fmla="*/ 2147483647 w 43200"/>
              <a:gd name="T37" fmla="*/ 2024373031 h 43200"/>
              <a:gd name="T38" fmla="*/ 2147483647 w 43200"/>
              <a:gd name="T39" fmla="*/ 2147483647 h 43200"/>
              <a:gd name="T40" fmla="*/ 2147483647 w 43200"/>
              <a:gd name="T41" fmla="*/ 2147483647 h 43200"/>
              <a:gd name="T42" fmla="*/ 2147483647 w 43200"/>
              <a:gd name="T43" fmla="*/ 2147483647 h 432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200"/>
              <a:gd name="T67" fmla="*/ 0 h 43200"/>
              <a:gd name="T68" fmla="*/ 43200 w 43200"/>
              <a:gd name="T69" fmla="*/ 43200 h 432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200" h="43200">
                <a:moveTo>
                  <a:pt x="3900" y="14370"/>
                </a:moveTo>
                <a:cubicBezTo>
                  <a:pt x="3629" y="11657"/>
                  <a:pt x="4261" y="8921"/>
                  <a:pt x="5623" y="6907"/>
                </a:cubicBezTo>
                <a:cubicBezTo>
                  <a:pt x="7775" y="3726"/>
                  <a:pt x="11264" y="3017"/>
                  <a:pt x="14005" y="5202"/>
                </a:cubicBezTo>
                <a:cubicBezTo>
                  <a:pt x="15678" y="909"/>
                  <a:pt x="19914" y="22"/>
                  <a:pt x="22456" y="3432"/>
                </a:cubicBezTo>
                <a:cubicBezTo>
                  <a:pt x="23097" y="1683"/>
                  <a:pt x="24328" y="474"/>
                  <a:pt x="25749" y="200"/>
                </a:cubicBezTo>
                <a:cubicBezTo>
                  <a:pt x="27313" y="-102"/>
                  <a:pt x="28875" y="770"/>
                  <a:pt x="29833" y="2481"/>
                </a:cubicBezTo>
                <a:cubicBezTo>
                  <a:pt x="31215" y="267"/>
                  <a:pt x="33501" y="-460"/>
                  <a:pt x="35463" y="690"/>
                </a:cubicBezTo>
                <a:cubicBezTo>
                  <a:pt x="36958" y="1566"/>
                  <a:pt x="38030" y="3400"/>
                  <a:pt x="38318" y="5576"/>
                </a:cubicBezTo>
                <a:cubicBezTo>
                  <a:pt x="40046" y="6218"/>
                  <a:pt x="41422" y="7998"/>
                  <a:pt x="41982" y="10318"/>
                </a:cubicBezTo>
                <a:cubicBezTo>
                  <a:pt x="42389" y="12002"/>
                  <a:pt x="42331" y="13831"/>
                  <a:pt x="41818" y="15460"/>
                </a:cubicBezTo>
                <a:cubicBezTo>
                  <a:pt x="43079" y="17694"/>
                  <a:pt x="43520" y="20590"/>
                  <a:pt x="43016" y="23322"/>
                </a:cubicBezTo>
                <a:cubicBezTo>
                  <a:pt x="42346" y="26954"/>
                  <a:pt x="40128" y="29674"/>
                  <a:pt x="37404" y="30204"/>
                </a:cubicBezTo>
                <a:cubicBezTo>
                  <a:pt x="37391" y="32471"/>
                  <a:pt x="36658" y="34621"/>
                  <a:pt x="35395" y="36101"/>
                </a:cubicBezTo>
                <a:cubicBezTo>
                  <a:pt x="33476" y="38350"/>
                  <a:pt x="30704" y="38639"/>
                  <a:pt x="28555" y="36815"/>
                </a:cubicBezTo>
                <a:cubicBezTo>
                  <a:pt x="27860" y="39948"/>
                  <a:pt x="25999" y="42343"/>
                  <a:pt x="23667" y="43106"/>
                </a:cubicBezTo>
                <a:cubicBezTo>
                  <a:pt x="20919" y="44005"/>
                  <a:pt x="18051" y="42473"/>
                  <a:pt x="16480" y="39266"/>
                </a:cubicBezTo>
                <a:cubicBezTo>
                  <a:pt x="12772" y="42310"/>
                  <a:pt x="7956" y="40599"/>
                  <a:pt x="5804" y="35472"/>
                </a:cubicBezTo>
                <a:cubicBezTo>
                  <a:pt x="3690" y="35809"/>
                  <a:pt x="1705" y="34024"/>
                  <a:pt x="1110" y="31250"/>
                </a:cubicBezTo>
                <a:cubicBezTo>
                  <a:pt x="679" y="29243"/>
                  <a:pt x="1060" y="27077"/>
                  <a:pt x="2113" y="25551"/>
                </a:cubicBezTo>
                <a:cubicBezTo>
                  <a:pt x="619" y="24354"/>
                  <a:pt x="-213" y="22057"/>
                  <a:pt x="-5" y="19704"/>
                </a:cubicBezTo>
                <a:cubicBezTo>
                  <a:pt x="239" y="16949"/>
                  <a:pt x="1845" y="14791"/>
                  <a:pt x="3863" y="14507"/>
                </a:cubicBezTo>
                <a:cubicBezTo>
                  <a:pt x="3875" y="14461"/>
                  <a:pt x="3888" y="14416"/>
                  <a:pt x="3900" y="14370"/>
                </a:cubicBezTo>
                <a:close/>
              </a:path>
              <a:path w="43200" h="43200" fill="none">
                <a:moveTo>
                  <a:pt x="4693" y="26177"/>
                </a:moveTo>
                <a:cubicBezTo>
                  <a:pt x="3809" y="26271"/>
                  <a:pt x="2925" y="25993"/>
                  <a:pt x="2160" y="25380"/>
                </a:cubicBezTo>
                <a:moveTo>
                  <a:pt x="6928" y="34899"/>
                </a:moveTo>
                <a:cubicBezTo>
                  <a:pt x="6573" y="35092"/>
                  <a:pt x="6200" y="35220"/>
                  <a:pt x="5820" y="35280"/>
                </a:cubicBezTo>
                <a:moveTo>
                  <a:pt x="16478" y="39090"/>
                </a:moveTo>
                <a:cubicBezTo>
                  <a:pt x="16211" y="38544"/>
                  <a:pt x="15987" y="37961"/>
                  <a:pt x="15810" y="37350"/>
                </a:cubicBezTo>
                <a:moveTo>
                  <a:pt x="28827" y="34751"/>
                </a:moveTo>
                <a:cubicBezTo>
                  <a:pt x="28788" y="35398"/>
                  <a:pt x="28698" y="36038"/>
                  <a:pt x="28560" y="36660"/>
                </a:cubicBezTo>
                <a:moveTo>
                  <a:pt x="34129" y="22954"/>
                </a:moveTo>
                <a:cubicBezTo>
                  <a:pt x="36133" y="24282"/>
                  <a:pt x="37398" y="27058"/>
                  <a:pt x="37380" y="30090"/>
                </a:cubicBezTo>
                <a:moveTo>
                  <a:pt x="41798" y="15354"/>
                </a:moveTo>
                <a:cubicBezTo>
                  <a:pt x="41473" y="16386"/>
                  <a:pt x="40978" y="17302"/>
                  <a:pt x="40350" y="18030"/>
                </a:cubicBezTo>
                <a:moveTo>
                  <a:pt x="38324" y="5426"/>
                </a:moveTo>
                <a:cubicBezTo>
                  <a:pt x="38379" y="5843"/>
                  <a:pt x="38405" y="6266"/>
                  <a:pt x="38400" y="6690"/>
                </a:cubicBezTo>
                <a:moveTo>
                  <a:pt x="29078" y="3952"/>
                </a:moveTo>
                <a:cubicBezTo>
                  <a:pt x="29267" y="3369"/>
                  <a:pt x="29516" y="2826"/>
                  <a:pt x="29820" y="2340"/>
                </a:cubicBezTo>
                <a:moveTo>
                  <a:pt x="22141" y="4720"/>
                </a:moveTo>
                <a:cubicBezTo>
                  <a:pt x="22218" y="4238"/>
                  <a:pt x="22339" y="3771"/>
                  <a:pt x="22500" y="3330"/>
                </a:cubicBezTo>
                <a:moveTo>
                  <a:pt x="14000" y="5192"/>
                </a:moveTo>
                <a:cubicBezTo>
                  <a:pt x="14472" y="5568"/>
                  <a:pt x="14908" y="6021"/>
                  <a:pt x="15300" y="6540"/>
                </a:cubicBezTo>
                <a:moveTo>
                  <a:pt x="4127" y="15789"/>
                </a:moveTo>
                <a:cubicBezTo>
                  <a:pt x="4024" y="15325"/>
                  <a:pt x="3948" y="14851"/>
                  <a:pt x="3900" y="14370"/>
                </a:cubicBezTo>
              </a:path>
            </a:pathLst>
          </a:custGeom>
          <a:solidFill>
            <a:schemeClr val="tx2">
              <a:lumMod val="50000"/>
              <a:lumOff val="50000"/>
            </a:schemeClr>
          </a:solidFill>
          <a:ln w="9525">
            <a:noFill/>
            <a:miter lim="800000"/>
            <a:headEnd/>
            <a:tailEnd/>
          </a:ln>
          <a:effectLst>
            <a:outerShdw blurRad="40000" dist="23000" dir="5400000" rotWithShape="0">
              <a:srgbClr val="808080">
                <a:alpha val="34998"/>
              </a:srgbClr>
            </a:outerShdw>
          </a:effectLst>
        </p:spPr>
        <p:txBody>
          <a:bodyPr anchor="ctr"/>
          <a:lstStyle/>
          <a:p>
            <a:pPr algn="ctr">
              <a:defRPr/>
            </a:pPr>
            <a:r>
              <a:rPr lang="en-US" sz="1600" b="1" dirty="0">
                <a:solidFill>
                  <a:schemeClr val="bg1"/>
                </a:solidFill>
                <a:latin typeface="Tahoma" panose="020B0604030504040204" pitchFamily="34" charset="0"/>
                <a:ea typeface="Tahoma" panose="020B0604030504040204" pitchFamily="34" charset="0"/>
                <a:cs typeface="Tahoma" panose="020B0604030504040204" pitchFamily="34" charset="0"/>
              </a:rPr>
              <a:t>Biometrics</a:t>
            </a:r>
          </a:p>
        </p:txBody>
      </p:sp>
      <p:sp>
        <p:nvSpPr>
          <p:cNvPr id="18" name="Cloud 18"/>
          <p:cNvSpPr>
            <a:spLocks/>
          </p:cNvSpPr>
          <p:nvPr/>
        </p:nvSpPr>
        <p:spPr bwMode="auto">
          <a:xfrm>
            <a:off x="2235200" y="904875"/>
            <a:ext cx="1439863" cy="1079500"/>
          </a:xfrm>
          <a:custGeom>
            <a:avLst/>
            <a:gdLst>
              <a:gd name="T0" fmla="*/ 2147483647 w 43200"/>
              <a:gd name="T1" fmla="*/ 2147483647 h 43200"/>
              <a:gd name="T2" fmla="*/ 2147483647 w 43200"/>
              <a:gd name="T3" fmla="*/ 2147483647 h 43200"/>
              <a:gd name="T4" fmla="*/ 2147483647 w 43200"/>
              <a:gd name="T5" fmla="*/ 2147483647 h 43200"/>
              <a:gd name="T6" fmla="*/ 2147483647 w 43200"/>
              <a:gd name="T7" fmla="*/ 2147483647 h 43200"/>
              <a:gd name="T8" fmla="*/ 2147483647 w 43200"/>
              <a:gd name="T9" fmla="*/ 2147483647 h 43200"/>
              <a:gd name="T10" fmla="*/ 2147483647 w 43200"/>
              <a:gd name="T11" fmla="*/ 2147483647 h 43200"/>
              <a:gd name="T12" fmla="*/ 2147483647 w 43200"/>
              <a:gd name="T13" fmla="*/ 2147483647 h 43200"/>
              <a:gd name="T14" fmla="*/ 2147483647 w 43200"/>
              <a:gd name="T15" fmla="*/ 2147483647 h 43200"/>
              <a:gd name="T16" fmla="*/ 2147483647 w 43200"/>
              <a:gd name="T17" fmla="*/ 2147483647 h 43200"/>
              <a:gd name="T18" fmla="*/ 2147483647 w 43200"/>
              <a:gd name="T19" fmla="*/ 2147483647 h 43200"/>
              <a:gd name="T20" fmla="*/ 2147483647 w 43200"/>
              <a:gd name="T21" fmla="*/ 2147483647 h 43200"/>
              <a:gd name="T22" fmla="*/ 2147483647 w 43200"/>
              <a:gd name="T23" fmla="*/ 2147483647 h 43200"/>
              <a:gd name="T24" fmla="*/ 2147483647 w 43200"/>
              <a:gd name="T25" fmla="*/ 2115605999 h 43200"/>
              <a:gd name="T26" fmla="*/ 2147483647 w 43200"/>
              <a:gd name="T27" fmla="*/ 2147483647 h 43200"/>
              <a:gd name="T28" fmla="*/ 2147483647 w 43200"/>
              <a:gd name="T29" fmla="*/ 1540889145 h 43200"/>
              <a:gd name="T30" fmla="*/ 2147483647 w 43200"/>
              <a:gd name="T31" fmla="*/ 912372135 h 43200"/>
              <a:gd name="T32" fmla="*/ 2147483647 w 43200"/>
              <a:gd name="T33" fmla="*/ 1840332300 h 43200"/>
              <a:gd name="T34" fmla="*/ 2147483647 w 43200"/>
              <a:gd name="T35" fmla="*/ 1298366976 h 43200"/>
              <a:gd name="T36" fmla="*/ 2147483647 w 43200"/>
              <a:gd name="T37" fmla="*/ 2024373031 h 43200"/>
              <a:gd name="T38" fmla="*/ 2147483647 w 43200"/>
              <a:gd name="T39" fmla="*/ 2147483647 h 43200"/>
              <a:gd name="T40" fmla="*/ 2147483647 w 43200"/>
              <a:gd name="T41" fmla="*/ 2147483647 h 43200"/>
              <a:gd name="T42" fmla="*/ 2147483647 w 43200"/>
              <a:gd name="T43" fmla="*/ 2147483647 h 432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200"/>
              <a:gd name="T67" fmla="*/ 0 h 43200"/>
              <a:gd name="T68" fmla="*/ 43200 w 43200"/>
              <a:gd name="T69" fmla="*/ 43200 h 432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200" h="43200">
                <a:moveTo>
                  <a:pt x="3900" y="14370"/>
                </a:moveTo>
                <a:cubicBezTo>
                  <a:pt x="3629" y="11657"/>
                  <a:pt x="4261" y="8921"/>
                  <a:pt x="5623" y="6907"/>
                </a:cubicBezTo>
                <a:cubicBezTo>
                  <a:pt x="7775" y="3726"/>
                  <a:pt x="11264" y="3017"/>
                  <a:pt x="14005" y="5202"/>
                </a:cubicBezTo>
                <a:cubicBezTo>
                  <a:pt x="15678" y="909"/>
                  <a:pt x="19914" y="22"/>
                  <a:pt x="22456" y="3432"/>
                </a:cubicBezTo>
                <a:cubicBezTo>
                  <a:pt x="23097" y="1683"/>
                  <a:pt x="24328" y="474"/>
                  <a:pt x="25749" y="200"/>
                </a:cubicBezTo>
                <a:cubicBezTo>
                  <a:pt x="27313" y="-102"/>
                  <a:pt x="28875" y="770"/>
                  <a:pt x="29833" y="2481"/>
                </a:cubicBezTo>
                <a:cubicBezTo>
                  <a:pt x="31215" y="267"/>
                  <a:pt x="33501" y="-460"/>
                  <a:pt x="35463" y="690"/>
                </a:cubicBezTo>
                <a:cubicBezTo>
                  <a:pt x="36958" y="1566"/>
                  <a:pt x="38030" y="3400"/>
                  <a:pt x="38318" y="5576"/>
                </a:cubicBezTo>
                <a:cubicBezTo>
                  <a:pt x="40046" y="6218"/>
                  <a:pt x="41422" y="7998"/>
                  <a:pt x="41982" y="10318"/>
                </a:cubicBezTo>
                <a:cubicBezTo>
                  <a:pt x="42389" y="12002"/>
                  <a:pt x="42331" y="13831"/>
                  <a:pt x="41818" y="15460"/>
                </a:cubicBezTo>
                <a:cubicBezTo>
                  <a:pt x="43079" y="17694"/>
                  <a:pt x="43520" y="20590"/>
                  <a:pt x="43016" y="23322"/>
                </a:cubicBezTo>
                <a:cubicBezTo>
                  <a:pt x="42346" y="26954"/>
                  <a:pt x="40128" y="29674"/>
                  <a:pt x="37404" y="30204"/>
                </a:cubicBezTo>
                <a:cubicBezTo>
                  <a:pt x="37391" y="32471"/>
                  <a:pt x="36658" y="34621"/>
                  <a:pt x="35395" y="36101"/>
                </a:cubicBezTo>
                <a:cubicBezTo>
                  <a:pt x="33476" y="38350"/>
                  <a:pt x="30704" y="38639"/>
                  <a:pt x="28555" y="36815"/>
                </a:cubicBezTo>
                <a:cubicBezTo>
                  <a:pt x="27860" y="39948"/>
                  <a:pt x="25999" y="42343"/>
                  <a:pt x="23667" y="43106"/>
                </a:cubicBezTo>
                <a:cubicBezTo>
                  <a:pt x="20919" y="44005"/>
                  <a:pt x="18051" y="42473"/>
                  <a:pt x="16480" y="39266"/>
                </a:cubicBezTo>
                <a:cubicBezTo>
                  <a:pt x="12772" y="42310"/>
                  <a:pt x="7956" y="40599"/>
                  <a:pt x="5804" y="35472"/>
                </a:cubicBezTo>
                <a:cubicBezTo>
                  <a:pt x="3690" y="35809"/>
                  <a:pt x="1705" y="34024"/>
                  <a:pt x="1110" y="31250"/>
                </a:cubicBezTo>
                <a:cubicBezTo>
                  <a:pt x="679" y="29243"/>
                  <a:pt x="1060" y="27077"/>
                  <a:pt x="2113" y="25551"/>
                </a:cubicBezTo>
                <a:cubicBezTo>
                  <a:pt x="619" y="24354"/>
                  <a:pt x="-213" y="22057"/>
                  <a:pt x="-5" y="19704"/>
                </a:cubicBezTo>
                <a:cubicBezTo>
                  <a:pt x="239" y="16949"/>
                  <a:pt x="1845" y="14791"/>
                  <a:pt x="3863" y="14507"/>
                </a:cubicBezTo>
                <a:cubicBezTo>
                  <a:pt x="3875" y="14461"/>
                  <a:pt x="3888" y="14416"/>
                  <a:pt x="3900" y="14370"/>
                </a:cubicBezTo>
                <a:close/>
              </a:path>
              <a:path w="43200" h="43200" fill="none">
                <a:moveTo>
                  <a:pt x="4693" y="26177"/>
                </a:moveTo>
                <a:cubicBezTo>
                  <a:pt x="3809" y="26271"/>
                  <a:pt x="2925" y="25993"/>
                  <a:pt x="2160" y="25380"/>
                </a:cubicBezTo>
                <a:moveTo>
                  <a:pt x="6928" y="34899"/>
                </a:moveTo>
                <a:cubicBezTo>
                  <a:pt x="6573" y="35092"/>
                  <a:pt x="6200" y="35220"/>
                  <a:pt x="5820" y="35280"/>
                </a:cubicBezTo>
                <a:moveTo>
                  <a:pt x="16478" y="39090"/>
                </a:moveTo>
                <a:cubicBezTo>
                  <a:pt x="16211" y="38544"/>
                  <a:pt x="15987" y="37961"/>
                  <a:pt x="15810" y="37350"/>
                </a:cubicBezTo>
                <a:moveTo>
                  <a:pt x="28827" y="34751"/>
                </a:moveTo>
                <a:cubicBezTo>
                  <a:pt x="28788" y="35398"/>
                  <a:pt x="28698" y="36038"/>
                  <a:pt x="28560" y="36660"/>
                </a:cubicBezTo>
                <a:moveTo>
                  <a:pt x="34129" y="22954"/>
                </a:moveTo>
                <a:cubicBezTo>
                  <a:pt x="36133" y="24282"/>
                  <a:pt x="37398" y="27058"/>
                  <a:pt x="37380" y="30090"/>
                </a:cubicBezTo>
                <a:moveTo>
                  <a:pt x="41798" y="15354"/>
                </a:moveTo>
                <a:cubicBezTo>
                  <a:pt x="41473" y="16386"/>
                  <a:pt x="40978" y="17302"/>
                  <a:pt x="40350" y="18030"/>
                </a:cubicBezTo>
                <a:moveTo>
                  <a:pt x="38324" y="5426"/>
                </a:moveTo>
                <a:cubicBezTo>
                  <a:pt x="38379" y="5843"/>
                  <a:pt x="38405" y="6266"/>
                  <a:pt x="38400" y="6690"/>
                </a:cubicBezTo>
                <a:moveTo>
                  <a:pt x="29078" y="3952"/>
                </a:moveTo>
                <a:cubicBezTo>
                  <a:pt x="29267" y="3369"/>
                  <a:pt x="29516" y="2826"/>
                  <a:pt x="29820" y="2340"/>
                </a:cubicBezTo>
                <a:moveTo>
                  <a:pt x="22141" y="4720"/>
                </a:moveTo>
                <a:cubicBezTo>
                  <a:pt x="22218" y="4238"/>
                  <a:pt x="22339" y="3771"/>
                  <a:pt x="22500" y="3330"/>
                </a:cubicBezTo>
                <a:moveTo>
                  <a:pt x="14000" y="5192"/>
                </a:moveTo>
                <a:cubicBezTo>
                  <a:pt x="14472" y="5568"/>
                  <a:pt x="14908" y="6021"/>
                  <a:pt x="15300" y="6540"/>
                </a:cubicBezTo>
                <a:moveTo>
                  <a:pt x="4127" y="15789"/>
                </a:moveTo>
                <a:cubicBezTo>
                  <a:pt x="4024" y="15325"/>
                  <a:pt x="3948" y="14851"/>
                  <a:pt x="3900" y="14370"/>
                </a:cubicBezTo>
              </a:path>
            </a:pathLst>
          </a:custGeom>
          <a:solidFill>
            <a:schemeClr val="tx2">
              <a:lumMod val="50000"/>
              <a:lumOff val="50000"/>
            </a:schemeClr>
          </a:solidFill>
          <a:ln w="9525">
            <a:noFill/>
            <a:miter lim="800000"/>
            <a:headEnd/>
            <a:tailEnd/>
          </a:ln>
          <a:effectLst>
            <a:outerShdw blurRad="40000" dist="23000" dir="5400000" rotWithShape="0">
              <a:srgbClr val="808080">
                <a:alpha val="34998"/>
              </a:srgbClr>
            </a:outerShdw>
          </a:effectLst>
        </p:spPr>
        <p:txBody>
          <a:bodyPr anchor="ctr"/>
          <a:lstStyle/>
          <a:p>
            <a:pPr algn="ctr">
              <a:defRPr/>
            </a:pPr>
            <a:r>
              <a:rPr lang="en-US" sz="1600" b="1" dirty="0">
                <a:solidFill>
                  <a:schemeClr val="bg1"/>
                </a:solidFill>
                <a:latin typeface="Tahoma" panose="020B0604030504040204" pitchFamily="34" charset="0"/>
                <a:ea typeface="Tahoma" panose="020B0604030504040204" pitchFamily="34" charset="0"/>
                <a:cs typeface="Tahoma" panose="020B0604030504040204" pitchFamily="34" charset="0"/>
              </a:rPr>
              <a:t>Mobile Apps</a:t>
            </a:r>
          </a:p>
        </p:txBody>
      </p:sp>
      <p:pic>
        <p:nvPicPr>
          <p:cNvPr id="19"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76575" y="2724150"/>
            <a:ext cx="2682875" cy="1858963"/>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0" name="Cloud 7"/>
          <p:cNvSpPr>
            <a:spLocks/>
          </p:cNvSpPr>
          <p:nvPr/>
        </p:nvSpPr>
        <p:spPr bwMode="auto">
          <a:xfrm>
            <a:off x="1344922" y="5851525"/>
            <a:ext cx="1642902" cy="848097"/>
          </a:xfrm>
          <a:custGeom>
            <a:avLst/>
            <a:gdLst>
              <a:gd name="T0" fmla="*/ 2147483647 w 43200"/>
              <a:gd name="T1" fmla="*/ 2147483647 h 43200"/>
              <a:gd name="T2" fmla="*/ 2147483647 w 43200"/>
              <a:gd name="T3" fmla="*/ 2147483647 h 43200"/>
              <a:gd name="T4" fmla="*/ 2147483647 w 43200"/>
              <a:gd name="T5" fmla="*/ 2147483647 h 43200"/>
              <a:gd name="T6" fmla="*/ 2147483647 w 43200"/>
              <a:gd name="T7" fmla="*/ 2147483647 h 43200"/>
              <a:gd name="T8" fmla="*/ 2147483647 w 43200"/>
              <a:gd name="T9" fmla="*/ 2147483647 h 43200"/>
              <a:gd name="T10" fmla="*/ 2147483647 w 43200"/>
              <a:gd name="T11" fmla="*/ 2147483647 h 43200"/>
              <a:gd name="T12" fmla="*/ 2147483647 w 43200"/>
              <a:gd name="T13" fmla="*/ 2147483647 h 43200"/>
              <a:gd name="T14" fmla="*/ 2147483647 w 43200"/>
              <a:gd name="T15" fmla="*/ 2147483647 h 43200"/>
              <a:gd name="T16" fmla="*/ 2147483647 w 43200"/>
              <a:gd name="T17" fmla="*/ 2147483647 h 43200"/>
              <a:gd name="T18" fmla="*/ 2147483647 w 43200"/>
              <a:gd name="T19" fmla="*/ 2147483647 h 43200"/>
              <a:gd name="T20" fmla="*/ 2147483647 w 43200"/>
              <a:gd name="T21" fmla="*/ 2147483647 h 43200"/>
              <a:gd name="T22" fmla="*/ 2147483647 w 43200"/>
              <a:gd name="T23" fmla="*/ 2147483647 h 43200"/>
              <a:gd name="T24" fmla="*/ 2147483647 w 43200"/>
              <a:gd name="T25" fmla="*/ 2115605999 h 43200"/>
              <a:gd name="T26" fmla="*/ 2147483647 w 43200"/>
              <a:gd name="T27" fmla="*/ 2147483647 h 43200"/>
              <a:gd name="T28" fmla="*/ 2147483647 w 43200"/>
              <a:gd name="T29" fmla="*/ 1540889145 h 43200"/>
              <a:gd name="T30" fmla="*/ 2147483647 w 43200"/>
              <a:gd name="T31" fmla="*/ 912372135 h 43200"/>
              <a:gd name="T32" fmla="*/ 2147483647 w 43200"/>
              <a:gd name="T33" fmla="*/ 1840332300 h 43200"/>
              <a:gd name="T34" fmla="*/ 2147483647 w 43200"/>
              <a:gd name="T35" fmla="*/ 1298366976 h 43200"/>
              <a:gd name="T36" fmla="*/ 2147483647 w 43200"/>
              <a:gd name="T37" fmla="*/ 2024373031 h 43200"/>
              <a:gd name="T38" fmla="*/ 2147483647 w 43200"/>
              <a:gd name="T39" fmla="*/ 2147483647 h 43200"/>
              <a:gd name="T40" fmla="*/ 2147483647 w 43200"/>
              <a:gd name="T41" fmla="*/ 2147483647 h 43200"/>
              <a:gd name="T42" fmla="*/ 2147483647 w 43200"/>
              <a:gd name="T43" fmla="*/ 2147483647 h 432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200"/>
              <a:gd name="T67" fmla="*/ 0 h 43200"/>
              <a:gd name="T68" fmla="*/ 43200 w 43200"/>
              <a:gd name="T69" fmla="*/ 43200 h 432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200" h="43200">
                <a:moveTo>
                  <a:pt x="3900" y="14370"/>
                </a:moveTo>
                <a:cubicBezTo>
                  <a:pt x="3629" y="11657"/>
                  <a:pt x="4261" y="8921"/>
                  <a:pt x="5623" y="6907"/>
                </a:cubicBezTo>
                <a:cubicBezTo>
                  <a:pt x="7775" y="3726"/>
                  <a:pt x="11264" y="3017"/>
                  <a:pt x="14005" y="5202"/>
                </a:cubicBezTo>
                <a:cubicBezTo>
                  <a:pt x="15678" y="909"/>
                  <a:pt x="19914" y="22"/>
                  <a:pt x="22456" y="3432"/>
                </a:cubicBezTo>
                <a:cubicBezTo>
                  <a:pt x="23097" y="1683"/>
                  <a:pt x="24328" y="474"/>
                  <a:pt x="25749" y="200"/>
                </a:cubicBezTo>
                <a:cubicBezTo>
                  <a:pt x="27313" y="-102"/>
                  <a:pt x="28875" y="770"/>
                  <a:pt x="29833" y="2481"/>
                </a:cubicBezTo>
                <a:cubicBezTo>
                  <a:pt x="31215" y="267"/>
                  <a:pt x="33501" y="-460"/>
                  <a:pt x="35463" y="690"/>
                </a:cubicBezTo>
                <a:cubicBezTo>
                  <a:pt x="36958" y="1566"/>
                  <a:pt x="38030" y="3400"/>
                  <a:pt x="38318" y="5576"/>
                </a:cubicBezTo>
                <a:cubicBezTo>
                  <a:pt x="40046" y="6218"/>
                  <a:pt x="41422" y="7998"/>
                  <a:pt x="41982" y="10318"/>
                </a:cubicBezTo>
                <a:cubicBezTo>
                  <a:pt x="42389" y="12002"/>
                  <a:pt x="42331" y="13831"/>
                  <a:pt x="41818" y="15460"/>
                </a:cubicBezTo>
                <a:cubicBezTo>
                  <a:pt x="43079" y="17694"/>
                  <a:pt x="43520" y="20590"/>
                  <a:pt x="43016" y="23322"/>
                </a:cubicBezTo>
                <a:cubicBezTo>
                  <a:pt x="42346" y="26954"/>
                  <a:pt x="40128" y="29674"/>
                  <a:pt x="37404" y="30204"/>
                </a:cubicBezTo>
                <a:cubicBezTo>
                  <a:pt x="37391" y="32471"/>
                  <a:pt x="36658" y="34621"/>
                  <a:pt x="35395" y="36101"/>
                </a:cubicBezTo>
                <a:cubicBezTo>
                  <a:pt x="33476" y="38350"/>
                  <a:pt x="30704" y="38639"/>
                  <a:pt x="28555" y="36815"/>
                </a:cubicBezTo>
                <a:cubicBezTo>
                  <a:pt x="27860" y="39948"/>
                  <a:pt x="25999" y="42343"/>
                  <a:pt x="23667" y="43106"/>
                </a:cubicBezTo>
                <a:cubicBezTo>
                  <a:pt x="20919" y="44005"/>
                  <a:pt x="18051" y="42473"/>
                  <a:pt x="16480" y="39266"/>
                </a:cubicBezTo>
                <a:cubicBezTo>
                  <a:pt x="12772" y="42310"/>
                  <a:pt x="7956" y="40599"/>
                  <a:pt x="5804" y="35472"/>
                </a:cubicBezTo>
                <a:cubicBezTo>
                  <a:pt x="3690" y="35809"/>
                  <a:pt x="1705" y="34024"/>
                  <a:pt x="1110" y="31250"/>
                </a:cubicBezTo>
                <a:cubicBezTo>
                  <a:pt x="679" y="29243"/>
                  <a:pt x="1060" y="27077"/>
                  <a:pt x="2113" y="25551"/>
                </a:cubicBezTo>
                <a:cubicBezTo>
                  <a:pt x="619" y="24354"/>
                  <a:pt x="-213" y="22057"/>
                  <a:pt x="-5" y="19704"/>
                </a:cubicBezTo>
                <a:cubicBezTo>
                  <a:pt x="239" y="16949"/>
                  <a:pt x="1845" y="14791"/>
                  <a:pt x="3863" y="14507"/>
                </a:cubicBezTo>
                <a:cubicBezTo>
                  <a:pt x="3875" y="14461"/>
                  <a:pt x="3888" y="14416"/>
                  <a:pt x="3900" y="14370"/>
                </a:cubicBezTo>
                <a:close/>
              </a:path>
              <a:path w="43200" h="43200" fill="none">
                <a:moveTo>
                  <a:pt x="4693" y="26177"/>
                </a:moveTo>
                <a:cubicBezTo>
                  <a:pt x="3809" y="26271"/>
                  <a:pt x="2925" y="25993"/>
                  <a:pt x="2160" y="25380"/>
                </a:cubicBezTo>
                <a:moveTo>
                  <a:pt x="6928" y="34899"/>
                </a:moveTo>
                <a:cubicBezTo>
                  <a:pt x="6573" y="35092"/>
                  <a:pt x="6200" y="35220"/>
                  <a:pt x="5820" y="35280"/>
                </a:cubicBezTo>
                <a:moveTo>
                  <a:pt x="16478" y="39090"/>
                </a:moveTo>
                <a:cubicBezTo>
                  <a:pt x="16211" y="38544"/>
                  <a:pt x="15987" y="37961"/>
                  <a:pt x="15810" y="37350"/>
                </a:cubicBezTo>
                <a:moveTo>
                  <a:pt x="28827" y="34751"/>
                </a:moveTo>
                <a:cubicBezTo>
                  <a:pt x="28788" y="35398"/>
                  <a:pt x="28698" y="36038"/>
                  <a:pt x="28560" y="36660"/>
                </a:cubicBezTo>
                <a:moveTo>
                  <a:pt x="34129" y="22954"/>
                </a:moveTo>
                <a:cubicBezTo>
                  <a:pt x="36133" y="24282"/>
                  <a:pt x="37398" y="27058"/>
                  <a:pt x="37380" y="30090"/>
                </a:cubicBezTo>
                <a:moveTo>
                  <a:pt x="41798" y="15354"/>
                </a:moveTo>
                <a:cubicBezTo>
                  <a:pt x="41473" y="16386"/>
                  <a:pt x="40978" y="17302"/>
                  <a:pt x="40350" y="18030"/>
                </a:cubicBezTo>
                <a:moveTo>
                  <a:pt x="38324" y="5426"/>
                </a:moveTo>
                <a:cubicBezTo>
                  <a:pt x="38379" y="5843"/>
                  <a:pt x="38405" y="6266"/>
                  <a:pt x="38400" y="6690"/>
                </a:cubicBezTo>
                <a:moveTo>
                  <a:pt x="29078" y="3952"/>
                </a:moveTo>
                <a:cubicBezTo>
                  <a:pt x="29267" y="3369"/>
                  <a:pt x="29516" y="2826"/>
                  <a:pt x="29820" y="2340"/>
                </a:cubicBezTo>
                <a:moveTo>
                  <a:pt x="22141" y="4720"/>
                </a:moveTo>
                <a:cubicBezTo>
                  <a:pt x="22218" y="4238"/>
                  <a:pt x="22339" y="3771"/>
                  <a:pt x="22500" y="3330"/>
                </a:cubicBezTo>
                <a:moveTo>
                  <a:pt x="14000" y="5192"/>
                </a:moveTo>
                <a:cubicBezTo>
                  <a:pt x="14472" y="5568"/>
                  <a:pt x="14908" y="6021"/>
                  <a:pt x="15300" y="6540"/>
                </a:cubicBezTo>
                <a:moveTo>
                  <a:pt x="4127" y="15789"/>
                </a:moveTo>
                <a:cubicBezTo>
                  <a:pt x="4024" y="15325"/>
                  <a:pt x="3948" y="14851"/>
                  <a:pt x="3900" y="14370"/>
                </a:cubicBezTo>
              </a:path>
            </a:pathLst>
          </a:custGeom>
          <a:solidFill>
            <a:schemeClr val="tx2">
              <a:lumMod val="50000"/>
              <a:lumOff val="50000"/>
            </a:schemeClr>
          </a:solidFill>
          <a:ln w="9525">
            <a:noFill/>
            <a:miter lim="800000"/>
            <a:headEnd/>
            <a:tailEnd/>
          </a:ln>
          <a:effectLst>
            <a:outerShdw blurRad="40000" dist="23000" dir="5400000" rotWithShape="0">
              <a:srgbClr val="808080">
                <a:alpha val="34998"/>
              </a:srgbClr>
            </a:outerShdw>
          </a:effectLst>
        </p:spPr>
        <p:txBody>
          <a:bodyPr anchor="ctr"/>
          <a:lstStyle/>
          <a:p>
            <a:pPr algn="ctr">
              <a:defRPr/>
            </a:pPr>
            <a:r>
              <a:rPr lang="en-US" sz="1600" b="1" dirty="0" smtClean="0">
                <a:solidFill>
                  <a:schemeClr val="bg1"/>
                </a:solidFill>
                <a:latin typeface="Tahoma" panose="020B0604030504040204" pitchFamily="34" charset="0"/>
                <a:ea typeface="Tahoma" panose="020B0604030504040204" pitchFamily="34" charset="0"/>
                <a:cs typeface="Tahoma" panose="020B0604030504040204" pitchFamily="34" charset="0"/>
              </a:rPr>
              <a:t>Crypto</a:t>
            </a:r>
            <a:endParaRPr lang="en-US" sz="16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7439552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650" y="-243408"/>
            <a:ext cx="8896350" cy="1295400"/>
          </a:xfrm>
        </p:spPr>
        <p:txBody>
          <a:bodyPr/>
          <a:lstStyle/>
          <a:p>
            <a:r>
              <a:rPr lang="en-GB" sz="2800" b="1" dirty="0" smtClean="0"/>
              <a:t>Cyber @ Markel</a:t>
            </a:r>
            <a:endParaRPr lang="en-GB" sz="2800" dirty="0"/>
          </a:p>
        </p:txBody>
      </p:sp>
      <p:sp>
        <p:nvSpPr>
          <p:cNvPr id="5" name="Slide Number Placeholder 4"/>
          <p:cNvSpPr>
            <a:spLocks noGrp="1"/>
          </p:cNvSpPr>
          <p:nvPr>
            <p:ph type="sldNum" sz="quarter" idx="11"/>
          </p:nvPr>
        </p:nvSpPr>
        <p:spPr/>
        <p:txBody>
          <a:bodyPr/>
          <a:lstStyle/>
          <a:p>
            <a:pPr>
              <a:defRPr/>
            </a:pPr>
            <a:fld id="{B228A28B-64C1-4292-AE16-B736F74A7A89}" type="slidenum">
              <a:rPr lang="en-GB" smtClean="0">
                <a:solidFill>
                  <a:srgbClr val="616365">
                    <a:tint val="75000"/>
                  </a:srgbClr>
                </a:solidFill>
              </a:rPr>
              <a:pPr>
                <a:defRPr/>
              </a:pPr>
              <a:t>18</a:t>
            </a:fld>
            <a:endParaRPr lang="en-GB" dirty="0">
              <a:solidFill>
                <a:srgbClr val="616365">
                  <a:tint val="75000"/>
                </a:srgbClr>
              </a:solidFill>
            </a:endParaRPr>
          </a:p>
        </p:txBody>
      </p:sp>
      <p:pic>
        <p:nvPicPr>
          <p:cNvPr id="7" name="Picture 6" descr="ECS-marketing#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8030" y="1412776"/>
            <a:ext cx="3281868" cy="4387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2"/>
          <p:cNvGrpSpPr/>
          <p:nvPr/>
        </p:nvGrpSpPr>
        <p:grpSpPr>
          <a:xfrm>
            <a:off x="322933" y="2159138"/>
            <a:ext cx="3545826" cy="3164860"/>
            <a:chOff x="291227" y="2284068"/>
            <a:chExt cx="3545826" cy="3164860"/>
          </a:xfrm>
        </p:grpSpPr>
        <p:pic>
          <p:nvPicPr>
            <p:cNvPr id="460802"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r="58440"/>
            <a:stretch/>
          </p:blipFill>
          <p:spPr bwMode="auto">
            <a:xfrm>
              <a:off x="291227" y="2438313"/>
              <a:ext cx="3545826" cy="30106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89306" b="81929"/>
            <a:stretch/>
          </p:blipFill>
          <p:spPr bwMode="auto">
            <a:xfrm>
              <a:off x="2798935" y="2284068"/>
              <a:ext cx="912413" cy="5440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43150" r="42502" b="85525"/>
            <a:stretch/>
          </p:blipFill>
          <p:spPr bwMode="auto">
            <a:xfrm>
              <a:off x="1452072" y="2392342"/>
              <a:ext cx="1224136" cy="4357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460804" name="Picture 4" descr="Image result for hand drawn circle clear background"/>
          <p:cNvPicPr>
            <a:picLocks noChangeAspect="1" noChangeArrowheads="1"/>
          </p:cNvPicPr>
          <p:nvPr/>
        </p:nvPicPr>
        <p:blipFill>
          <a:blip r:embed="rId5"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71170" y="2028772"/>
            <a:ext cx="1162906" cy="1162907"/>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397221" y="2817624"/>
            <a:ext cx="3417976" cy="2506374"/>
          </a:xfrm>
          <a:prstGeom prst="rect">
            <a:avLst/>
          </a:prstGeom>
          <a:noFill/>
          <a:ln w="38100">
            <a:solidFill>
              <a:srgbClr val="C00000"/>
            </a:solidFill>
          </a:ln>
          <a:extLst>
            <a:ext uri="{909E8E84-426E-40DD-AFC4-6F175D3DCCD1}">
              <a14:hiddenFill xmlns:a14="http://schemas.microsoft.com/office/drawing/2010/main">
                <a:solidFill>
                  <a:srgbClr val="FFFF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pic>
        <p:nvPicPr>
          <p:cNvPr id="11" name="Picture 4" descr="Image result for hand drawn circle clear background"/>
          <p:cNvPicPr>
            <a:picLocks noChangeAspect="1" noChangeArrowheads="1"/>
          </p:cNvPicPr>
          <p:nvPr/>
        </p:nvPicPr>
        <p:blipFill>
          <a:blip r:embed="rId5"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13911" y="4531909"/>
            <a:ext cx="1584176" cy="15841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73597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404664"/>
            <a:ext cx="8229600" cy="583830"/>
          </a:xfrm>
        </p:spPr>
        <p:txBody>
          <a:bodyPr>
            <a:normAutofit/>
          </a:bodyPr>
          <a:lstStyle/>
          <a:p>
            <a:r>
              <a:rPr lang="en-US" dirty="0" smtClean="0">
                <a:solidFill>
                  <a:srgbClr val="B71234"/>
                </a:solidFill>
              </a:rPr>
              <a:t>Q&amp;A?</a:t>
            </a:r>
            <a:endParaRPr lang="en-US" dirty="0">
              <a:solidFill>
                <a:srgbClr val="B71234"/>
              </a:solidFill>
            </a:endParaRPr>
          </a:p>
        </p:txBody>
      </p:sp>
      <p:sp>
        <p:nvSpPr>
          <p:cNvPr id="4" name="Slide Number Placeholder 3"/>
          <p:cNvSpPr>
            <a:spLocks noGrp="1"/>
          </p:cNvSpPr>
          <p:nvPr>
            <p:ph type="sldNum" sz="quarter" idx="10"/>
          </p:nvPr>
        </p:nvSpPr>
        <p:spPr/>
        <p:txBody>
          <a:bodyPr/>
          <a:lstStyle/>
          <a:p>
            <a:fld id="{E1DCACE2-D022-451A-A94E-9D64D882086C}" type="slidenum">
              <a:rPr lang="en-IE" smtClean="0"/>
              <a:pPr/>
              <a:t>19</a:t>
            </a:fld>
            <a:endParaRPr lang="en-IE"/>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9712" y="1412776"/>
            <a:ext cx="5715000" cy="3971925"/>
          </a:xfrm>
          <a:prstGeom prst="rect">
            <a:avLst/>
          </a:prstGeom>
        </p:spPr>
      </p:pic>
    </p:spTree>
    <p:extLst>
      <p:ext uri="{BB962C8B-B14F-4D97-AF65-F5344CB8AC3E}">
        <p14:creationId xmlns:p14="http://schemas.microsoft.com/office/powerpoint/2010/main" val="1130338283"/>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usMIaUVcT1K_NKD3PTma.g"/>
</p:tagLst>
</file>

<file path=ppt/theme/theme1.xml><?xml version="1.0" encoding="utf-8"?>
<a:theme xmlns:a="http://schemas.openxmlformats.org/drawingml/2006/main" name="Beginning">
  <a:themeElements>
    <a:clrScheme name="Beginn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eginning">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eginn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eginning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eginning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eginning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eginning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eginning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eginning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eginning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eginning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eginning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eginning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eginning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Middle">
  <a:themeElements>
    <a:clrScheme name="Middle 1">
      <a:dk1>
        <a:srgbClr val="616365"/>
      </a:dk1>
      <a:lt1>
        <a:srgbClr val="FFFFFF"/>
      </a:lt1>
      <a:dk2>
        <a:srgbClr val="A0A1A3"/>
      </a:dk2>
      <a:lt2>
        <a:srgbClr val="818284"/>
      </a:lt2>
      <a:accent1>
        <a:srgbClr val="DFE0E0"/>
      </a:accent1>
      <a:accent2>
        <a:srgbClr val="B71234"/>
      </a:accent2>
      <a:accent3>
        <a:srgbClr val="FFFFFF"/>
      </a:accent3>
      <a:accent4>
        <a:srgbClr val="525355"/>
      </a:accent4>
      <a:accent5>
        <a:srgbClr val="ECEDED"/>
      </a:accent5>
      <a:accent6>
        <a:srgbClr val="A60F2E"/>
      </a:accent6>
      <a:hlink>
        <a:srgbClr val="616365"/>
      </a:hlink>
      <a:folHlink>
        <a:srgbClr val="616365"/>
      </a:folHlink>
    </a:clrScheme>
    <a:fontScheme name="Middle">
      <a:majorFont>
        <a:latin typeface="Tahoma"/>
        <a:ea typeface=""/>
        <a:cs typeface="Tahoma"/>
      </a:majorFont>
      <a:minorFont>
        <a:latin typeface="Tahoma"/>
        <a:ea typeface=""/>
        <a:cs typeface="Taho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Middle 1">
        <a:dk1>
          <a:srgbClr val="616365"/>
        </a:dk1>
        <a:lt1>
          <a:srgbClr val="FFFFFF"/>
        </a:lt1>
        <a:dk2>
          <a:srgbClr val="A0A1A3"/>
        </a:dk2>
        <a:lt2>
          <a:srgbClr val="818284"/>
        </a:lt2>
        <a:accent1>
          <a:srgbClr val="DFE0E0"/>
        </a:accent1>
        <a:accent2>
          <a:srgbClr val="B71234"/>
        </a:accent2>
        <a:accent3>
          <a:srgbClr val="FFFFFF"/>
        </a:accent3>
        <a:accent4>
          <a:srgbClr val="525355"/>
        </a:accent4>
        <a:accent5>
          <a:srgbClr val="ECEDED"/>
        </a:accent5>
        <a:accent6>
          <a:srgbClr val="A60F2E"/>
        </a:accent6>
        <a:hlink>
          <a:srgbClr val="616365"/>
        </a:hlink>
        <a:folHlink>
          <a:srgbClr val="616365"/>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End">
  <a:themeElements>
    <a:clrScheme name="End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nd">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nd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End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End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End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End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End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End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End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End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End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End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End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Theme1">
  <a:themeElements>
    <a:clrScheme name="Custom 1">
      <a:dk1>
        <a:srgbClr val="3A3B44"/>
      </a:dk1>
      <a:lt1>
        <a:sysClr val="window" lastClr="FFFFFF"/>
      </a:lt1>
      <a:dk2>
        <a:srgbClr val="A0A1A3"/>
      </a:dk2>
      <a:lt2>
        <a:srgbClr val="818284"/>
      </a:lt2>
      <a:accent1>
        <a:srgbClr val="DFE0E0"/>
      </a:accent1>
      <a:accent2>
        <a:srgbClr val="B71234"/>
      </a:accent2>
      <a:accent3>
        <a:srgbClr val="616365"/>
      </a:accent3>
      <a:accent4>
        <a:srgbClr val="009AA6"/>
      </a:accent4>
      <a:accent5>
        <a:srgbClr val="7AB800"/>
      </a:accent5>
      <a:accent6>
        <a:srgbClr val="6E2585"/>
      </a:accent6>
      <a:hlink>
        <a:srgbClr val="3A3B44"/>
      </a:hlink>
      <a:folHlink>
        <a:srgbClr val="3A3B44"/>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LongProperties xmlns="http://schemas.microsoft.com/office/2006/metadata/long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Markel Document" ma:contentTypeID="0x0101002F69C857934E491AA916DFC9D1FBD729004DFF609EB10A2642BCADFA52F85D4342" ma:contentTypeVersion="19" ma:contentTypeDescription="Base content type for all Markel documents." ma:contentTypeScope="" ma:versionID="e3ee8e96e9e44c3fb9d94a15b812af22">
  <xsd:schema xmlns:xsd="http://www.w3.org/2001/XMLSchema" xmlns:xs="http://www.w3.org/2001/XMLSchema" xmlns:p="http://schemas.microsoft.com/office/2006/metadata/properties" xmlns:ns3="ec06f9e8-27ab-43e6-b3e8-152a6052a522" xmlns:ns4="2b31bd0c-9a7f-4b2a-9eac-6cdf77b7cdd2" targetNamespace="http://schemas.microsoft.com/office/2006/metadata/properties" ma:root="true" ma:fieldsID="0ddcb54d7f4e70a502f5cb55c9a78c35" ns3:_="" ns4:_="">
    <xsd:import namespace="ec06f9e8-27ab-43e6-b3e8-152a6052a522"/>
    <xsd:import namespace="2b31bd0c-9a7f-4b2a-9eac-6cdf77b7cdd2"/>
    <xsd:element name="properties">
      <xsd:complexType>
        <xsd:sequence>
          <xsd:element name="documentManagement">
            <xsd:complexType>
              <xsd:all>
                <xsd:element ref="ns3:MarkelDepartmentTaxHTField0" minOccurs="0"/>
                <xsd:element ref="ns3:MarkelLocationTaxHTField0" minOccurs="0"/>
                <xsd:element ref="ns4:TaxCatchAll" minOccurs="0"/>
                <xsd:element ref="ns4:TaxCatchAllLabel" minOccurs="0"/>
                <xsd:element ref="ns3:DisplayTitle"/>
                <xsd:element ref="ns3:Owner" minOccurs="0"/>
                <xsd:element ref="ns4: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06f9e8-27ab-43e6-b3e8-152a6052a522" elementFormDefault="qualified">
    <xsd:import namespace="http://schemas.microsoft.com/office/2006/documentManagement/types"/>
    <xsd:import namespace="http://schemas.microsoft.com/office/infopath/2007/PartnerControls"/>
    <xsd:element name="MarkelDepartmentTaxHTField0" ma:index="4" ma:taxonomy="true" ma:internalName="MarkelDepartmentTaxHTField0" ma:taxonomyFieldName="MarkelDepartment" ma:displayName="Markel Department" ma:default="" ma:fieldId="{1957b16a-1814-4742-9283-6e1361d88007}" ma:sspId="d6233fd2-fa7f-4178-bfa9-0895385a0058" ma:termSetId="90fdfed4-bf1e-4d29-890b-71c7fce1fa4d" ma:anchorId="00000000-0000-0000-0000-000000000000" ma:open="false" ma:isKeyword="false">
      <xsd:complexType>
        <xsd:sequence>
          <xsd:element ref="pc:Terms" minOccurs="0" maxOccurs="1"/>
        </xsd:sequence>
      </xsd:complexType>
    </xsd:element>
    <xsd:element name="MarkelLocationTaxHTField0" ma:index="6" nillable="true" ma:taxonomy="true" ma:internalName="MarkelLocationTaxHTField0" ma:taxonomyFieldName="MarkelLocation" ma:displayName="Markel Location" ma:default="" ma:fieldId="{2a4684e1-0c4d-4d2d-a000-4dbea61d4f4a}" ma:sspId="d6233fd2-fa7f-4178-bfa9-0895385a0058" ma:termSetId="00d47e97-d4ff-4db5-8bae-3ece2b1e7fcf" ma:anchorId="00000000-0000-0000-0000-000000000000" ma:open="false" ma:isKeyword="false">
      <xsd:complexType>
        <xsd:sequence>
          <xsd:element ref="pc:Terms" minOccurs="0" maxOccurs="1"/>
        </xsd:sequence>
      </xsd:complexType>
    </xsd:element>
    <xsd:element name="DisplayTitle" ma:index="10" ma:displayName="Display Title" ma:description="Long-form title for an item." ma:internalName="DisplayTitle" ma:readOnly="true">
      <xsd:simpleType>
        <xsd:restriction base="dms:Text"/>
      </xsd:simpleType>
    </xsd:element>
    <xsd:element name="Owner" ma:index="11" nillable="true" ma:displayName="Owner" ma:list="UserInfo" ma:SearchPeopleOnly="false" ma:SharePointGroup="0" ma:internalName="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b31bd0c-9a7f-4b2a-9eac-6cdf77b7cdd2" elementFormDefault="qualified">
    <xsd:import namespace="http://schemas.microsoft.com/office/2006/documentManagement/types"/>
    <xsd:import namespace="http://schemas.microsoft.com/office/infopath/2007/PartnerControls"/>
    <xsd:element name="TaxCatchAll" ma:index="7" nillable="true" ma:displayName="TaxCatchAll" ma:description="" ma:hidden="true" ma:list="{ba56146a-910a-4f34-afbc-a96732780072}" ma:internalName="TaxCatchAll" ma:showField="CatchAllData" ma:web="2b31bd0c-9a7f-4b2a-9eac-6cdf77b7cdd2">
      <xsd:complexType>
        <xsd:complexContent>
          <xsd:extension base="dms:MultiChoiceLookup">
            <xsd:sequence>
              <xsd:element name="Value" type="dms:Lookup" maxOccurs="unbounded" minOccurs="0" nillable="true"/>
            </xsd:sequence>
          </xsd:extension>
        </xsd:complexContent>
      </xsd:complexType>
    </xsd:element>
    <xsd:element name="TaxCatchAllLabel" ma:index="8" nillable="true" ma:displayName="TaxCatchAllLabel" ma:description="" ma:hidden="true" ma:list="{ba56146a-910a-4f34-afbc-a96732780072}" ma:internalName="TaxCatchAllLabel" ma:readOnly="true" ma:showField="CatchAllDataLabel" ma:web="2b31bd0c-9a7f-4b2a-9eac-6cdf77b7cdd2">
      <xsd:complexType>
        <xsd:complexContent>
          <xsd:extension base="dms:MultiChoiceLookup">
            <xsd:sequence>
              <xsd:element name="Value" type="dms:Lookup" maxOccurs="unbounded" minOccurs="0" nillable="true"/>
            </xsd:sequence>
          </xsd:extension>
        </xsd:complexContent>
      </xsd:complexType>
    </xsd:element>
    <xsd:element name="SharedWithUsers" ma:index="12"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xsd:element ref="dc:title" maxOccurs="1" ma:index="1" ma:displayName="Title"/>
        <xsd:element ref="dc:subject" minOccurs="0" maxOccurs="1"/>
        <xsd:element ref="dc:description" minOccurs="0" maxOccurs="1"/>
        <xsd:element name="keywords" maxOccurs="1" ma:index="2" ma:displayName="Keywords">
          <xsd:simpleType xmlns:xs="http://www.w3.org/2001/XMLSchema">
            <xsd:restriction base="xsd:string">
              <xsd:minLength value="1"/>
            </xsd:restriction>
          </xsd:simpleType>
        </xsd:element>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TaxCatchAll xmlns="2b31bd0c-9a7f-4b2a-9eac-6cdf77b7cdd2">
      <Value>12</Value>
    </TaxCatchAll>
    <MarkelLocationTaxHTField0 xmlns="ec06f9e8-27ab-43e6-b3e8-152a6052a522">
      <Terms xmlns="http://schemas.microsoft.com/office/infopath/2007/PartnerControls"/>
    </MarkelLocationTaxHTField0>
    <MarkelDepartmentTaxHTField0 xmlns="ec06f9e8-27ab-43e6-b3e8-152a6052a522">
      <Terms xmlns="http://schemas.microsoft.com/office/infopath/2007/PartnerControls">
        <TermInfo xmlns="http://schemas.microsoft.com/office/infopath/2007/PartnerControls">
          <TermName xmlns="http://schemas.microsoft.com/office/infopath/2007/PartnerControls">Marketing and Business Development</TermName>
          <TermId xmlns="http://schemas.microsoft.com/office/infopath/2007/PartnerControls">85eb8ff2-7a65-4b18-bd29-985a3d66122e</TermId>
        </TermInfo>
      </Terms>
    </MarkelDepartmentTaxHTField0>
    <Owner xmlns="ec06f9e8-27ab-43e6-b3e8-152a6052a522">
      <UserInfo>
        <DisplayName>Howell, Kelly</DisplayName>
        <AccountId>465</AccountId>
        <AccountType/>
      </UserInfo>
    </Owner>
  </documentManagement>
</p:properties>
</file>

<file path=customXml/itemProps1.xml><?xml version="1.0" encoding="utf-8"?>
<ds:datastoreItem xmlns:ds="http://schemas.openxmlformats.org/officeDocument/2006/customXml" ds:itemID="{4BCBFC9E-BC76-4E99-BCD4-CA12A8A02A6F}">
  <ds:schemaRefs>
    <ds:schemaRef ds:uri="http://schemas.microsoft.com/office/2006/metadata/longProperties"/>
  </ds:schemaRefs>
</ds:datastoreItem>
</file>

<file path=customXml/itemProps2.xml><?xml version="1.0" encoding="utf-8"?>
<ds:datastoreItem xmlns:ds="http://schemas.openxmlformats.org/officeDocument/2006/customXml" ds:itemID="{3B79CC36-8A8D-466E-B61C-DDBB3D544E79}">
  <ds:schemaRefs>
    <ds:schemaRef ds:uri="http://schemas.microsoft.com/sharepoint/v3/contenttype/forms"/>
  </ds:schemaRefs>
</ds:datastoreItem>
</file>

<file path=customXml/itemProps3.xml><?xml version="1.0" encoding="utf-8"?>
<ds:datastoreItem xmlns:ds="http://schemas.openxmlformats.org/officeDocument/2006/customXml" ds:itemID="{88D23865-E64B-4AB5-B619-903BDEB0A0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06f9e8-27ab-43e6-b3e8-152a6052a522"/>
    <ds:schemaRef ds:uri="2b31bd0c-9a7f-4b2a-9eac-6cdf77b7cdd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F97ED271-0736-4422-8847-E4E577609339}">
  <ds:schemaRefs>
    <ds:schemaRef ds:uri="http://schemas.microsoft.com/office/2006/metadata/properties"/>
    <ds:schemaRef ds:uri="http://schemas.microsoft.com/office/infopath/2007/PartnerControls"/>
    <ds:schemaRef ds:uri="2b31bd0c-9a7f-4b2a-9eac-6cdf77b7cdd2"/>
    <ds:schemaRef ds:uri="ec06f9e8-27ab-43e6-b3e8-152a6052a522"/>
  </ds:schemaRefs>
</ds:datastoreItem>
</file>

<file path=docProps/app.xml><?xml version="1.0" encoding="utf-8"?>
<Properties xmlns="http://schemas.openxmlformats.org/officeDocument/2006/extended-properties" xmlns:vt="http://schemas.openxmlformats.org/officeDocument/2006/docPropsVTypes">
  <TotalTime>850</TotalTime>
  <Words>759</Words>
  <Application>Microsoft Office PowerPoint</Application>
  <PresentationFormat>On-screen Show (4:3)</PresentationFormat>
  <Paragraphs>235</Paragraphs>
  <Slides>19</Slides>
  <Notes>19</Notes>
  <HiddenSlides>0</HiddenSlides>
  <MMClips>0</MMClips>
  <ScaleCrop>false</ScaleCrop>
  <HeadingPairs>
    <vt:vector size="8" baseType="variant">
      <vt:variant>
        <vt:lpstr>Fonts Used</vt:lpstr>
      </vt:variant>
      <vt:variant>
        <vt:i4>7</vt:i4>
      </vt:variant>
      <vt:variant>
        <vt:lpstr>Theme</vt:lpstr>
      </vt:variant>
      <vt:variant>
        <vt:i4>4</vt:i4>
      </vt:variant>
      <vt:variant>
        <vt:lpstr>Embedded OLE Servers</vt:lpstr>
      </vt:variant>
      <vt:variant>
        <vt:i4>1</vt:i4>
      </vt:variant>
      <vt:variant>
        <vt:lpstr>Slide Titles</vt:lpstr>
      </vt:variant>
      <vt:variant>
        <vt:i4>19</vt:i4>
      </vt:variant>
    </vt:vector>
  </HeadingPairs>
  <TitlesOfParts>
    <vt:vector size="31" baseType="lpstr">
      <vt:lpstr>ＭＳ Ｐゴシック</vt:lpstr>
      <vt:lpstr>Arial</vt:lpstr>
      <vt:lpstr>Calibri</vt:lpstr>
      <vt:lpstr>Lucida Grande</vt:lpstr>
      <vt:lpstr>Tahoma</vt:lpstr>
      <vt:lpstr>Times New Roman</vt:lpstr>
      <vt:lpstr>Wingdings</vt:lpstr>
      <vt:lpstr>Beginning</vt:lpstr>
      <vt:lpstr>Middle</vt:lpstr>
      <vt:lpstr>End</vt:lpstr>
      <vt:lpstr>Theme1</vt:lpstr>
      <vt:lpstr>think-cell Slide</vt:lpstr>
      <vt:lpstr>What is Cyber Insurance? Are You Covered? </vt:lpstr>
      <vt:lpstr>PowerPoint Presentation</vt:lpstr>
      <vt:lpstr>Agenda</vt:lpstr>
      <vt:lpstr>Standalone Cyber Insurance Policy</vt:lpstr>
      <vt:lpstr>Standalone Cyber Insurance Policy</vt:lpstr>
      <vt:lpstr>Standalone Cyber Insurance Policy</vt:lpstr>
      <vt:lpstr>Purchasing a Cyber Insurance Policy</vt:lpstr>
      <vt:lpstr>Purchasing a Cyber Insurance Policy</vt:lpstr>
      <vt:lpstr>Purchasing a Cyber Insurance Policy</vt:lpstr>
      <vt:lpstr>Cyber Marketplace</vt:lpstr>
      <vt:lpstr>Cyber Marketplace</vt:lpstr>
      <vt:lpstr>Claims Trends</vt:lpstr>
      <vt:lpstr>Claims Trends</vt:lpstr>
      <vt:lpstr>Cyber Across Traditional Insurance</vt:lpstr>
      <vt:lpstr>Cyber Across Traditional Insurance</vt:lpstr>
      <vt:lpstr>Cyber Across Traditional Insurance</vt:lpstr>
      <vt:lpstr>Emerging Issues</vt:lpstr>
      <vt:lpstr>Cyber @ Markel</vt:lpstr>
      <vt:lpstr>Q&amp;A?</vt:lpstr>
    </vt:vector>
  </TitlesOfParts>
  <Company>Markel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Markel PowerPoint Template</dc:title>
  <dc:creator>mesmith</dc:creator>
  <cp:keywords>PowerPoint, template</cp:keywords>
  <cp:lastModifiedBy>Owens, Kara</cp:lastModifiedBy>
  <cp:revision>76</cp:revision>
  <cp:lastPrinted>2019-03-26T12:35:15Z</cp:lastPrinted>
  <dcterms:created xsi:type="dcterms:W3CDTF">2013-05-06T19:13:59Z</dcterms:created>
  <dcterms:modified xsi:type="dcterms:W3CDTF">2019-05-21T21:17:16Z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isplay_urn:schemas-microsoft-com:office:office#Markel_x0020_Owner">
    <vt:lpwstr>Williams, Jason</vt:lpwstr>
  </property>
  <property fmtid="{D5CDD505-2E9C-101B-9397-08002B2CF9AE}" pid="3" name="ContentTypeId">
    <vt:lpwstr>0x0101002F69C857934E491AA916DFC9D1FBD729004DFF609EB10A2642BCADFA52F85D4342</vt:lpwstr>
  </property>
  <property fmtid="{D5CDD505-2E9C-101B-9397-08002B2CF9AE}" pid="4" name="ContentType">
    <vt:lpwstr>Markel Document</vt:lpwstr>
  </property>
  <property fmtid="{D5CDD505-2E9C-101B-9397-08002B2CF9AE}" pid="5" name="MarkelDepartment">
    <vt:lpwstr>12;#Marketing and Business Development|85eb8ff2-7a65-4b18-bd29-985a3d66122e</vt:lpwstr>
  </property>
  <property fmtid="{D5CDD505-2E9C-101B-9397-08002B2CF9AE}" pid="6" name="ReportOwner">
    <vt:lpwstr>465;#Howell, Kelly</vt:lpwstr>
  </property>
  <property fmtid="{D5CDD505-2E9C-101B-9397-08002B2CF9AE}" pid="7" name="MarkelLocation">
    <vt:lpwstr/>
  </property>
</Properties>
</file>