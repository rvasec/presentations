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56" r:id="rId2"/>
    <p:sldId id="334" r:id="rId3"/>
    <p:sldId id="257" r:id="rId4"/>
    <p:sldId id="284" r:id="rId5"/>
    <p:sldId id="258" r:id="rId6"/>
    <p:sldId id="260" r:id="rId7"/>
    <p:sldId id="261" r:id="rId8"/>
    <p:sldId id="263" r:id="rId9"/>
    <p:sldId id="262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303" r:id="rId39"/>
    <p:sldId id="288" r:id="rId40"/>
    <p:sldId id="295" r:id="rId41"/>
    <p:sldId id="297" r:id="rId42"/>
    <p:sldId id="299" r:id="rId43"/>
    <p:sldId id="300" r:id="rId44"/>
    <p:sldId id="301" r:id="rId45"/>
    <p:sldId id="302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2" r:id="rId74"/>
    <p:sldId id="331" r:id="rId75"/>
    <p:sldId id="333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6" d="100"/>
          <a:sy n="56" d="100"/>
        </p:scale>
        <p:origin x="-2556" y="-11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A370C-99F2-48A8-9FCA-9BF6E968592E}" type="datetimeFigureOut">
              <a:rPr lang="en-US" smtClean="0"/>
              <a:t>6/14/2012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DD21A-B1E2-4416-830B-063E6524578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3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DDD21A-B1E2-4416-830B-063E6524578B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3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A6142-F973-49EB-A5C2-8754D8C7718E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381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8F7D5-EB72-4556-8425-822519206EEE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876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5D73B-5156-4D20-8F2E-FB5B1F2C716A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057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77332-C0B5-4909-9B4B-6686148CA99C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103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BE19-437D-4203-B7E7-E23BC939BCA6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160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8322-C7E2-49B4-8ED7-463ED3A44134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6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DCD8E-DA32-4F04-AD72-DAE3834BE3AD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91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4F22E-A3BC-4998-90C7-BD516A37E397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996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E221-3E7A-483D-88D6-2343E2C67A6C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570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2BF7E-3B4E-415D-821B-201DB2676365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2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6F758-C946-478D-B7A5-759831316A04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15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A419C-867D-4324-9C29-E800F7E1FDBD}" type="datetime1">
              <a:rPr lang="en-US" smtClean="0"/>
              <a:t>6/14/2012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725AC-9500-49AC-8DEA-C87F603BE8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08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twitter.com/#!/curtismechling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igitalbodyguard.com/" TargetMode="External"/><Relationship Id="rId2" Type="http://schemas.openxmlformats.org/officeDocument/2006/relationships/hyperlink" Target="http://1dl.us/va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dl.us/va4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ntcore.com/exsuite.ph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sharpdevelop.net/ILSpy.ashx" TargetMode="External"/><Relationship Id="rId2" Type="http://schemas.openxmlformats.org/officeDocument/2006/relationships/hyperlink" Target="http://www.reflector.net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reflectoraddins.codeplex.com/wikipage?title=CodeSearch&amp;referringTitle=Home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://reflexil.net/" TargetMode="External"/><Relationship Id="rId2" Type="http://schemas.openxmlformats.org/officeDocument/2006/relationships/hyperlink" Target="http://digitalbodyguard.com/GrayWolf.html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travisaltman.com/" TargetMode="External"/><Relationship Id="rId2" Type="http://schemas.openxmlformats.org/officeDocument/2006/relationships/hyperlink" Target="http://twitter.com/#!/curtismechling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Reverse engineering an obfuscated .Net application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Travis Altman</a:t>
            </a:r>
          </a:p>
          <a:p>
            <a:r>
              <a:rPr lang="en-US" dirty="0" smtClean="0"/>
              <a:t>RVAsec</a:t>
            </a:r>
          </a:p>
          <a:p>
            <a:r>
              <a:rPr lang="en-US" dirty="0" smtClean="0"/>
              <a:t>June 2012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0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Huge thanks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Curtis </a:t>
            </a:r>
            <a:r>
              <a:rPr lang="en-US" dirty="0" smtClean="0"/>
              <a:t>Mechling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hlinkClick r:id="rId2"/>
              </a:rPr>
              <a:t>http://twitter.com/#!/curtismechling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11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talk is for all audiences, no experience and seasoned .Net developers</a:t>
            </a:r>
          </a:p>
          <a:p>
            <a:r>
              <a:rPr lang="en-US" dirty="0" smtClean="0"/>
              <a:t>I’ll be covering basic technology behind a .Net application</a:t>
            </a:r>
          </a:p>
          <a:p>
            <a:r>
              <a:rPr lang="en-US" dirty="0" smtClean="0"/>
              <a:t>I’ll discuss simple and more complex ways to reverse an obfuscated .Net application</a:t>
            </a:r>
          </a:p>
          <a:p>
            <a:r>
              <a:rPr lang="en-US" dirty="0" smtClean="0"/>
              <a:t>Demo reversing an obfuscated .Net app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87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reverse .Net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Run the application to understand functionality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Decompile the application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Review source code and hone in on the functionality you’re trying to understand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obfuscated look for key constructs to understand functionality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Optional:  Modify app to achieve your desired functionality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6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not new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Many others before me have discussed the insecurities of .Net applications</a:t>
            </a:r>
          </a:p>
          <a:p>
            <a:r>
              <a:rPr lang="en-US" dirty="0" smtClean="0"/>
              <a:t>Mark Pearl</a:t>
            </a:r>
          </a:p>
          <a:p>
            <a:pPr lvl="1"/>
            <a:r>
              <a:rPr lang="en-US" sz="1800" dirty="0">
                <a:hlinkClick r:id="rId2"/>
              </a:rPr>
              <a:t>http://</a:t>
            </a:r>
            <a:r>
              <a:rPr lang="en-US" sz="1800" dirty="0" smtClean="0">
                <a:hlinkClick r:id="rId2"/>
              </a:rPr>
              <a:t>1dl.us/va3</a:t>
            </a:r>
            <a:endParaRPr lang="en-US" sz="1800" dirty="0" smtClean="0"/>
          </a:p>
          <a:p>
            <a:r>
              <a:rPr lang="en-US" dirty="0" smtClean="0"/>
              <a:t>Jon </a:t>
            </a:r>
            <a:r>
              <a:rPr lang="en-US" dirty="0" smtClean="0"/>
              <a:t>McCoy</a:t>
            </a:r>
          </a:p>
          <a:p>
            <a:pPr lvl="1"/>
            <a:r>
              <a:rPr lang="en-US" sz="1800" dirty="0" smtClean="0">
                <a:hlinkClick r:id="rId3"/>
              </a:rPr>
              <a:t>http://digitalbodyguard.com/</a:t>
            </a:r>
            <a:endParaRPr lang="en-US" sz="1800" dirty="0" smtClean="0"/>
          </a:p>
          <a:p>
            <a:r>
              <a:rPr lang="en-US" dirty="0" smtClean="0"/>
              <a:t>Cory Foy</a:t>
            </a:r>
          </a:p>
          <a:p>
            <a:pPr lvl="1"/>
            <a:r>
              <a:rPr lang="en-US" sz="1800" dirty="0">
                <a:hlinkClick r:id="rId4"/>
              </a:rPr>
              <a:t>http://1dl.us/va4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52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Reversing and obfuscation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exactly is reversing and obfuscation?</a:t>
            </a:r>
          </a:p>
          <a:p>
            <a:r>
              <a:rPr lang="en-US" dirty="0" smtClean="0"/>
              <a:t>Reversing example</a:t>
            </a:r>
          </a:p>
          <a:p>
            <a:pPr lvl="1"/>
            <a:r>
              <a:rPr lang="en-US" dirty="0" smtClean="0"/>
              <a:t>You’re given an EXE and tasked with determining how it performs its functionality, aka secret sauce</a:t>
            </a:r>
          </a:p>
          <a:p>
            <a:pPr lvl="1"/>
            <a:r>
              <a:rPr lang="en-US" dirty="0" smtClean="0"/>
              <a:t>Could also mean you’re trying to subvert functionality such as licensing</a:t>
            </a:r>
          </a:p>
          <a:p>
            <a:r>
              <a:rPr lang="en-US" dirty="0" smtClean="0"/>
              <a:t>Obfuscation</a:t>
            </a:r>
          </a:p>
          <a:p>
            <a:pPr lvl="1"/>
            <a:r>
              <a:rPr lang="en-US" dirty="0" smtClean="0"/>
              <a:t>Equivalent to hiding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38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.Net, it’s a framework, nuff said</a:t>
            </a:r>
          </a:p>
          <a:p>
            <a:r>
              <a:rPr lang="en-US" dirty="0" smtClean="0"/>
              <a:t>Blanket term for microsoft family of technologies</a:t>
            </a:r>
          </a:p>
          <a:p>
            <a:r>
              <a:rPr lang="en-US" dirty="0" smtClean="0"/>
              <a:t>Most people think .Net web applications but that’s not the focus of this discussion</a:t>
            </a:r>
          </a:p>
          <a:p>
            <a:r>
              <a:rPr lang="en-US" dirty="0" smtClean="0"/>
              <a:t>The focus of this talk are stand alone executables written in C sharp although the programming language doesn’t really matter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9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stand alone executable built for .Net will run inside the application virtual machine, which sometimes may be referred to as the CLR (common language runtime)</a:t>
            </a:r>
          </a:p>
          <a:p>
            <a:r>
              <a:rPr lang="en-US" dirty="0" smtClean="0"/>
              <a:t>The .Net application virtual machine is a requirement for all .Net executables</a:t>
            </a:r>
          </a:p>
          <a:p>
            <a:endParaRPr lang="en-US" dirty="0"/>
          </a:p>
        </p:txBody>
      </p:sp>
      <p:pic>
        <p:nvPicPr>
          <p:cNvPr id="1026" name="Picture 2" descr="http://eclatt.com/wpeclatt/wp-content/uploads/2011/10/SetupRequiresDotNe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800600"/>
            <a:ext cx="4457700" cy="17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7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Executables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There are two main kinds of EXE’s</a:t>
            </a:r>
          </a:p>
          <a:p>
            <a:pPr lvl="1"/>
            <a:r>
              <a:rPr lang="en-US" dirty="0" smtClean="0"/>
              <a:t>Compiled and interpreted</a:t>
            </a:r>
          </a:p>
          <a:p>
            <a:r>
              <a:rPr lang="en-US" dirty="0" smtClean="0"/>
              <a:t>Compiled applications usually require an install, e.g Next &gt; Next</a:t>
            </a:r>
          </a:p>
          <a:p>
            <a:r>
              <a:rPr lang="en-US" dirty="0" smtClean="0"/>
              <a:t>Interpreted applications require an application virtual machine</a:t>
            </a:r>
          </a:p>
          <a:p>
            <a:r>
              <a:rPr lang="en-US" dirty="0" smtClean="0"/>
              <a:t>So first you’ll have to install the application virtual machine before running the interpreted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103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Compiled executables are often built with a higher programming language, such as C++, which then gets translated to a lower level language known as assembly machine language</a:t>
            </a:r>
          </a:p>
          <a:p>
            <a:r>
              <a:rPr lang="en-US" dirty="0" smtClean="0"/>
              <a:t>Due to the nature of compiled executables they are “harder” to reverse back to original source because of different compilers, architectures, and lack of information during compilation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54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Executables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Interpreted executables, such as java and .Net, are much easier to reverse</a:t>
            </a:r>
          </a:p>
          <a:p>
            <a:r>
              <a:rPr lang="en-US" dirty="0" smtClean="0"/>
              <a:t>The interpreted compilation (JIT) process is more structured and retains more information about the executable</a:t>
            </a:r>
          </a:p>
          <a:p>
            <a:r>
              <a:rPr lang="en-US" dirty="0" smtClean="0"/>
              <a:t>Because of this it’s trivial to get original source code from executable</a:t>
            </a:r>
          </a:p>
          <a:p>
            <a:r>
              <a:rPr lang="en-US" dirty="0" smtClean="0"/>
              <a:t>I repeat, getting source code is trivial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530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Obfuscation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Because it’s trivial to get source code from a .Net application developers will use obfuscation to hide a majority of their source code</a:t>
            </a:r>
          </a:p>
          <a:p>
            <a:r>
              <a:rPr lang="en-US" dirty="0" smtClean="0"/>
              <a:t>There are a number of tools that will obfuscate your .Net application</a:t>
            </a:r>
          </a:p>
          <a:p>
            <a:r>
              <a:rPr lang="en-US" dirty="0" smtClean="0"/>
              <a:t>Most obfuscators will hide things such as variable and class names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73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Determine type executable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a number of ways to determine the type of executable you’re dealing with</a:t>
            </a:r>
          </a:p>
          <a:p>
            <a:r>
              <a:rPr lang="en-US" dirty="0" smtClean="0"/>
              <a:t>The tool I like the best is CFF explorer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www.ntcore.com/exsuite.php</a:t>
            </a:r>
            <a:endParaRPr lang="en-US" dirty="0" smtClean="0"/>
          </a:p>
          <a:p>
            <a:r>
              <a:rPr lang="en-US" dirty="0" smtClean="0"/>
              <a:t>Once installed you can simply right click on the executable to view the information via CFF explorer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647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Firefox with CFF explorer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http://travisaltman.com/wp-content/rightClickFirefo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447800"/>
            <a:ext cx="7140037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85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Firefox with CFF explorer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http://travisaltman.com/wp-content/outputCFFfirefo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57400"/>
            <a:ext cx="8383674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87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GuessPassword.exe in CFF explorer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GuessPassword.exe is a simple .Net application I wrote to check a password</a:t>
            </a:r>
          </a:p>
          <a:p>
            <a:r>
              <a:rPr lang="en-US" dirty="0" smtClean="0"/>
              <a:t>We’ll continue to use GuessPassword.exe</a:t>
            </a:r>
            <a:endParaRPr lang="en-US" dirty="0"/>
          </a:p>
        </p:txBody>
      </p:sp>
      <p:pic>
        <p:nvPicPr>
          <p:cNvPr id="3074" name="Picture 2" descr="http://travisaltman.com/wp-content/guessPasswordCFFoutp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33800"/>
            <a:ext cx="8264769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58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step &gt; decompile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Now you’ve identified the executable was built using .Net</a:t>
            </a:r>
          </a:p>
          <a:p>
            <a:r>
              <a:rPr lang="en-US" dirty="0" smtClean="0"/>
              <a:t>Next step is to decompile</a:t>
            </a:r>
          </a:p>
          <a:p>
            <a:r>
              <a:rPr lang="en-US" dirty="0" smtClean="0"/>
              <a:t>There are two tools that I like to use to decompile</a:t>
            </a:r>
          </a:p>
          <a:p>
            <a:r>
              <a:rPr lang="en-US" dirty="0" smtClean="0"/>
              <a:t>Reflector</a:t>
            </a:r>
          </a:p>
          <a:p>
            <a:pPr lvl="1"/>
            <a:r>
              <a:rPr lang="en-US" dirty="0" smtClean="0">
                <a:hlinkClick r:id="rId2"/>
              </a:rPr>
              <a:t>www.reflector.net</a:t>
            </a:r>
            <a:r>
              <a:rPr lang="en-US" dirty="0" smtClean="0"/>
              <a:t> (paid)</a:t>
            </a:r>
          </a:p>
          <a:p>
            <a:r>
              <a:rPr lang="en-US" dirty="0" smtClean="0"/>
              <a:t>ILSpy</a:t>
            </a:r>
          </a:p>
          <a:p>
            <a:pPr lvl="1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wiki.sharpdevelop.net/ILSpy.ashx</a:t>
            </a:r>
            <a:r>
              <a:rPr lang="en-US" dirty="0" smtClean="0"/>
              <a:t> (free)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48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ILSpy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http://travisaltman.com/wp-content/guessPassInILSpy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219200"/>
            <a:ext cx="7086600" cy="5497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19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Reflector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25549"/>
            <a:ext cx="6934200" cy="5159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4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Decompilation tips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Only analyze your exe tree and ignore dependencies that get pulled in</a:t>
            </a:r>
            <a:endParaRPr lang="en-US" dirty="0"/>
          </a:p>
        </p:txBody>
      </p:sp>
      <p:pic>
        <p:nvPicPr>
          <p:cNvPr id="5122" name="Picture 2" descr="http://travisaltman.com/wp-content/igno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352800"/>
            <a:ext cx="8681926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49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Decompilation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Only focus on the “real” code</a:t>
            </a:r>
          </a:p>
          <a:p>
            <a:r>
              <a:rPr lang="en-US" dirty="0" smtClean="0"/>
              <a:t>Real code located in pink bricks</a:t>
            </a:r>
            <a:endParaRPr lang="en-US" dirty="0"/>
          </a:p>
        </p:txBody>
      </p:sp>
      <p:pic>
        <p:nvPicPr>
          <p:cNvPr id="2050" name="Picture 2" descr="http://travisaltman.com/wp-content/pinkBrick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895600"/>
            <a:ext cx="4419600" cy="379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577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SafeAsHouses.exe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Let’s take a look at a real life example</a:t>
            </a:r>
          </a:p>
          <a:p>
            <a:r>
              <a:rPr lang="en-US" dirty="0" smtClean="0"/>
              <a:t>SafeAsHouses.exe can be downloaded from from either download.com or softpedia.com</a:t>
            </a:r>
          </a:p>
          <a:p>
            <a:r>
              <a:rPr lang="en-US" dirty="0" smtClean="0"/>
              <a:t>SafeAsHouses is a password keeper, it’s designed to keep all your passwords safe in one location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4495800"/>
            <a:ext cx="5339443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98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/>
              <a:t>SafeAsHouses in ILSpy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http://travisaltman.com/wp-content/mainDifferenc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295400"/>
            <a:ext cx="5257800" cy="5465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23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SafeAsHouses in ILSpy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soon as we open SafeAsHouses.exe in ILSpy we see signs of obfuscation</a:t>
            </a:r>
          </a:p>
          <a:p>
            <a:r>
              <a:rPr lang="en-US" dirty="0" smtClean="0"/>
              <a:t>In the GuessPassword example we see the class names are clearly visible</a:t>
            </a:r>
          </a:p>
          <a:p>
            <a:r>
              <a:rPr lang="en-US" dirty="0" smtClean="0"/>
              <a:t>SafeAsHouses masks this information to make it harder to understand the underlying functionality of the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84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GuessPassword vs SafeAsHouses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Next let’s compare GuessPassword and SafeAsHouses in ILSpy</a:t>
            </a:r>
          </a:p>
          <a:p>
            <a:r>
              <a:rPr lang="en-US" dirty="0" smtClean="0"/>
              <a:t>First GuessPassword</a:t>
            </a:r>
            <a:endParaRPr lang="en-US" dirty="0"/>
          </a:p>
        </p:txBody>
      </p:sp>
      <p:pic>
        <p:nvPicPr>
          <p:cNvPr id="5122" name="Picture 2" descr="http://travisaltman.com/wp-content/firstClassGues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3733800"/>
            <a:ext cx="881281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8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GuessPassword vs SafeAsHouses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SafeAsHouses</a:t>
            </a:r>
            <a:endParaRPr lang="en-US" dirty="0"/>
          </a:p>
        </p:txBody>
      </p:sp>
      <p:pic>
        <p:nvPicPr>
          <p:cNvPr id="6146" name="Picture 2" descr="http://travisaltman.com/wp-content/firstClassSafe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02933"/>
            <a:ext cx="70104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97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obfuscation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we see more signs of obfuscation</a:t>
            </a:r>
          </a:p>
          <a:p>
            <a:r>
              <a:rPr lang="en-US" dirty="0" smtClean="0"/>
              <a:t>In GuessPassword we see how things should look, we clearly get to see class names in the application</a:t>
            </a:r>
          </a:p>
          <a:p>
            <a:r>
              <a:rPr lang="en-US" dirty="0" smtClean="0"/>
              <a:t>In SafeAsHouses however things are hidden</a:t>
            </a:r>
          </a:p>
          <a:p>
            <a:r>
              <a:rPr lang="en-US" dirty="0" smtClean="0"/>
              <a:t>Instead of class names all we see are these grey boxes such as “STX”, “ETX”,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STX, ETX, </a:t>
            </a:r>
            <a:r>
              <a:rPr lang="en-US" dirty="0" err="1" smtClean="0"/>
              <a:t>etc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41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the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Typically you would run the application first to get an idea of the functionality but wanted to show the obfuscation first</a:t>
            </a:r>
          </a:p>
          <a:p>
            <a:r>
              <a:rPr lang="en-US" dirty="0" smtClean="0"/>
              <a:t>Run the application</a:t>
            </a:r>
            <a:endParaRPr lang="en-US" dirty="0"/>
          </a:p>
        </p:txBody>
      </p:sp>
      <p:pic>
        <p:nvPicPr>
          <p:cNvPr id="7170" name="Picture 2" descr="http://travisaltman.com/wp-content/loginSafeAsHous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962400"/>
            <a:ext cx="6038718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44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the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we authenticate with the correct password we are granted access to the application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Incorrect password we get denied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95600"/>
            <a:ext cx="8077200" cy="1220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 descr="http://travisaltman.com/wp-content/safeHousePasswordIncorrec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572000"/>
            <a:ext cx="2209800" cy="202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41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Items of interest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application asks for input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Incorrect password presents a pop up stating “Password incorrect”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application exits after you click OK when your password is incorrect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Successful authentication brings up another window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62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Items of interest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main idea is to take certain areas of interest inside the application and find that functionality</a:t>
            </a:r>
          </a:p>
          <a:p>
            <a:r>
              <a:rPr lang="en-US" dirty="0" smtClean="0"/>
              <a:t>Even if the application is obfuscated hopefully identifying an item of interest will lead us to the code we want to reverse</a:t>
            </a:r>
          </a:p>
          <a:p>
            <a:r>
              <a:rPr lang="en-US" dirty="0" smtClean="0"/>
              <a:t>I’ve highlighted four items of interest but you could easily focus on other areas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0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Searching for items of interest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that we’ve done some recon and understand the type of functionality we want to go after we need to search for that</a:t>
            </a:r>
          </a:p>
          <a:p>
            <a:r>
              <a:rPr lang="en-US" dirty="0" smtClean="0"/>
              <a:t>There are a number of ways to search for items of interest but I’ll highlight two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Decompile all code into one text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Use the Reflector plugin “Code search”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1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Decompile code into 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 descr="http://travisaltman.com/wp-content/selectProgr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71133"/>
            <a:ext cx="7993566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108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Decompile code into text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Next choose File &gt; Save Code</a:t>
            </a:r>
          </a:p>
          <a:p>
            <a:endParaRPr lang="en-US" dirty="0"/>
          </a:p>
        </p:txBody>
      </p:sp>
      <p:pic>
        <p:nvPicPr>
          <p:cNvPr id="10242" name="Picture 2" descr="http://travisaltman.com/wp-content/saveC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362200"/>
            <a:ext cx="4191000" cy="3872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49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Decompile code into 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Then save the file as a “C# single file”</a:t>
            </a:r>
            <a:endParaRPr lang="en-US" dirty="0"/>
          </a:p>
        </p:txBody>
      </p:sp>
      <p:sp>
        <p:nvSpPr>
          <p:cNvPr id="4" name="AutoShape 2" descr="http://travisaltman.com/wp-content/singleFile.png"/>
          <p:cNvSpPr>
            <a:spLocks noChangeAspect="1" noChangeArrowheads="1"/>
          </p:cNvSpPr>
          <p:nvPr/>
        </p:nvSpPr>
        <p:spPr bwMode="auto">
          <a:xfrm>
            <a:off x="63500" y="-136525"/>
            <a:ext cx="5324475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11268" name="Picture 4" descr="http://travisaltman.com/wp-content/singleFil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362200"/>
            <a:ext cx="5324475" cy="413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05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Decompile code into text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this point you can use your favorite text editor to search through the decompiled code</a:t>
            </a:r>
          </a:p>
          <a:p>
            <a:r>
              <a:rPr lang="en-US" dirty="0" smtClean="0"/>
              <a:t>Disadvantage is that searching through a flat file doesn’t present a lot of context</a:t>
            </a:r>
          </a:p>
          <a:p>
            <a:r>
              <a:rPr lang="en-US" dirty="0" smtClean="0"/>
              <a:t>On the other hand it’s always handy to have a raw dump and the ability to save for historical purposes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9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Reflector code search plugin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Reflector’s code search plugin is very convenient in that you don’t have to leave the reflector tool</a:t>
            </a:r>
          </a:p>
          <a:p>
            <a:r>
              <a:rPr lang="en-US" dirty="0" smtClean="0"/>
              <a:t>With the code search plugin you also don’t loose the context with where code functionality is located</a:t>
            </a:r>
          </a:p>
          <a:p>
            <a:r>
              <a:rPr lang="en-US" dirty="0" smtClean="0"/>
              <a:t>Using code search we’ll search for all four items of interest</a:t>
            </a:r>
          </a:p>
          <a:p>
            <a:r>
              <a:rPr lang="en-US" sz="3000" dirty="0">
                <a:hlinkClick r:id="rId2"/>
              </a:rPr>
              <a:t>http://reflectoraddins.codeplex.com/wikipage?title=CodeSearch&amp;referringTitle=Home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03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Items of interest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application asks for input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Incorrect password presents a pop up stating “Password incorrect”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The application exits after you click OK when your password is incorrect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Successful authentication brings up another window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73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asks for input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popular way of taking form input in a .Net application is through the text box class where the convention is “this.textBox1.Text”</a:t>
            </a:r>
          </a:p>
          <a:p>
            <a:r>
              <a:rPr lang="en-US" dirty="0" smtClean="0"/>
              <a:t>Here textBox1 is a variable name</a:t>
            </a:r>
          </a:p>
          <a:p>
            <a:r>
              <a:rPr lang="en-US" dirty="0" smtClean="0"/>
              <a:t>Most obfuscators will hide the variable name with something like “this.STX.Text”</a:t>
            </a:r>
          </a:p>
          <a:p>
            <a:r>
              <a:rPr lang="en-US" dirty="0" smtClean="0"/>
              <a:t>So better to search for “this.*.Text” inside the code search reflector plugin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02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asks for input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Searching for this.*.Text revealed numerous hits, probably best to keep searching for different terms, you might also want to search for just *.Text</a:t>
            </a: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19200"/>
            <a:ext cx="43434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98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Pop up message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pop up box is typically done with the “MessageBox.Show” method</a:t>
            </a:r>
          </a:p>
          <a:p>
            <a:r>
              <a:rPr lang="en-US" dirty="0" smtClean="0"/>
              <a:t>Two arguments can be given to this method, window title and window message</a:t>
            </a:r>
          </a:p>
          <a:p>
            <a:r>
              <a:rPr lang="en-US" dirty="0" smtClean="0"/>
              <a:t>MessageBox.Show(“title”, “message”)</a:t>
            </a:r>
          </a:p>
          <a:p>
            <a:r>
              <a:rPr lang="en-US" dirty="0" smtClean="0"/>
              <a:t>Use code search to see how many message boxes are in the application, the idea is to hopefully pinpoint this functionality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40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up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So quite a few hits on MessageBox.Show, let’s continue searching for other constructs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95400"/>
            <a:ext cx="4572000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70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up message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pop up message states “Password incorrect”</a:t>
            </a:r>
          </a:p>
          <a:p>
            <a:r>
              <a:rPr lang="en-US" dirty="0" smtClean="0"/>
              <a:t>We should search the code for strings like this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No dice, the phrase “Password incorrect” must be obfuscated</a:t>
            </a:r>
            <a:endParaRPr lang="en-US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276600"/>
            <a:ext cx="4628662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36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 closes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enter an incorrect password you’ll get a pop up, after clicking OK the application will close</a:t>
            </a:r>
          </a:p>
          <a:p>
            <a:r>
              <a:rPr lang="en-US" dirty="0" smtClean="0"/>
              <a:t>.Net can handle this in a couple of ways, with Application.Exit and Environment.Exit</a:t>
            </a:r>
          </a:p>
          <a:p>
            <a:r>
              <a:rPr lang="en-US" dirty="0" smtClean="0"/>
              <a:t>Let’s search for these terms as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407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closes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Less results which means which means less manual reviewing of code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95400"/>
            <a:ext cx="5562600" cy="32274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18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Successful authentication opens another window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Probably the most popular way to show one window then hide another is to use the window.Show() and window.Hide() methods</a:t>
            </a:r>
          </a:p>
          <a:p>
            <a:r>
              <a:rPr lang="en-US" dirty="0" smtClean="0"/>
              <a:t>They are used in tandom</a:t>
            </a:r>
          </a:p>
          <a:p>
            <a:r>
              <a:rPr lang="en-US" dirty="0" smtClean="0"/>
              <a:t>Even though they are commonly used in tandom it’s a good idea to search for both terms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79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Successful authentication opens another window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Only three hits, we’re money</a:t>
            </a:r>
            <a:endParaRPr lang="en-US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67" y="1752599"/>
            <a:ext cx="7010400" cy="3184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86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Code search plugin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Using this plugin we were able to narrow down to only three locations where our authentication functionality is most likely hiding</a:t>
            </a:r>
          </a:p>
          <a:p>
            <a:r>
              <a:rPr lang="en-US" dirty="0" smtClean="0"/>
              <a:t>Click on each result to view the obfuscated code</a:t>
            </a:r>
          </a:p>
          <a:p>
            <a:r>
              <a:rPr lang="en-US" dirty="0" smtClean="0"/>
              <a:t>Look for the other constructs, Environment.Exit, this.*.Text,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Code search is case sensitive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610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First hit, found the functionality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371600"/>
            <a:ext cx="5257800" cy="5243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41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Same code in ILSpy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http://travisaltman.com/wp-content/ILSpyOutput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12333"/>
            <a:ext cx="7850182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53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Explanation of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Line 6: developer is assigning variable “a” to whatever you type into the text box</a:t>
            </a:r>
          </a:p>
          <a:p>
            <a:r>
              <a:rPr lang="en-US" dirty="0" smtClean="0"/>
              <a:t>Line 7: if statement comparing password values</a:t>
            </a:r>
          </a:p>
          <a:p>
            <a:r>
              <a:rPr lang="en-US" dirty="0" smtClean="0"/>
              <a:t>Line 17: if password is correct base.Hide will hide the login box</a:t>
            </a:r>
          </a:p>
          <a:p>
            <a:r>
              <a:rPr lang="en-US" dirty="0" smtClean="0"/>
              <a:t>Line 18: will show the main window</a:t>
            </a:r>
          </a:p>
          <a:p>
            <a:r>
              <a:rPr lang="en-US" dirty="0" smtClean="0"/>
              <a:t>Line 22: message box that tells you your password is incorrect</a:t>
            </a:r>
          </a:p>
          <a:p>
            <a:r>
              <a:rPr lang="en-US" dirty="0" smtClean="0"/>
              <a:t>Line 23: closes the application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58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Subverting authentication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Now that we’ve found the code that performs the authentication we want to subvert that functionality to gain access without knowing the password</a:t>
            </a:r>
          </a:p>
          <a:p>
            <a:r>
              <a:rPr lang="en-US" dirty="0" smtClean="0"/>
              <a:t>There are two tools that will allow us modify the executables</a:t>
            </a:r>
          </a:p>
          <a:p>
            <a:r>
              <a:rPr lang="en-US" dirty="0" smtClean="0"/>
              <a:t>Graywolf </a:t>
            </a:r>
          </a:p>
          <a:p>
            <a:pPr lvl="1"/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digitalbodyguard.com/GrayWolf.html</a:t>
            </a:r>
            <a:endParaRPr lang="en-US" dirty="0" smtClean="0"/>
          </a:p>
          <a:p>
            <a:r>
              <a:rPr lang="en-US" dirty="0" smtClean="0"/>
              <a:t>Reflexil</a:t>
            </a:r>
          </a:p>
          <a:p>
            <a:pPr lvl="1"/>
            <a:r>
              <a:rPr lang="en-US" dirty="0">
                <a:hlinkClick r:id="rId3"/>
              </a:rPr>
              <a:t>http://reflexil.net/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1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Reflexil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http://travisaltman.com/wp-content/reflexi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371600"/>
            <a:ext cx="6553200" cy="4982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60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Reflexil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bottom half of the previous screen shot shows the reflexil plugin to reflector</a:t>
            </a:r>
          </a:p>
          <a:p>
            <a:r>
              <a:rPr lang="en-US" dirty="0" smtClean="0"/>
              <a:t>With reflexil we can edit the executable</a:t>
            </a:r>
          </a:p>
          <a:p>
            <a:r>
              <a:rPr lang="en-US" dirty="0" smtClean="0"/>
              <a:t>We’ll be editing content in the “Instructions” tab within reflexil</a:t>
            </a:r>
          </a:p>
          <a:p>
            <a:r>
              <a:rPr lang="en-US" dirty="0" smtClean="0"/>
              <a:t>These instructions are referred to as CIL (common intermediate language)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01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Lower level language used by the .Net application virtual machine</a:t>
            </a:r>
          </a:p>
          <a:p>
            <a:r>
              <a:rPr lang="en-US" dirty="0" smtClean="0"/>
              <a:t>So your higher level programming, such as C#, gets converted to CIL (sometimes called IL)</a:t>
            </a:r>
          </a:p>
          <a:p>
            <a:r>
              <a:rPr lang="en-US" dirty="0" smtClean="0"/>
              <a:t>The CIL instructions will then be JIT compiled into native machine code at run time</a:t>
            </a:r>
          </a:p>
          <a:p>
            <a:r>
              <a:rPr lang="en-US" dirty="0" smtClean="0"/>
              <a:t>Opcodes are at the heart of CIL and tell the application what to do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5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that important to understand all the technical details behind CIL</a:t>
            </a:r>
          </a:p>
          <a:p>
            <a:r>
              <a:rPr lang="en-US" dirty="0" smtClean="0"/>
              <a:t>On lines 01, 02, and 03 we can see these three lines are more than likely responsible for getting input from user via a text box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543424"/>
            <a:ext cx="7807506" cy="12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8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Modifying CIL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Looking through the code and CIL we see an interesting instruction on line 07</a:t>
            </a:r>
          </a:p>
          <a:p>
            <a:r>
              <a:rPr lang="en-US" dirty="0" smtClean="0"/>
              <a:t>The operand to the instruction is “op_Equality” that compares passwords</a:t>
            </a:r>
          </a:p>
          <a:p>
            <a:r>
              <a:rPr lang="en-US" dirty="0" smtClean="0"/>
              <a:t>The next opcode instruction on line 08 is “brfalse”</a:t>
            </a:r>
          </a:p>
          <a:p>
            <a:r>
              <a:rPr lang="en-US" dirty="0" smtClean="0"/>
              <a:t>Stands for branch if false, so it’s the if statement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28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You’ll also notice the operand for the opcode on line 08 is “-&gt;(36)”</a:t>
            </a:r>
          </a:p>
          <a:p>
            <a:r>
              <a:rPr lang="en-US" dirty="0" smtClean="0"/>
              <a:t>This means branch to line 36 if the password doesn’t match</a:t>
            </a:r>
          </a:p>
          <a:p>
            <a:r>
              <a:rPr lang="en-US" dirty="0" smtClean="0"/>
              <a:t>This branches all the way down to the message box functionality</a:t>
            </a:r>
          </a:p>
          <a:p>
            <a:r>
              <a:rPr lang="en-US" dirty="0" smtClean="0"/>
              <a:t>To break this functionality we can change the brfalse opcode to the opposite which is brtrue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92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on opcode and choose edit</a:t>
            </a:r>
            <a:endParaRPr lang="en-US" dirty="0"/>
          </a:p>
        </p:txBody>
      </p:sp>
      <p:pic>
        <p:nvPicPr>
          <p:cNvPr id="4098" name="Picture 2" descr="http://travisaltman.com/wp-content/rightClickReflexil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8493773" cy="217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248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Next change to brtrue then click update</a:t>
            </a:r>
            <a:endParaRPr lang="en-US" dirty="0"/>
          </a:p>
        </p:txBody>
      </p:sp>
      <p:pic>
        <p:nvPicPr>
          <p:cNvPr id="5122" name="Picture 2" descr="http://travisaltman.com/wp-content/reflexilWindo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819400"/>
            <a:ext cx="8503018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29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Next right click on root tree and save</a:t>
            </a:r>
            <a:endParaRPr lang="en-US" dirty="0"/>
          </a:p>
        </p:txBody>
      </p:sp>
      <p:pic>
        <p:nvPicPr>
          <p:cNvPr id="6146" name="Picture 2" descr="http://travisaltman.com/wp-content/saveModifi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200275"/>
            <a:ext cx="4505325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1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Patched executable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Now you’ve successfully patched a .Net executable</a:t>
            </a:r>
          </a:p>
          <a:p>
            <a:r>
              <a:rPr lang="en-US" dirty="0" smtClean="0"/>
              <a:t>If we run this we can provide the incorrect password and successfully authenticate but if we provide the correct password the application will close</a:t>
            </a:r>
          </a:p>
          <a:p>
            <a:r>
              <a:rPr lang="en-US" dirty="0" smtClean="0"/>
              <a:t>We don’t have to stop there we can delete chunks of code to remove that functionality as well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525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Deleting code 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170" name="Picture 2" descr="http://travisaltman.com/wp-content/deleteC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219200"/>
            <a:ext cx="7766154" cy="5322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49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code 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Delete lines 1-28</a:t>
            </a:r>
          </a:p>
          <a:p>
            <a:r>
              <a:rPr lang="en-US" dirty="0" smtClean="0"/>
              <a:t>Save the patched application</a:t>
            </a:r>
          </a:p>
          <a:p>
            <a:r>
              <a:rPr lang="en-US" dirty="0" smtClean="0"/>
              <a:t>Run it again and now it won’t matter what password you type in because we’ve deleted that entire if statement that checks for the password</a:t>
            </a:r>
          </a:p>
          <a:p>
            <a:r>
              <a:rPr lang="en-US" dirty="0" smtClean="0"/>
              <a:t>Next open the patched application in reflector to see if the code block was deleted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06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Missing code block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194" name="Picture 2" descr="http://travisaltman.com/wp-content/patchedCo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7" y="1828800"/>
            <a:ext cx="8610600" cy="3708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9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Great success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We’ve successfully modified the application to subvert authentication</a:t>
            </a:r>
          </a:p>
          <a:p>
            <a:r>
              <a:rPr lang="en-US" dirty="0" smtClean="0"/>
              <a:t>If we had obtained this executable from another user then we would have all their passwords</a:t>
            </a:r>
          </a:p>
          <a:p>
            <a:r>
              <a:rPr lang="en-US" dirty="0" smtClean="0"/>
              <a:t>Hopefully you see how easy it is to control and modify .Net applications to your heart’s content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6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Easier reversing via deobfuscation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is a slightly easier way to go about reversing an obfuscated .Net application</a:t>
            </a:r>
          </a:p>
          <a:p>
            <a:r>
              <a:rPr lang="en-US" dirty="0" smtClean="0"/>
              <a:t>If we can deobfuscate the obfuscated code then we’ll have a much easier time understanding the functionality of the application</a:t>
            </a:r>
          </a:p>
          <a:p>
            <a:r>
              <a:rPr lang="en-US" dirty="0" smtClean="0"/>
              <a:t>Luckily reflexil can deobfuscate many obfuscation tools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3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Reflexil deobfuscation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click &gt; Reflexil &gt; Obfuscator search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091267"/>
            <a:ext cx="5048250" cy="451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66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Reflexil deobfuscation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Next reflexil will try to determine the type of obfuscation used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Here it successfully determined it was obfuscated with Eazfuscator.NET 3.2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819400"/>
            <a:ext cx="7555624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15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Reflexil deobfuscation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Next you save the executable, you can stick with the default *.Cleaned extension so you don’t accidentally write over the original exe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Next open your saved SafeAsHouses.Cleaned in reflector to view deobfuscated code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799" y="3124200"/>
            <a:ext cx="6391275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4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Deobfuscated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72593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5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Deobfuscated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 reflexil actually does a nice job on getting us better source code</a:t>
            </a:r>
          </a:p>
          <a:p>
            <a:r>
              <a:rPr lang="en-US" dirty="0" smtClean="0"/>
              <a:t>It may not retrieve original variables or class names but it will at least name them var1, var2, etc to give better meaning</a:t>
            </a:r>
          </a:p>
          <a:p>
            <a:r>
              <a:rPr lang="en-US" dirty="0" smtClean="0"/>
              <a:t>In this case it actually revealed the pop up message of “Password incorrect” to whereas before that was obfuscated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42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to reverse .Net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Run the application to understand functionality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Decompile the application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Review source code and hone in on the functionality you’re trying to understand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obfuscated look for key constructs to understand functionality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Optional:  Modify app to achieve your desired functionality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79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Wrapping 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standalone .Net executable will more than likely be very easy to decompile to get original source code</a:t>
            </a:r>
          </a:p>
          <a:p>
            <a:r>
              <a:rPr lang="en-US" dirty="0" smtClean="0"/>
              <a:t>Obfuscation techniques only make it a little bit harder to figure out the original source code</a:t>
            </a:r>
          </a:p>
          <a:p>
            <a:r>
              <a:rPr lang="en-US" dirty="0" smtClean="0"/>
              <a:t>If you want to save your intellectual property then don’t write the software that utilizes the .Net framework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52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Questions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>
                <a:hlinkClick r:id="rId2"/>
              </a:rPr>
              <a:t>http://twitter.com/#!/</a:t>
            </a:r>
            <a:r>
              <a:rPr lang="en-US" dirty="0" smtClean="0">
                <a:hlinkClick r:id="rId2"/>
              </a:rPr>
              <a:t>curtismechling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hlinkClick r:id="rId3"/>
              </a:rPr>
              <a:t>http://travisaltman.com</a:t>
            </a:r>
            <a:endParaRPr lang="en-US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725AC-9500-49AC-8DEA-C87F603BE861}" type="slidenum">
              <a:rPr lang="en-US" smtClean="0"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44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12449</TotalTime>
  <Words>2462</Words>
  <Application>Microsoft Office PowerPoint</Application>
  <PresentationFormat>On-screen Show (4:3)</PresentationFormat>
  <Paragraphs>377</Paragraphs>
  <Slides>75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6" baseType="lpstr">
      <vt:lpstr>Office Theme</vt:lpstr>
      <vt:lpstr>Reverse engineering an obfuscated .Net application</vt:lpstr>
      <vt:lpstr>Huge thanks  Curtis Mechling  http://twitter.com/#!/curtismechling</vt:lpstr>
      <vt:lpstr>Outline</vt:lpstr>
      <vt:lpstr>Steps to reverse .Net app</vt:lpstr>
      <vt:lpstr>Topic not new</vt:lpstr>
      <vt:lpstr>Reversing and obfuscation</vt:lpstr>
      <vt:lpstr>.Net basics</vt:lpstr>
      <vt:lpstr>.Net basics</vt:lpstr>
      <vt:lpstr>Executables</vt:lpstr>
      <vt:lpstr>Executables</vt:lpstr>
      <vt:lpstr>Executables</vt:lpstr>
      <vt:lpstr>Obfuscation</vt:lpstr>
      <vt:lpstr>Determine type executable</vt:lpstr>
      <vt:lpstr>Firefox with CFF explorer</vt:lpstr>
      <vt:lpstr>Firefox with CFF explorer</vt:lpstr>
      <vt:lpstr>GuessPassword.exe in CFF explorer</vt:lpstr>
      <vt:lpstr>Next step &gt; decompile</vt:lpstr>
      <vt:lpstr>ILSpy</vt:lpstr>
      <vt:lpstr>Reflector</vt:lpstr>
      <vt:lpstr>Decompilation tips</vt:lpstr>
      <vt:lpstr>Decompilation tips</vt:lpstr>
      <vt:lpstr>SafeAsHouses.exe</vt:lpstr>
      <vt:lpstr>SafeAsHouses in ILSpy</vt:lpstr>
      <vt:lpstr>SafeAsHouses in ILSpy</vt:lpstr>
      <vt:lpstr>GuessPassword vs SafeAsHouses</vt:lpstr>
      <vt:lpstr>GuessPassword vs SafeAsHouses</vt:lpstr>
      <vt:lpstr>More obfuscation</vt:lpstr>
      <vt:lpstr>Understanding the app</vt:lpstr>
      <vt:lpstr>Understanding the app</vt:lpstr>
      <vt:lpstr>Items of interest</vt:lpstr>
      <vt:lpstr>Items of interest</vt:lpstr>
      <vt:lpstr>Searching for items of interest</vt:lpstr>
      <vt:lpstr>Decompile code into text file</vt:lpstr>
      <vt:lpstr>Decompile code into text file</vt:lpstr>
      <vt:lpstr>Decompile code into text file</vt:lpstr>
      <vt:lpstr>Decompile code into text file</vt:lpstr>
      <vt:lpstr>Reflector code search plugin</vt:lpstr>
      <vt:lpstr>Items of interest</vt:lpstr>
      <vt:lpstr>Application asks for input</vt:lpstr>
      <vt:lpstr>Application asks for input</vt:lpstr>
      <vt:lpstr>Pop up message</vt:lpstr>
      <vt:lpstr>Pop up message</vt:lpstr>
      <vt:lpstr>Pop up message</vt:lpstr>
      <vt:lpstr>Application closes</vt:lpstr>
      <vt:lpstr>Application closes</vt:lpstr>
      <vt:lpstr>Successful authentication opens another window</vt:lpstr>
      <vt:lpstr>Successful authentication opens another window</vt:lpstr>
      <vt:lpstr>Code search plugin</vt:lpstr>
      <vt:lpstr>First hit, found the functionality</vt:lpstr>
      <vt:lpstr>Same code in ILSpy</vt:lpstr>
      <vt:lpstr>Explanation of code</vt:lpstr>
      <vt:lpstr>Subverting authentication</vt:lpstr>
      <vt:lpstr>Reflexil</vt:lpstr>
      <vt:lpstr>Reflexil</vt:lpstr>
      <vt:lpstr>CIL</vt:lpstr>
      <vt:lpstr>CIL</vt:lpstr>
      <vt:lpstr>Modifying CIL</vt:lpstr>
      <vt:lpstr>Modifying CIL</vt:lpstr>
      <vt:lpstr>Modifying CIL</vt:lpstr>
      <vt:lpstr>Modifying CIL</vt:lpstr>
      <vt:lpstr>Modifying CIL</vt:lpstr>
      <vt:lpstr>Patched executable</vt:lpstr>
      <vt:lpstr>Deleting code blocks</vt:lpstr>
      <vt:lpstr>Delete code blocks</vt:lpstr>
      <vt:lpstr>Missing code block</vt:lpstr>
      <vt:lpstr>Great success</vt:lpstr>
      <vt:lpstr>Easier reversing via deobfuscation</vt:lpstr>
      <vt:lpstr>Reflexil deobfuscation</vt:lpstr>
      <vt:lpstr>Reflexil deobfuscation</vt:lpstr>
      <vt:lpstr>Reflexil deobfuscation</vt:lpstr>
      <vt:lpstr>Deobfuscated code</vt:lpstr>
      <vt:lpstr>Deobfuscated code</vt:lpstr>
      <vt:lpstr>Steps to reverse .Net app</vt:lpstr>
      <vt:lpstr>Wrapping up</vt:lpstr>
      <vt:lpstr>Questions  http://twitter.com/#!/curtismechling  http://travisaltman.com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Reverse engineer an obfuscated .Net application</dc:title>
  <dc:creator>Windows User</dc:creator>
  <cp:lastModifiedBy>Windows User</cp:lastModifiedBy>
  <cp:revision>117</cp:revision>
  <dcterms:created xsi:type="dcterms:W3CDTF">2012-06-07T12:41:12Z</dcterms:created>
  <dcterms:modified xsi:type="dcterms:W3CDTF">2012-06-16T03:57:54Z</dcterms:modified>
</cp:coreProperties>
</file>