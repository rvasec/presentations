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gif" ContentType="image/gif"/>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theme/themeOverride1.xml" ContentType="application/vnd.openxmlformats-officedocument.themeOverr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strictFirstAndLastChars="0" saveSubsetFonts="1">
  <p:sldMasterIdLst>
    <p:sldMasterId id="2147483648" r:id="rId1"/>
    <p:sldMasterId id="2147483649" r:id="rId2"/>
  </p:sldMasterIdLst>
  <p:notesMasterIdLst>
    <p:notesMasterId r:id="rId60"/>
  </p:notesMasterIdLst>
  <p:sldIdLst>
    <p:sldId id="256" r:id="rId3"/>
    <p:sldId id="346" r:id="rId4"/>
    <p:sldId id="322" r:id="rId5"/>
    <p:sldId id="347" r:id="rId6"/>
    <p:sldId id="258" r:id="rId7"/>
    <p:sldId id="327" r:id="rId8"/>
    <p:sldId id="259" r:id="rId9"/>
    <p:sldId id="348" r:id="rId10"/>
    <p:sldId id="260" r:id="rId11"/>
    <p:sldId id="338" r:id="rId12"/>
    <p:sldId id="262" r:id="rId13"/>
    <p:sldId id="344" r:id="rId14"/>
    <p:sldId id="297" r:id="rId15"/>
    <p:sldId id="375" r:id="rId16"/>
    <p:sldId id="374" r:id="rId17"/>
    <p:sldId id="263" r:id="rId18"/>
    <p:sldId id="298" r:id="rId19"/>
    <p:sldId id="360" r:id="rId20"/>
    <p:sldId id="299" r:id="rId21"/>
    <p:sldId id="349" r:id="rId22"/>
    <p:sldId id="350" r:id="rId23"/>
    <p:sldId id="351" r:id="rId24"/>
    <p:sldId id="352" r:id="rId25"/>
    <p:sldId id="353" r:id="rId26"/>
    <p:sldId id="354" r:id="rId27"/>
    <p:sldId id="355" r:id="rId28"/>
    <p:sldId id="356" r:id="rId29"/>
    <p:sldId id="357" r:id="rId30"/>
    <p:sldId id="358" r:id="rId31"/>
    <p:sldId id="359" r:id="rId32"/>
    <p:sldId id="264" r:id="rId33"/>
    <p:sldId id="361" r:id="rId34"/>
    <p:sldId id="366" r:id="rId35"/>
    <p:sldId id="269" r:id="rId36"/>
    <p:sldId id="265" r:id="rId37"/>
    <p:sldId id="340" r:id="rId38"/>
    <p:sldId id="341" r:id="rId39"/>
    <p:sldId id="305" r:id="rId40"/>
    <p:sldId id="362" r:id="rId41"/>
    <p:sldId id="363" r:id="rId42"/>
    <p:sldId id="364" r:id="rId43"/>
    <p:sldId id="365" r:id="rId44"/>
    <p:sldId id="367" r:id="rId45"/>
    <p:sldId id="266" r:id="rId46"/>
    <p:sldId id="301" r:id="rId47"/>
    <p:sldId id="368" r:id="rId48"/>
    <p:sldId id="308" r:id="rId49"/>
    <p:sldId id="369" r:id="rId50"/>
    <p:sldId id="342" r:id="rId51"/>
    <p:sldId id="372" r:id="rId52"/>
    <p:sldId id="373" r:id="rId53"/>
    <p:sldId id="343" r:id="rId54"/>
    <p:sldId id="370" r:id="rId55"/>
    <p:sldId id="371" r:id="rId56"/>
    <p:sldId id="309" r:id="rId57"/>
    <p:sldId id="267" r:id="rId58"/>
    <p:sldId id="283" r:id="rId59"/>
  </p:sldIdLst>
  <p:sldSz cx="9144000" cy="6858000" type="screen4x3"/>
  <p:notesSz cx="6858000" cy="9144000"/>
  <p:defaultTextStyle>
    <a:defPPr>
      <a:defRPr lang="en-GB"/>
    </a:defPPr>
    <a:lvl1pPr algn="l" defTabSz="457200" rtl="0" eaLnBrk="0" fontAlgn="base" hangingPunct="0">
      <a:spcBef>
        <a:spcPct val="0"/>
      </a:spcBef>
      <a:spcAft>
        <a:spcPct val="0"/>
      </a:spcAft>
      <a:defRPr kern="1200">
        <a:solidFill>
          <a:schemeClr val="bg1"/>
        </a:solidFill>
        <a:latin typeface="Arial" panose="020B0604020202020204" pitchFamily="34" charset="0"/>
        <a:ea typeface="DejaVu Sans" pitchFamily="34" charset="0"/>
        <a:cs typeface="DejaVu Sans" pitchFamily="34" charset="0"/>
      </a:defRPr>
    </a:lvl1pPr>
    <a:lvl2pPr marL="742950" indent="-285750" algn="l" defTabSz="457200" rtl="0" eaLnBrk="0" fontAlgn="base" hangingPunct="0">
      <a:spcBef>
        <a:spcPct val="0"/>
      </a:spcBef>
      <a:spcAft>
        <a:spcPct val="0"/>
      </a:spcAft>
      <a:defRPr kern="1200">
        <a:solidFill>
          <a:schemeClr val="bg1"/>
        </a:solidFill>
        <a:latin typeface="Arial" panose="020B0604020202020204" pitchFamily="34" charset="0"/>
        <a:ea typeface="DejaVu Sans" pitchFamily="34" charset="0"/>
        <a:cs typeface="DejaVu Sans" pitchFamily="34" charset="0"/>
      </a:defRPr>
    </a:lvl2pPr>
    <a:lvl3pPr marL="1143000" indent="-228600" algn="l" defTabSz="457200" rtl="0" eaLnBrk="0" fontAlgn="base" hangingPunct="0">
      <a:spcBef>
        <a:spcPct val="0"/>
      </a:spcBef>
      <a:spcAft>
        <a:spcPct val="0"/>
      </a:spcAft>
      <a:defRPr kern="1200">
        <a:solidFill>
          <a:schemeClr val="bg1"/>
        </a:solidFill>
        <a:latin typeface="Arial" panose="020B0604020202020204" pitchFamily="34" charset="0"/>
        <a:ea typeface="DejaVu Sans" pitchFamily="34" charset="0"/>
        <a:cs typeface="DejaVu Sans" pitchFamily="34" charset="0"/>
      </a:defRPr>
    </a:lvl3pPr>
    <a:lvl4pPr marL="1600200" indent="-228600" algn="l" defTabSz="457200" rtl="0" eaLnBrk="0" fontAlgn="base" hangingPunct="0">
      <a:spcBef>
        <a:spcPct val="0"/>
      </a:spcBef>
      <a:spcAft>
        <a:spcPct val="0"/>
      </a:spcAft>
      <a:defRPr kern="1200">
        <a:solidFill>
          <a:schemeClr val="bg1"/>
        </a:solidFill>
        <a:latin typeface="Arial" panose="020B0604020202020204" pitchFamily="34" charset="0"/>
        <a:ea typeface="DejaVu Sans" pitchFamily="34" charset="0"/>
        <a:cs typeface="DejaVu Sans" pitchFamily="34" charset="0"/>
      </a:defRPr>
    </a:lvl4pPr>
    <a:lvl5pPr marL="2057400" indent="-228600" algn="l" defTabSz="457200" rtl="0" eaLnBrk="0" fontAlgn="base" hangingPunct="0">
      <a:spcBef>
        <a:spcPct val="0"/>
      </a:spcBef>
      <a:spcAft>
        <a:spcPct val="0"/>
      </a:spcAft>
      <a:defRPr kern="1200">
        <a:solidFill>
          <a:schemeClr val="bg1"/>
        </a:solidFill>
        <a:latin typeface="Arial" panose="020B0604020202020204" pitchFamily="34" charset="0"/>
        <a:ea typeface="DejaVu Sans" pitchFamily="34" charset="0"/>
        <a:cs typeface="DejaVu Sans" pitchFamily="34" charset="0"/>
      </a:defRPr>
    </a:lvl5pPr>
    <a:lvl6pPr marL="2286000" algn="l" defTabSz="914400" rtl="0" eaLnBrk="1" latinLnBrk="0" hangingPunct="1">
      <a:defRPr kern="1200">
        <a:solidFill>
          <a:schemeClr val="bg1"/>
        </a:solidFill>
        <a:latin typeface="Arial" panose="020B0604020202020204" pitchFamily="34" charset="0"/>
        <a:ea typeface="DejaVu Sans" pitchFamily="34" charset="0"/>
        <a:cs typeface="DejaVu Sans" pitchFamily="34" charset="0"/>
      </a:defRPr>
    </a:lvl6pPr>
    <a:lvl7pPr marL="2743200" algn="l" defTabSz="914400" rtl="0" eaLnBrk="1" latinLnBrk="0" hangingPunct="1">
      <a:defRPr kern="1200">
        <a:solidFill>
          <a:schemeClr val="bg1"/>
        </a:solidFill>
        <a:latin typeface="Arial" panose="020B0604020202020204" pitchFamily="34" charset="0"/>
        <a:ea typeface="DejaVu Sans" pitchFamily="34" charset="0"/>
        <a:cs typeface="DejaVu Sans" pitchFamily="34" charset="0"/>
      </a:defRPr>
    </a:lvl7pPr>
    <a:lvl8pPr marL="3200400" algn="l" defTabSz="914400" rtl="0" eaLnBrk="1" latinLnBrk="0" hangingPunct="1">
      <a:defRPr kern="1200">
        <a:solidFill>
          <a:schemeClr val="bg1"/>
        </a:solidFill>
        <a:latin typeface="Arial" panose="020B0604020202020204" pitchFamily="34" charset="0"/>
        <a:ea typeface="DejaVu Sans" pitchFamily="34" charset="0"/>
        <a:cs typeface="DejaVu Sans" pitchFamily="34" charset="0"/>
      </a:defRPr>
    </a:lvl8pPr>
    <a:lvl9pPr marL="3657600" algn="l" defTabSz="914400" rtl="0" eaLnBrk="1" latinLnBrk="0" hangingPunct="1">
      <a:defRPr kern="1200">
        <a:solidFill>
          <a:schemeClr val="bg1"/>
        </a:solidFill>
        <a:latin typeface="Arial" panose="020B0604020202020204" pitchFamily="34" charset="0"/>
        <a:ea typeface="DejaVu Sans" pitchFamily="34" charset="0"/>
        <a:cs typeface="DejaVu Sans" pitchFamily="34" charset="0"/>
      </a:defRPr>
    </a:lvl9pPr>
  </p:defaultTextStyle>
  <p:extLst>
    <p:ext uri="{EFAFB233-063F-42B5-8137-9DF3F51BA10A}">
      <p15:sldGuideLst xmlns:p15="http://schemas.microsoft.com/office/powerpoint/2012/main" xmlns="">
        <p15:guide id="1" orient="horz" pos="2160">
          <p15:clr>
            <a:srgbClr val="A4A3A4"/>
          </p15:clr>
        </p15:guide>
        <p15:guide id="2" pos="2880">
          <p15:clr>
            <a:srgbClr val="A4A3A4"/>
          </p15:clr>
        </p15:guide>
      </p15:sldGuideLst>
    </p:ext>
    <p:ext uri="{2D200454-40CA-4A62-9FC3-DE9A4176ACB9}">
      <p15:notesGuideLst xmlns:p15="http://schemas.microsoft.com/office/powerpoint/2012/main" xmlns="">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xmlns=""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p:scale>
          <a:sx n="88" d="100"/>
          <a:sy n="88" d="100"/>
        </p:scale>
        <p:origin x="-1458" y="-72"/>
      </p:cViewPr>
      <p:guideLst>
        <p:guide orient="horz" pos="2160"/>
        <p:guide pos="2880"/>
      </p:guideLst>
    </p:cSldViewPr>
  </p:slideViewPr>
  <p:outlineViewPr>
    <p:cViewPr varScale="1">
      <p:scale>
        <a:sx n="170" d="200"/>
        <a:sy n="170" d="200"/>
      </p:scale>
      <p:origin x="-780" y="-84"/>
    </p:cViewPr>
  </p:outlineViewPr>
  <p:notesTextViewPr>
    <p:cViewPr>
      <p:scale>
        <a:sx n="1" d="1"/>
        <a:sy n="1" d="1"/>
      </p:scale>
      <p:origin x="0" y="0"/>
    </p:cViewPr>
  </p:notesTextViewPr>
  <p:notesViewPr>
    <p:cSldViewPr>
      <p:cViewPr varScale="1">
        <p:scale>
          <a:sx n="59" d="100"/>
          <a:sy n="59" d="100"/>
        </p:scale>
        <p:origin x="-1752" y="-72"/>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slide" Target="slides/slide37.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slide" Target="slides/slide40.xml"/><Relationship Id="rId47" Type="http://schemas.openxmlformats.org/officeDocument/2006/relationships/slide" Target="slides/slide45.xml"/><Relationship Id="rId50" Type="http://schemas.openxmlformats.org/officeDocument/2006/relationships/slide" Target="slides/slide48.xml"/><Relationship Id="rId55" Type="http://schemas.openxmlformats.org/officeDocument/2006/relationships/slide" Target="slides/slide53.xml"/><Relationship Id="rId63" Type="http://schemas.openxmlformats.org/officeDocument/2006/relationships/theme" Target="theme/theme1.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slide" Target="slides/slide43.xml"/><Relationship Id="rId53" Type="http://schemas.openxmlformats.org/officeDocument/2006/relationships/slide" Target="slides/slide51.xml"/><Relationship Id="rId58" Type="http://schemas.openxmlformats.org/officeDocument/2006/relationships/slide" Target="slides/slide56.xml"/><Relationship Id="rId5" Type="http://schemas.openxmlformats.org/officeDocument/2006/relationships/slide" Target="slides/slide3.xml"/><Relationship Id="rId61" Type="http://schemas.openxmlformats.org/officeDocument/2006/relationships/presProps" Target="presProps.xml"/><Relationship Id="rId19" Type="http://schemas.openxmlformats.org/officeDocument/2006/relationships/slide" Target="slides/slide1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slide" Target="slides/slide46.xml"/><Relationship Id="rId56" Type="http://schemas.openxmlformats.org/officeDocument/2006/relationships/slide" Target="slides/slide54.xml"/><Relationship Id="rId64" Type="http://schemas.openxmlformats.org/officeDocument/2006/relationships/tableStyles" Target="tableStyles.xml"/><Relationship Id="rId8" Type="http://schemas.openxmlformats.org/officeDocument/2006/relationships/slide" Target="slides/slide6.xml"/><Relationship Id="rId51" Type="http://schemas.openxmlformats.org/officeDocument/2006/relationships/slide" Target="slides/slide49.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59" Type="http://schemas.openxmlformats.org/officeDocument/2006/relationships/slide" Target="slides/slide57.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slide" Target="slides/slide52.xml"/><Relationship Id="rId62"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slide" Target="slides/slide55.xml"/><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 Id="rId60" Type="http://schemas.openxmlformats.org/officeDocument/2006/relationships/notesMaster" Target="notesMasters/notesMaster1.xml"/><Relationship Id="rId4" Type="http://schemas.openxmlformats.org/officeDocument/2006/relationships/slide" Target="slides/slide2.xml"/><Relationship Id="rId9"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074" name="AutoShape 1"/>
          <p:cNvSpPr>
            <a:spLocks noChangeArrowheads="1"/>
          </p:cNvSpPr>
          <p:nvPr/>
        </p:nvSpPr>
        <p:spPr bwMode="auto">
          <a:xfrm>
            <a:off x="0" y="0"/>
            <a:ext cx="6858000" cy="9144000"/>
          </a:xfrm>
          <a:prstGeom prst="roundRect">
            <a:avLst>
              <a:gd name="adj" fmla="val 23"/>
            </a:avLst>
          </a:pr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pPr eaLnBrk="1" hangingPunct="1">
              <a:buClr>
                <a:srgbClr val="000000"/>
              </a:buClr>
              <a:buSzPct val="100000"/>
              <a:buFont typeface="Times New Roman" panose="02020603050405020304" pitchFamily="18" charset="0"/>
              <a:buNone/>
            </a:pPr>
            <a:endParaRPr lang="en-US"/>
          </a:p>
        </p:txBody>
      </p:sp>
      <p:sp>
        <p:nvSpPr>
          <p:cNvPr id="2" name="Rectangle 2"/>
          <p:cNvSpPr>
            <a:spLocks noGrp="1" noChangeArrowheads="1"/>
          </p:cNvSpPr>
          <p:nvPr>
            <p:ph type="hdr"/>
          </p:nvPr>
        </p:nvSpPr>
        <p:spPr bwMode="auto">
          <a:xfrm>
            <a:off x="0" y="0"/>
            <a:ext cx="2970213" cy="455613"/>
          </a:xfrm>
          <a:prstGeom prst="rect">
            <a:avLst/>
          </a:prstGeom>
          <a:noFill/>
          <a:ln>
            <a:noFill/>
          </a:ln>
          <a:effectLst/>
          <a:extLst/>
        </p:spPr>
        <p:txBody>
          <a:bodyPr vert="horz" wrap="square" lIns="90000" tIns="46800" rIns="90000" bIns="46800" numCol="1" anchor="t" anchorCtr="0" compatLnSpc="1">
            <a:prstTxWarp prst="textNoShape">
              <a:avLst/>
            </a:prstTxWarp>
          </a:bodyPr>
          <a:lstStyle>
            <a:lvl1pPr eaLnBrk="1" hangingPunct="1">
              <a:buClr>
                <a:srgbClr val="000000"/>
              </a:buClr>
              <a:buSzPct val="45000"/>
              <a:buFont typeface="Wingdings" panose="05000000000000000000" pitchFamily="2" charset="2"/>
              <a:buNone/>
              <a:tabLst>
                <a:tab pos="723900" algn="l"/>
                <a:tab pos="1447800" algn="l"/>
                <a:tab pos="2171700" algn="l"/>
                <a:tab pos="2895600" algn="l"/>
              </a:tabLst>
              <a:defRPr sz="1200">
                <a:solidFill>
                  <a:srgbClr val="000000"/>
                </a:solidFill>
                <a:latin typeface="Times New Roman" panose="02020603050405020304" pitchFamily="18" charset="0"/>
              </a:defRPr>
            </a:lvl1pPr>
          </a:lstStyle>
          <a:p>
            <a:endParaRPr lang="en-US"/>
          </a:p>
        </p:txBody>
      </p:sp>
      <p:sp>
        <p:nvSpPr>
          <p:cNvPr id="3075" name="Rectangle 3"/>
          <p:cNvSpPr>
            <a:spLocks noGrp="1" noChangeArrowheads="1"/>
          </p:cNvSpPr>
          <p:nvPr>
            <p:ph type="dt"/>
          </p:nvPr>
        </p:nvSpPr>
        <p:spPr bwMode="auto">
          <a:xfrm>
            <a:off x="3884613" y="0"/>
            <a:ext cx="2970212" cy="455613"/>
          </a:xfrm>
          <a:prstGeom prst="rect">
            <a:avLst/>
          </a:prstGeom>
          <a:noFill/>
          <a:ln>
            <a:noFill/>
          </a:ln>
          <a:effectLst/>
          <a:extLst/>
        </p:spPr>
        <p:txBody>
          <a:bodyPr vert="horz" wrap="square" lIns="90000" tIns="46800" rIns="90000" bIns="46800" numCol="1" anchor="t" anchorCtr="0" compatLnSpc="1">
            <a:prstTxWarp prst="textNoShape">
              <a:avLst/>
            </a:prstTxWarp>
          </a:bodyPr>
          <a:lstStyle>
            <a:lvl1pPr algn="r" eaLnBrk="1" hangingPunct="1">
              <a:buClr>
                <a:srgbClr val="000000"/>
              </a:buClr>
              <a:buSzPct val="45000"/>
              <a:buFont typeface="Wingdings" panose="05000000000000000000" pitchFamily="2" charset="2"/>
              <a:buNone/>
              <a:tabLst>
                <a:tab pos="723900" algn="l"/>
                <a:tab pos="1447800" algn="l"/>
                <a:tab pos="2171700" algn="l"/>
                <a:tab pos="2895600" algn="l"/>
              </a:tabLst>
              <a:defRPr sz="1200">
                <a:solidFill>
                  <a:srgbClr val="000000"/>
                </a:solidFill>
                <a:latin typeface="Times New Roman" panose="02020603050405020304" pitchFamily="18" charset="0"/>
              </a:defRPr>
            </a:lvl1pPr>
          </a:lstStyle>
          <a:p>
            <a:endParaRPr lang="en-US"/>
          </a:p>
        </p:txBody>
      </p:sp>
      <p:sp>
        <p:nvSpPr>
          <p:cNvPr id="3077" name="Rectangle 4"/>
          <p:cNvSpPr>
            <a:spLocks noGrp="1" noRot="1" noChangeAspect="1" noChangeArrowheads="1"/>
          </p:cNvSpPr>
          <p:nvPr>
            <p:ph type="sldImg"/>
          </p:nvPr>
        </p:nvSpPr>
        <p:spPr bwMode="auto">
          <a:xfrm>
            <a:off x="1143000" y="685800"/>
            <a:ext cx="4570413" cy="3427413"/>
          </a:xfrm>
          <a:prstGeom prst="rect">
            <a:avLst/>
          </a:prstGeom>
          <a:solidFill>
            <a:srgbClr val="FFFFFF"/>
          </a:solidFill>
          <a:ln w="9360">
            <a:solidFill>
              <a:srgbClr val="000000"/>
            </a:solidFill>
            <a:miter lim="800000"/>
            <a:headEnd/>
            <a:tailEnd/>
          </a:ln>
        </p:spPr>
      </p:sp>
      <p:sp>
        <p:nvSpPr>
          <p:cNvPr id="3" name="Rectangle 5"/>
          <p:cNvSpPr>
            <a:spLocks noGrp="1" noChangeArrowheads="1"/>
          </p:cNvSpPr>
          <p:nvPr>
            <p:ph type="body"/>
          </p:nvPr>
        </p:nvSpPr>
        <p:spPr bwMode="auto">
          <a:xfrm>
            <a:off x="685800" y="4343400"/>
            <a:ext cx="5484813" cy="4113213"/>
          </a:xfrm>
          <a:prstGeom prst="rect">
            <a:avLst/>
          </a:prstGeom>
          <a:noFill/>
          <a:ln>
            <a:noFill/>
          </a:ln>
          <a:effectLst/>
          <a:extLst/>
        </p:spPr>
        <p:txBody>
          <a:bodyPr vert="horz" wrap="square" lIns="90000" tIns="46800" rIns="90000" bIns="46800" numCol="1" anchor="t" anchorCtr="0" compatLnSpc="1">
            <a:prstTxWarp prst="textNoShape">
              <a:avLst/>
            </a:prstTxWarp>
          </a:bodyPr>
          <a:lstStyle/>
          <a:p>
            <a:pPr lvl="0"/>
            <a:endParaRPr lang="en-US" smtClean="0"/>
          </a:p>
        </p:txBody>
      </p:sp>
      <p:sp>
        <p:nvSpPr>
          <p:cNvPr id="3078" name="Rectangle 6"/>
          <p:cNvSpPr>
            <a:spLocks noGrp="1" noChangeArrowheads="1"/>
          </p:cNvSpPr>
          <p:nvPr>
            <p:ph type="ftr"/>
          </p:nvPr>
        </p:nvSpPr>
        <p:spPr bwMode="auto">
          <a:xfrm>
            <a:off x="0" y="8685213"/>
            <a:ext cx="2970213" cy="455612"/>
          </a:xfrm>
          <a:prstGeom prst="rect">
            <a:avLst/>
          </a:prstGeom>
          <a:noFill/>
          <a:ln>
            <a:noFill/>
          </a:ln>
          <a:effectLst/>
          <a:extLst/>
        </p:spPr>
        <p:txBody>
          <a:bodyPr vert="horz" wrap="square" lIns="90000" tIns="46800" rIns="90000" bIns="46800" numCol="1" anchor="b" anchorCtr="0" compatLnSpc="1">
            <a:prstTxWarp prst="textNoShape">
              <a:avLst/>
            </a:prstTxWarp>
          </a:bodyPr>
          <a:lstStyle>
            <a:lvl1pPr eaLnBrk="1" hangingPunct="1">
              <a:buClr>
                <a:srgbClr val="000000"/>
              </a:buClr>
              <a:buSzPct val="45000"/>
              <a:buFont typeface="Wingdings" panose="05000000000000000000" pitchFamily="2" charset="2"/>
              <a:buNone/>
              <a:tabLst>
                <a:tab pos="723900" algn="l"/>
                <a:tab pos="1447800" algn="l"/>
                <a:tab pos="2171700" algn="l"/>
                <a:tab pos="2895600" algn="l"/>
              </a:tabLst>
              <a:defRPr sz="1200">
                <a:solidFill>
                  <a:srgbClr val="000000"/>
                </a:solidFill>
                <a:latin typeface="Times New Roman" panose="02020603050405020304" pitchFamily="18" charset="0"/>
              </a:defRPr>
            </a:lvl1pPr>
          </a:lstStyle>
          <a:p>
            <a:endParaRPr lang="en-US"/>
          </a:p>
        </p:txBody>
      </p:sp>
      <p:sp>
        <p:nvSpPr>
          <p:cNvPr id="3079" name="Rectangle 7"/>
          <p:cNvSpPr>
            <a:spLocks noGrp="1" noChangeArrowheads="1"/>
          </p:cNvSpPr>
          <p:nvPr>
            <p:ph type="sldNum"/>
          </p:nvPr>
        </p:nvSpPr>
        <p:spPr bwMode="auto">
          <a:xfrm>
            <a:off x="3884613" y="8685213"/>
            <a:ext cx="2970212" cy="455612"/>
          </a:xfrm>
          <a:prstGeom prst="rect">
            <a:avLst/>
          </a:prstGeom>
          <a:noFill/>
          <a:ln>
            <a:noFill/>
          </a:ln>
          <a:effectLst/>
          <a:extLst/>
        </p:spPr>
        <p:txBody>
          <a:bodyPr vert="horz" wrap="square" lIns="90000" tIns="46800" rIns="90000" bIns="46800" numCol="1" anchor="b" anchorCtr="0" compatLnSpc="1">
            <a:prstTxWarp prst="textNoShape">
              <a:avLst/>
            </a:prstTxWarp>
          </a:bodyPr>
          <a:lstStyle>
            <a:lvl1pPr algn="r" eaLnBrk="1" hangingPunct="1">
              <a:buClr>
                <a:srgbClr val="000000"/>
              </a:buClr>
              <a:buSzPct val="45000"/>
              <a:buFont typeface="Wingdings" panose="05000000000000000000" pitchFamily="2" charset="2"/>
              <a:buNone/>
              <a:tabLst>
                <a:tab pos="723900" algn="l"/>
                <a:tab pos="1447800" algn="l"/>
                <a:tab pos="2171700" algn="l"/>
                <a:tab pos="2895600" algn="l"/>
              </a:tabLst>
              <a:defRPr sz="1200">
                <a:solidFill>
                  <a:srgbClr val="000000"/>
                </a:solidFill>
                <a:latin typeface="Times New Roman" panose="02020603050405020304" pitchFamily="18" charset="0"/>
              </a:defRPr>
            </a:lvl1pPr>
          </a:lstStyle>
          <a:p>
            <a:fld id="{AA7ED6AA-6A0F-4152-B485-0FAF0B286BC0}" type="slidenum">
              <a:rPr lang="en-US"/>
              <a:pPr/>
              <a:t>‹#›</a:t>
            </a:fld>
            <a:endParaRPr lang="en-US"/>
          </a:p>
        </p:txBody>
      </p:sp>
    </p:spTree>
    <p:extLst>
      <p:ext uri="{BB962C8B-B14F-4D97-AF65-F5344CB8AC3E}">
        <p14:creationId xmlns:p14="http://schemas.microsoft.com/office/powerpoint/2010/main" val="58960324"/>
      </p:ext>
    </p:extLst>
  </p:cSld>
  <p:clrMap bg1="lt1" tx1="dk1" bg2="lt2" tx2="dk2" accent1="accent1" accent2="accent2" accent3="accent3" accent4="accent4" accent5="accent5" accent6="accent6" hlink="hlink" folHlink="folHlink"/>
  <p:notesStyle>
    <a:lvl1pPr algn="l" defTabSz="457200" rtl="0" eaLnBrk="0" fontAlgn="base" hangingPunct="0">
      <a:spcBef>
        <a:spcPct val="30000"/>
      </a:spcBef>
      <a:spcAft>
        <a:spcPct val="0"/>
      </a:spcAft>
      <a:buClr>
        <a:srgbClr val="000000"/>
      </a:buClr>
      <a:buSzPct val="100000"/>
      <a:buFont typeface="Times New Roman" panose="02020603050405020304" pitchFamily="18" charset="0"/>
      <a:defRPr sz="1200" kern="1200">
        <a:solidFill>
          <a:srgbClr val="000000"/>
        </a:solidFill>
        <a:latin typeface="Times New Roman" pitchFamily="16" charset="0"/>
        <a:ea typeface="ＭＳ Ｐゴシック" charset="-128"/>
        <a:cs typeface="+mn-cs"/>
      </a:defRPr>
    </a:lvl1pPr>
    <a:lvl2pPr marL="742950" indent="-285750" algn="l" defTabSz="457200" rtl="0" eaLnBrk="0" fontAlgn="base" hangingPunct="0">
      <a:spcBef>
        <a:spcPct val="30000"/>
      </a:spcBef>
      <a:spcAft>
        <a:spcPct val="0"/>
      </a:spcAft>
      <a:buClr>
        <a:srgbClr val="000000"/>
      </a:buClr>
      <a:buSzPct val="100000"/>
      <a:buFont typeface="Times New Roman" panose="02020603050405020304" pitchFamily="18" charset="0"/>
      <a:defRPr sz="1200" kern="1200">
        <a:solidFill>
          <a:srgbClr val="000000"/>
        </a:solidFill>
        <a:latin typeface="Times New Roman" pitchFamily="16" charset="0"/>
        <a:ea typeface="ＭＳ Ｐゴシック" charset="-128"/>
        <a:cs typeface="+mn-cs"/>
      </a:defRPr>
    </a:lvl2pPr>
    <a:lvl3pPr marL="1143000" indent="-228600" algn="l" defTabSz="457200" rtl="0" eaLnBrk="0" fontAlgn="base" hangingPunct="0">
      <a:spcBef>
        <a:spcPct val="30000"/>
      </a:spcBef>
      <a:spcAft>
        <a:spcPct val="0"/>
      </a:spcAft>
      <a:buClr>
        <a:srgbClr val="000000"/>
      </a:buClr>
      <a:buSzPct val="100000"/>
      <a:buFont typeface="Times New Roman" panose="02020603050405020304" pitchFamily="18" charset="0"/>
      <a:defRPr sz="1200" kern="1200">
        <a:solidFill>
          <a:srgbClr val="000000"/>
        </a:solidFill>
        <a:latin typeface="Times New Roman" pitchFamily="16" charset="0"/>
        <a:ea typeface="ＭＳ Ｐゴシック" charset="-128"/>
        <a:cs typeface="+mn-cs"/>
      </a:defRPr>
    </a:lvl3pPr>
    <a:lvl4pPr marL="1600200" indent="-228600" algn="l" defTabSz="457200" rtl="0" eaLnBrk="0" fontAlgn="base" hangingPunct="0">
      <a:spcBef>
        <a:spcPct val="30000"/>
      </a:spcBef>
      <a:spcAft>
        <a:spcPct val="0"/>
      </a:spcAft>
      <a:buClr>
        <a:srgbClr val="000000"/>
      </a:buClr>
      <a:buSzPct val="100000"/>
      <a:buFont typeface="Times New Roman" panose="02020603050405020304" pitchFamily="18" charset="0"/>
      <a:defRPr sz="1200" kern="1200">
        <a:solidFill>
          <a:srgbClr val="000000"/>
        </a:solidFill>
        <a:latin typeface="Times New Roman" pitchFamily="16" charset="0"/>
        <a:ea typeface="ＭＳ Ｐゴシック" charset="-128"/>
        <a:cs typeface="+mn-cs"/>
      </a:defRPr>
    </a:lvl4pPr>
    <a:lvl5pPr marL="2057400" indent="-228600" algn="l" defTabSz="457200" rtl="0" eaLnBrk="0" fontAlgn="base" hangingPunct="0">
      <a:spcBef>
        <a:spcPct val="30000"/>
      </a:spcBef>
      <a:spcAft>
        <a:spcPct val="0"/>
      </a:spcAft>
      <a:buClr>
        <a:srgbClr val="000000"/>
      </a:buClr>
      <a:buSzPct val="100000"/>
      <a:buFont typeface="Times New Roman" panose="02020603050405020304" pitchFamily="18" charset="0"/>
      <a:defRPr sz="1200" kern="1200">
        <a:solidFill>
          <a:srgbClr val="000000"/>
        </a:solidFill>
        <a:latin typeface="Times New Roman" pitchFamily="16" charset="0"/>
        <a:ea typeface="ＭＳ Ｐゴシック" charset="-128"/>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122" name="Rectangle 7"/>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1pPr>
            <a:lvl2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2pPr>
            <a:lvl3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3pPr>
            <a:lvl4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4pPr>
            <a:lvl5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9pPr>
          </a:lstStyle>
          <a:p>
            <a:pPr>
              <a:spcBef>
                <a:spcPct val="0"/>
              </a:spcBef>
              <a:buSzPct val="45000"/>
              <a:buFont typeface="Wingdings" panose="05000000000000000000" pitchFamily="2" charset="2"/>
              <a:buNone/>
            </a:pPr>
            <a:fld id="{863358FB-C3C5-4B4F-8798-1DA8B8F5E394}" type="slidenum">
              <a:rPr lang="en-US"/>
              <a:pPr>
                <a:spcBef>
                  <a:spcPct val="0"/>
                </a:spcBef>
                <a:buSzPct val="45000"/>
                <a:buFont typeface="Wingdings" panose="05000000000000000000" pitchFamily="2" charset="2"/>
                <a:buNone/>
              </a:pPr>
              <a:t>1</a:t>
            </a:fld>
            <a:endParaRPr lang="en-US"/>
          </a:p>
        </p:txBody>
      </p:sp>
      <p:sp>
        <p:nvSpPr>
          <p:cNvPr id="5123" name="Rectangle 1"/>
          <p:cNvSpPr>
            <a:spLocks noGrp="1" noRot="1" noChangeAspect="1" noChangeArrowheads="1" noTextEdit="1"/>
          </p:cNvSpPr>
          <p:nvPr>
            <p:ph type="sldImg"/>
          </p:nvPr>
        </p:nvSpPr>
        <p:spPr>
          <a:xfrm>
            <a:off x="1143000" y="685800"/>
            <a:ext cx="4572000" cy="3429000"/>
          </a:xfrm>
          <a:ln/>
        </p:spPr>
      </p:sp>
      <p:sp>
        <p:nvSpPr>
          <p:cNvPr id="5124" name="Rectangle 2"/>
          <p:cNvSpPr>
            <a:spLocks noGrp="1" noChangeArrowheads="1"/>
          </p:cNvSpPr>
          <p:nvPr>
            <p:ph type="body" idx="1"/>
          </p:nvPr>
        </p:nvSpPr>
        <p:spPr>
          <a:xfrm>
            <a:off x="685800" y="4343400"/>
            <a:ext cx="54864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en-US" smtClean="0">
              <a:latin typeface="Times New Roman" panose="02020603050405020304" pitchFamily="18" charset="0"/>
              <a:ea typeface="ＭＳ Ｐゴシック" panose="020B0600070205080204" pitchFamily="34" charset="-128"/>
            </a:endParaRPr>
          </a:p>
        </p:txBody>
      </p:sp>
    </p:spTree>
    <p:extLst>
      <p:ext uri="{BB962C8B-B14F-4D97-AF65-F5344CB8AC3E}">
        <p14:creationId xmlns:p14="http://schemas.microsoft.com/office/powerpoint/2010/main" val="238933736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170" name="Rectangle 7"/>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1pPr>
            <a:lvl2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2pPr>
            <a:lvl3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3pPr>
            <a:lvl4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4pPr>
            <a:lvl5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9pPr>
          </a:lstStyle>
          <a:p>
            <a:pPr>
              <a:spcBef>
                <a:spcPct val="0"/>
              </a:spcBef>
              <a:buSzPct val="45000"/>
              <a:buFont typeface="Wingdings" panose="05000000000000000000" pitchFamily="2" charset="2"/>
              <a:buNone/>
            </a:pPr>
            <a:fld id="{AFFF4220-655E-40BC-8A79-A72678CB7FB4}" type="slidenum">
              <a:rPr lang="en-US"/>
              <a:pPr>
                <a:spcBef>
                  <a:spcPct val="0"/>
                </a:spcBef>
                <a:buSzPct val="45000"/>
                <a:buFont typeface="Wingdings" panose="05000000000000000000" pitchFamily="2" charset="2"/>
                <a:buNone/>
              </a:pPr>
              <a:t>2</a:t>
            </a:fld>
            <a:endParaRPr lang="en-US"/>
          </a:p>
        </p:txBody>
      </p:sp>
      <p:sp>
        <p:nvSpPr>
          <p:cNvPr id="7171" name="Rectangle 1"/>
          <p:cNvSpPr>
            <a:spLocks noGrp="1" noRot="1" noChangeAspect="1" noChangeArrowheads="1" noTextEdit="1"/>
          </p:cNvSpPr>
          <p:nvPr>
            <p:ph type="sldImg"/>
          </p:nvPr>
        </p:nvSpPr>
        <p:spPr>
          <a:xfrm>
            <a:off x="1143000" y="685800"/>
            <a:ext cx="4572000" cy="3429000"/>
          </a:xfrm>
          <a:ln/>
        </p:spPr>
      </p:sp>
      <p:sp>
        <p:nvSpPr>
          <p:cNvPr id="7172" name="Rectangle 2"/>
          <p:cNvSpPr>
            <a:spLocks noGrp="1" noChangeArrowheads="1"/>
          </p:cNvSpPr>
          <p:nvPr>
            <p:ph type="body" idx="1"/>
          </p:nvPr>
        </p:nvSpPr>
        <p:spPr>
          <a:xfrm>
            <a:off x="685800" y="4343400"/>
            <a:ext cx="54864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en-US" smtClean="0">
              <a:latin typeface="Times New Roman" panose="02020603050405020304" pitchFamily="18" charset="0"/>
              <a:ea typeface="ＭＳ Ｐゴシック" panose="020B0600070205080204" pitchFamily="34" charset="-128"/>
            </a:endParaRPr>
          </a:p>
        </p:txBody>
      </p:sp>
    </p:spTree>
    <p:extLst>
      <p:ext uri="{BB962C8B-B14F-4D97-AF65-F5344CB8AC3E}">
        <p14:creationId xmlns:p14="http://schemas.microsoft.com/office/powerpoint/2010/main" val="105583762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218" name="Rectangle 7"/>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1pPr>
            <a:lvl2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2pPr>
            <a:lvl3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3pPr>
            <a:lvl4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4pPr>
            <a:lvl5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9pPr>
          </a:lstStyle>
          <a:p>
            <a:pPr>
              <a:spcBef>
                <a:spcPct val="0"/>
              </a:spcBef>
              <a:buSzPct val="45000"/>
              <a:buFont typeface="Wingdings" panose="05000000000000000000" pitchFamily="2" charset="2"/>
              <a:buNone/>
            </a:pPr>
            <a:fld id="{92636368-C6D2-4D2B-B7D9-869E9DF782F5}" type="slidenum">
              <a:rPr lang="en-US"/>
              <a:pPr>
                <a:spcBef>
                  <a:spcPct val="0"/>
                </a:spcBef>
                <a:buSzPct val="45000"/>
                <a:buFont typeface="Wingdings" panose="05000000000000000000" pitchFamily="2" charset="2"/>
                <a:buNone/>
              </a:pPr>
              <a:t>3</a:t>
            </a:fld>
            <a:endParaRPr lang="en-US"/>
          </a:p>
        </p:txBody>
      </p:sp>
      <p:sp>
        <p:nvSpPr>
          <p:cNvPr id="9219" name="Rectangle 1"/>
          <p:cNvSpPr>
            <a:spLocks noGrp="1" noRot="1" noChangeAspect="1" noChangeArrowheads="1" noTextEdit="1"/>
          </p:cNvSpPr>
          <p:nvPr>
            <p:ph type="sldImg"/>
          </p:nvPr>
        </p:nvSpPr>
        <p:spPr>
          <a:xfrm>
            <a:off x="1143000" y="685800"/>
            <a:ext cx="4572000" cy="3429000"/>
          </a:xfrm>
          <a:ln/>
        </p:spPr>
      </p:sp>
      <p:sp>
        <p:nvSpPr>
          <p:cNvPr id="9220" name="Rectangle 2"/>
          <p:cNvSpPr>
            <a:spLocks noGrp="1" noChangeArrowheads="1"/>
          </p:cNvSpPr>
          <p:nvPr>
            <p:ph type="body" idx="1"/>
          </p:nvPr>
        </p:nvSpPr>
        <p:spPr>
          <a:xfrm>
            <a:off x="685800" y="4343400"/>
            <a:ext cx="54864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en-US" smtClean="0">
              <a:latin typeface="Times New Roman" panose="02020603050405020304" pitchFamily="18" charset="0"/>
              <a:ea typeface="ＭＳ Ｐゴシック" panose="020B0600070205080204" pitchFamily="34" charset="-128"/>
            </a:endParaRPr>
          </a:p>
        </p:txBody>
      </p:sp>
    </p:spTree>
    <p:extLst>
      <p:ext uri="{BB962C8B-B14F-4D97-AF65-F5344CB8AC3E}">
        <p14:creationId xmlns:p14="http://schemas.microsoft.com/office/powerpoint/2010/main" val="175479314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2290" name="Rectangle 7"/>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1pPr>
            <a:lvl2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2pPr>
            <a:lvl3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3pPr>
            <a:lvl4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4pPr>
            <a:lvl5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9pPr>
          </a:lstStyle>
          <a:p>
            <a:pPr>
              <a:spcBef>
                <a:spcPct val="0"/>
              </a:spcBef>
              <a:buSzPct val="45000"/>
              <a:buFont typeface="Wingdings" panose="05000000000000000000" pitchFamily="2" charset="2"/>
              <a:buNone/>
            </a:pPr>
            <a:fld id="{475D8E8E-02EE-4F4D-888D-447C61BD4E2E}" type="slidenum">
              <a:rPr lang="en-US"/>
              <a:pPr>
                <a:spcBef>
                  <a:spcPct val="0"/>
                </a:spcBef>
                <a:buSzPct val="45000"/>
                <a:buFont typeface="Wingdings" panose="05000000000000000000" pitchFamily="2" charset="2"/>
                <a:buNone/>
              </a:pPr>
              <a:t>5</a:t>
            </a:fld>
            <a:endParaRPr lang="en-US"/>
          </a:p>
        </p:txBody>
      </p:sp>
      <p:sp>
        <p:nvSpPr>
          <p:cNvPr id="12291" name="Rectangle 1"/>
          <p:cNvSpPr>
            <a:spLocks noGrp="1" noRot="1" noChangeAspect="1" noChangeArrowheads="1" noTextEdit="1"/>
          </p:cNvSpPr>
          <p:nvPr>
            <p:ph type="sldImg"/>
          </p:nvPr>
        </p:nvSpPr>
        <p:spPr>
          <a:xfrm>
            <a:off x="1143000" y="685800"/>
            <a:ext cx="4572000" cy="3429000"/>
          </a:xfrm>
          <a:ln/>
        </p:spPr>
      </p:sp>
      <p:sp>
        <p:nvSpPr>
          <p:cNvPr id="12292" name="Rectangle 2"/>
          <p:cNvSpPr>
            <a:spLocks noGrp="1" noChangeArrowheads="1"/>
          </p:cNvSpPr>
          <p:nvPr>
            <p:ph type="body" idx="1"/>
          </p:nvPr>
        </p:nvSpPr>
        <p:spPr>
          <a:xfrm>
            <a:off x="685800" y="4343400"/>
            <a:ext cx="54864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en-US" smtClean="0">
              <a:latin typeface="Times New Roman" panose="02020603050405020304" pitchFamily="18" charset="0"/>
              <a:ea typeface="ＭＳ Ｐゴシック" panose="020B0600070205080204" pitchFamily="34" charset="-128"/>
            </a:endParaRPr>
          </a:p>
        </p:txBody>
      </p:sp>
    </p:spTree>
    <p:extLst>
      <p:ext uri="{BB962C8B-B14F-4D97-AF65-F5344CB8AC3E}">
        <p14:creationId xmlns:p14="http://schemas.microsoft.com/office/powerpoint/2010/main" val="425168570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idx="10"/>
          </p:nvPr>
        </p:nvSpPr>
        <p:spPr/>
        <p:txBody>
          <a:bodyPr/>
          <a:lstStyle/>
          <a:p>
            <a:fld id="{AA7ED6AA-6A0F-4152-B485-0FAF0B286BC0}" type="slidenum">
              <a:rPr lang="en-US"/>
              <a:pPr/>
              <a:t>6</a:t>
            </a:fld>
            <a:endParaRPr lang="en-US"/>
          </a:p>
        </p:txBody>
      </p:sp>
    </p:spTree>
    <p:extLst>
      <p:ext uri="{BB962C8B-B14F-4D97-AF65-F5344CB8AC3E}">
        <p14:creationId xmlns:p14="http://schemas.microsoft.com/office/powerpoint/2010/main" val="360999635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5362" name="Rectangle 7"/>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1pPr>
            <a:lvl2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2pPr>
            <a:lvl3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3pPr>
            <a:lvl4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4pPr>
            <a:lvl5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9pPr>
          </a:lstStyle>
          <a:p>
            <a:pPr>
              <a:spcBef>
                <a:spcPct val="0"/>
              </a:spcBef>
              <a:buSzPct val="45000"/>
              <a:buFont typeface="Wingdings" panose="05000000000000000000" pitchFamily="2" charset="2"/>
              <a:buNone/>
            </a:pPr>
            <a:fld id="{443474C7-5A0B-42B0-B2D2-A9891D93EC24}" type="slidenum">
              <a:rPr lang="en-US"/>
              <a:pPr>
                <a:spcBef>
                  <a:spcPct val="0"/>
                </a:spcBef>
                <a:buSzPct val="45000"/>
                <a:buFont typeface="Wingdings" panose="05000000000000000000" pitchFamily="2" charset="2"/>
                <a:buNone/>
              </a:pPr>
              <a:t>7</a:t>
            </a:fld>
            <a:endParaRPr lang="en-US"/>
          </a:p>
        </p:txBody>
      </p:sp>
      <p:sp>
        <p:nvSpPr>
          <p:cNvPr id="15363" name="Rectangle 1"/>
          <p:cNvSpPr>
            <a:spLocks noGrp="1" noRot="1" noChangeAspect="1" noChangeArrowheads="1" noTextEdit="1"/>
          </p:cNvSpPr>
          <p:nvPr>
            <p:ph type="sldImg"/>
          </p:nvPr>
        </p:nvSpPr>
        <p:spPr>
          <a:xfrm>
            <a:off x="1143000" y="685800"/>
            <a:ext cx="4572000" cy="3429000"/>
          </a:xfrm>
          <a:ln/>
        </p:spPr>
      </p:sp>
      <p:sp>
        <p:nvSpPr>
          <p:cNvPr id="15364" name="Rectangle 2"/>
          <p:cNvSpPr>
            <a:spLocks noGrp="1" noChangeArrowheads="1"/>
          </p:cNvSpPr>
          <p:nvPr>
            <p:ph type="body" idx="1"/>
          </p:nvPr>
        </p:nvSpPr>
        <p:spPr>
          <a:xfrm>
            <a:off x="685800" y="4343400"/>
            <a:ext cx="54864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en-US" smtClean="0">
              <a:latin typeface="Times New Roman" panose="02020603050405020304" pitchFamily="18" charset="0"/>
              <a:ea typeface="ＭＳ Ｐゴシック" panose="020B0600070205080204" pitchFamily="34" charset="-128"/>
            </a:endParaRPr>
          </a:p>
        </p:txBody>
      </p:sp>
    </p:spTree>
    <p:extLst>
      <p:ext uri="{BB962C8B-B14F-4D97-AF65-F5344CB8AC3E}">
        <p14:creationId xmlns:p14="http://schemas.microsoft.com/office/powerpoint/2010/main" val="305161583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7410" name="Rectangle 7"/>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1pPr>
            <a:lvl2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2pPr>
            <a:lvl3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3pPr>
            <a:lvl4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4pPr>
            <a:lvl5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9pPr>
          </a:lstStyle>
          <a:p>
            <a:pPr>
              <a:spcBef>
                <a:spcPct val="0"/>
              </a:spcBef>
              <a:buSzPct val="45000"/>
              <a:buFont typeface="Wingdings" panose="05000000000000000000" pitchFamily="2" charset="2"/>
              <a:buNone/>
            </a:pPr>
            <a:fld id="{F17205D9-517B-4685-B9D5-95EB47FFBE2B}" type="slidenum">
              <a:rPr lang="en-US"/>
              <a:pPr>
                <a:spcBef>
                  <a:spcPct val="0"/>
                </a:spcBef>
                <a:buSzPct val="45000"/>
                <a:buFont typeface="Wingdings" panose="05000000000000000000" pitchFamily="2" charset="2"/>
                <a:buNone/>
              </a:pPr>
              <a:t>8</a:t>
            </a:fld>
            <a:endParaRPr lang="en-US"/>
          </a:p>
        </p:txBody>
      </p:sp>
      <p:sp>
        <p:nvSpPr>
          <p:cNvPr id="17411" name="Rectangle 1"/>
          <p:cNvSpPr>
            <a:spLocks noGrp="1" noRot="1" noChangeAspect="1" noChangeArrowheads="1" noTextEdit="1"/>
          </p:cNvSpPr>
          <p:nvPr>
            <p:ph type="sldImg"/>
          </p:nvPr>
        </p:nvSpPr>
        <p:spPr>
          <a:xfrm>
            <a:off x="1143000" y="685800"/>
            <a:ext cx="4572000" cy="3429000"/>
          </a:xfrm>
          <a:ln/>
        </p:spPr>
      </p:sp>
      <p:sp>
        <p:nvSpPr>
          <p:cNvPr id="17412" name="Rectangle 2"/>
          <p:cNvSpPr>
            <a:spLocks noGrp="1" noChangeArrowheads="1"/>
          </p:cNvSpPr>
          <p:nvPr>
            <p:ph type="body" idx="1"/>
          </p:nvPr>
        </p:nvSpPr>
        <p:spPr>
          <a:xfrm>
            <a:off x="685800" y="4343400"/>
            <a:ext cx="54864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en-US" smtClean="0">
              <a:latin typeface="Times New Roman" panose="02020603050405020304" pitchFamily="18" charset="0"/>
              <a:ea typeface="ＭＳ Ｐゴシック" panose="020B0600070205080204" pitchFamily="34" charset="-128"/>
            </a:endParaRPr>
          </a:p>
        </p:txBody>
      </p:sp>
    </p:spTree>
    <p:extLst>
      <p:ext uri="{BB962C8B-B14F-4D97-AF65-F5344CB8AC3E}">
        <p14:creationId xmlns:p14="http://schemas.microsoft.com/office/powerpoint/2010/main" val="357707581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9458" name="Rectangle 7"/>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1pPr>
            <a:lvl2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2pPr>
            <a:lvl3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3pPr>
            <a:lvl4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4pPr>
            <a:lvl5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9pPr>
          </a:lstStyle>
          <a:p>
            <a:pPr>
              <a:spcBef>
                <a:spcPct val="0"/>
              </a:spcBef>
              <a:buSzPct val="45000"/>
              <a:buFont typeface="Wingdings" panose="05000000000000000000" pitchFamily="2" charset="2"/>
              <a:buNone/>
            </a:pPr>
            <a:fld id="{9FEC58FD-6599-4215-9C71-AEF081B14CE8}" type="slidenum">
              <a:rPr lang="en-US"/>
              <a:pPr>
                <a:spcBef>
                  <a:spcPct val="0"/>
                </a:spcBef>
                <a:buSzPct val="45000"/>
                <a:buFont typeface="Wingdings" panose="05000000000000000000" pitchFamily="2" charset="2"/>
                <a:buNone/>
              </a:pPr>
              <a:t>9</a:t>
            </a:fld>
            <a:endParaRPr lang="en-US"/>
          </a:p>
        </p:txBody>
      </p:sp>
      <p:sp>
        <p:nvSpPr>
          <p:cNvPr id="19459" name="Rectangle 1"/>
          <p:cNvSpPr>
            <a:spLocks noGrp="1" noRot="1" noChangeAspect="1" noChangeArrowheads="1" noTextEdit="1"/>
          </p:cNvSpPr>
          <p:nvPr>
            <p:ph type="sldImg"/>
          </p:nvPr>
        </p:nvSpPr>
        <p:spPr>
          <a:xfrm>
            <a:off x="1143000" y="685800"/>
            <a:ext cx="4572000" cy="3429000"/>
          </a:xfrm>
          <a:ln/>
        </p:spPr>
      </p:sp>
      <p:sp>
        <p:nvSpPr>
          <p:cNvPr id="19460" name="Rectangle 2"/>
          <p:cNvSpPr>
            <a:spLocks noGrp="1" noChangeArrowheads="1"/>
          </p:cNvSpPr>
          <p:nvPr>
            <p:ph type="body" idx="1"/>
          </p:nvPr>
        </p:nvSpPr>
        <p:spPr>
          <a:xfrm>
            <a:off x="685800" y="4343400"/>
            <a:ext cx="54864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en-US" smtClean="0">
              <a:latin typeface="Times New Roman" panose="02020603050405020304" pitchFamily="18" charset="0"/>
              <a:ea typeface="ＭＳ Ｐゴシック" panose="020B0600070205080204" pitchFamily="34" charset="-128"/>
            </a:endParaRPr>
          </a:p>
        </p:txBody>
      </p:sp>
    </p:spTree>
    <p:extLst>
      <p:ext uri="{BB962C8B-B14F-4D97-AF65-F5344CB8AC3E}">
        <p14:creationId xmlns:p14="http://schemas.microsoft.com/office/powerpoint/2010/main" val="253227585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1506" name="Rectangle 7"/>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1pPr>
            <a:lvl2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2pPr>
            <a:lvl3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3pPr>
            <a:lvl4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4pPr>
            <a:lvl5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9pPr>
          </a:lstStyle>
          <a:p>
            <a:pPr>
              <a:spcBef>
                <a:spcPct val="0"/>
              </a:spcBef>
              <a:buSzPct val="45000"/>
              <a:buFont typeface="Wingdings" panose="05000000000000000000" pitchFamily="2" charset="2"/>
              <a:buNone/>
            </a:pPr>
            <a:fld id="{73A77341-984C-4808-9E73-D46A9A7585F2}" type="slidenum">
              <a:rPr lang="en-US"/>
              <a:pPr>
                <a:spcBef>
                  <a:spcPct val="0"/>
                </a:spcBef>
                <a:buSzPct val="45000"/>
                <a:buFont typeface="Wingdings" panose="05000000000000000000" pitchFamily="2" charset="2"/>
                <a:buNone/>
              </a:pPr>
              <a:t>10</a:t>
            </a:fld>
            <a:endParaRPr lang="en-US"/>
          </a:p>
        </p:txBody>
      </p:sp>
      <p:sp>
        <p:nvSpPr>
          <p:cNvPr id="21507" name="Rectangle 1"/>
          <p:cNvSpPr>
            <a:spLocks noGrp="1" noRot="1" noChangeAspect="1" noChangeArrowheads="1" noTextEdit="1"/>
          </p:cNvSpPr>
          <p:nvPr>
            <p:ph type="sldImg"/>
          </p:nvPr>
        </p:nvSpPr>
        <p:spPr>
          <a:xfrm>
            <a:off x="1143000" y="685800"/>
            <a:ext cx="4572000" cy="3429000"/>
          </a:xfrm>
          <a:ln/>
        </p:spPr>
      </p:sp>
      <p:sp>
        <p:nvSpPr>
          <p:cNvPr id="21508" name="Rectangle 2"/>
          <p:cNvSpPr>
            <a:spLocks noGrp="1" noChangeArrowheads="1"/>
          </p:cNvSpPr>
          <p:nvPr>
            <p:ph type="body" idx="1"/>
          </p:nvPr>
        </p:nvSpPr>
        <p:spPr>
          <a:xfrm>
            <a:off x="685800" y="4343400"/>
            <a:ext cx="54864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en-US" smtClean="0">
              <a:latin typeface="Times New Roman" panose="02020603050405020304" pitchFamily="18" charset="0"/>
              <a:ea typeface="ＭＳ Ｐゴシック" panose="020B0600070205080204" pitchFamily="34" charset="-128"/>
            </a:endParaRPr>
          </a:p>
        </p:txBody>
      </p:sp>
    </p:spTree>
    <p:extLst>
      <p:ext uri="{BB962C8B-B14F-4D97-AF65-F5344CB8AC3E}">
        <p14:creationId xmlns:p14="http://schemas.microsoft.com/office/powerpoint/2010/main" val="378961698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3554" name="Rectangle 7"/>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1pPr>
            <a:lvl2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2pPr>
            <a:lvl3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3pPr>
            <a:lvl4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4pPr>
            <a:lvl5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9pPr>
          </a:lstStyle>
          <a:p>
            <a:pPr>
              <a:spcBef>
                <a:spcPct val="0"/>
              </a:spcBef>
              <a:buSzPct val="45000"/>
              <a:buFont typeface="Wingdings" panose="05000000000000000000" pitchFamily="2" charset="2"/>
              <a:buNone/>
            </a:pPr>
            <a:fld id="{D66E9068-E263-4883-9FD6-FE3E04D5082B}" type="slidenum">
              <a:rPr lang="en-US"/>
              <a:pPr>
                <a:spcBef>
                  <a:spcPct val="0"/>
                </a:spcBef>
                <a:buSzPct val="45000"/>
                <a:buFont typeface="Wingdings" panose="05000000000000000000" pitchFamily="2" charset="2"/>
                <a:buNone/>
              </a:pPr>
              <a:t>11</a:t>
            </a:fld>
            <a:endParaRPr lang="en-US"/>
          </a:p>
        </p:txBody>
      </p:sp>
      <p:sp>
        <p:nvSpPr>
          <p:cNvPr id="23555" name="Rectangle 1"/>
          <p:cNvSpPr>
            <a:spLocks noGrp="1" noRot="1" noChangeAspect="1" noChangeArrowheads="1" noTextEdit="1"/>
          </p:cNvSpPr>
          <p:nvPr>
            <p:ph type="sldImg"/>
          </p:nvPr>
        </p:nvSpPr>
        <p:spPr>
          <a:xfrm>
            <a:off x="1143000" y="685800"/>
            <a:ext cx="4572000" cy="3429000"/>
          </a:xfrm>
          <a:ln/>
        </p:spPr>
      </p:sp>
      <p:sp>
        <p:nvSpPr>
          <p:cNvPr id="23556" name="Rectangle 2"/>
          <p:cNvSpPr>
            <a:spLocks noGrp="1" noChangeArrowheads="1"/>
          </p:cNvSpPr>
          <p:nvPr>
            <p:ph type="body" idx="1"/>
          </p:nvPr>
        </p:nvSpPr>
        <p:spPr>
          <a:xfrm>
            <a:off x="685800" y="4343400"/>
            <a:ext cx="54864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en-US" smtClean="0">
              <a:latin typeface="Times New Roman" panose="02020603050405020304" pitchFamily="18" charset="0"/>
              <a:ea typeface="ＭＳ Ｐゴシック" panose="020B0600070205080204" pitchFamily="34" charset="-128"/>
            </a:endParaRPr>
          </a:p>
        </p:txBody>
      </p:sp>
    </p:spTree>
    <p:extLst>
      <p:ext uri="{BB962C8B-B14F-4D97-AF65-F5344CB8AC3E}">
        <p14:creationId xmlns:p14="http://schemas.microsoft.com/office/powerpoint/2010/main" val="282748170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5602" name="Rectangle 7"/>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1pPr>
            <a:lvl2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2pPr>
            <a:lvl3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3pPr>
            <a:lvl4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4pPr>
            <a:lvl5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9pPr>
          </a:lstStyle>
          <a:p>
            <a:pPr>
              <a:spcBef>
                <a:spcPct val="0"/>
              </a:spcBef>
              <a:buSzPct val="45000"/>
              <a:buFont typeface="Wingdings" panose="05000000000000000000" pitchFamily="2" charset="2"/>
              <a:buNone/>
            </a:pPr>
            <a:fld id="{603DE8E2-035B-4339-89FA-26A2809BB4E9}" type="slidenum">
              <a:rPr lang="en-US"/>
              <a:pPr>
                <a:spcBef>
                  <a:spcPct val="0"/>
                </a:spcBef>
                <a:buSzPct val="45000"/>
                <a:buFont typeface="Wingdings" panose="05000000000000000000" pitchFamily="2" charset="2"/>
                <a:buNone/>
              </a:pPr>
              <a:t>12</a:t>
            </a:fld>
            <a:endParaRPr lang="en-US"/>
          </a:p>
        </p:txBody>
      </p:sp>
      <p:sp>
        <p:nvSpPr>
          <p:cNvPr id="25603" name="Rectangle 1"/>
          <p:cNvSpPr>
            <a:spLocks noGrp="1" noRot="1" noChangeAspect="1" noChangeArrowheads="1" noTextEdit="1"/>
          </p:cNvSpPr>
          <p:nvPr>
            <p:ph type="sldImg"/>
          </p:nvPr>
        </p:nvSpPr>
        <p:spPr>
          <a:xfrm>
            <a:off x="1143000" y="685800"/>
            <a:ext cx="4572000" cy="3429000"/>
          </a:xfrm>
          <a:ln/>
        </p:spPr>
      </p:sp>
      <p:sp>
        <p:nvSpPr>
          <p:cNvPr id="25604" name="Rectangle 2"/>
          <p:cNvSpPr>
            <a:spLocks noGrp="1" noChangeArrowheads="1"/>
          </p:cNvSpPr>
          <p:nvPr>
            <p:ph type="body" idx="1"/>
          </p:nvPr>
        </p:nvSpPr>
        <p:spPr>
          <a:xfrm>
            <a:off x="685800" y="4343400"/>
            <a:ext cx="54864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en-US" smtClean="0">
              <a:latin typeface="Times New Roman" panose="02020603050405020304" pitchFamily="18" charset="0"/>
              <a:ea typeface="ＭＳ Ｐゴシック" panose="020B0600070205080204" pitchFamily="34" charset="-128"/>
            </a:endParaRPr>
          </a:p>
        </p:txBody>
      </p:sp>
    </p:spTree>
    <p:extLst>
      <p:ext uri="{BB962C8B-B14F-4D97-AF65-F5344CB8AC3E}">
        <p14:creationId xmlns:p14="http://schemas.microsoft.com/office/powerpoint/2010/main" val="412271092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Slide Image Placeholder 1"/>
          <p:cNvSpPr>
            <a:spLocks noGrp="1" noRot="1" noChangeAspect="1" noTextEdit="1"/>
          </p:cNvSpPr>
          <p:nvPr>
            <p:ph type="sldImg"/>
          </p:nvPr>
        </p:nvSpPr>
        <p:spPr>
          <a:ln/>
        </p:spPr>
      </p:sp>
      <p:sp>
        <p:nvSpPr>
          <p:cNvPr id="27651" name="Notes Placeholder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smtClean="0">
              <a:latin typeface="Times New Roman" panose="02020603050405020304" pitchFamily="18" charset="0"/>
              <a:ea typeface="ＭＳ Ｐゴシック" panose="020B0600070205080204" pitchFamily="34" charset="-128"/>
            </a:endParaRPr>
          </a:p>
        </p:txBody>
      </p:sp>
      <p:sp>
        <p:nvSpPr>
          <p:cNvPr id="27652" name="Slide Number Placeholder 3"/>
          <p:cNvSpPr>
            <a:spLocks noGrp="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1pPr>
            <a:lvl2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2pPr>
            <a:lvl3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3pPr>
            <a:lvl4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4pPr>
            <a:lvl5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9pPr>
          </a:lstStyle>
          <a:p>
            <a:pPr>
              <a:spcBef>
                <a:spcPct val="0"/>
              </a:spcBef>
              <a:buSzPct val="45000"/>
              <a:buFont typeface="Wingdings" panose="05000000000000000000" pitchFamily="2" charset="2"/>
              <a:buNone/>
            </a:pPr>
            <a:fld id="{3821DA59-B87B-4F8B-8E4F-DF96A23F9908}" type="slidenum">
              <a:rPr lang="en-US"/>
              <a:pPr>
                <a:spcBef>
                  <a:spcPct val="0"/>
                </a:spcBef>
                <a:buSzPct val="45000"/>
                <a:buFont typeface="Wingdings" panose="05000000000000000000" pitchFamily="2" charset="2"/>
                <a:buNone/>
              </a:pPr>
              <a:t>13</a:t>
            </a:fld>
            <a:endParaRPr lang="en-US"/>
          </a:p>
        </p:txBody>
      </p:sp>
    </p:spTree>
    <p:extLst>
      <p:ext uri="{BB962C8B-B14F-4D97-AF65-F5344CB8AC3E}">
        <p14:creationId xmlns:p14="http://schemas.microsoft.com/office/powerpoint/2010/main" val="238025464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9698" name="Rectangle 7"/>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1pPr>
            <a:lvl2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2pPr>
            <a:lvl3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3pPr>
            <a:lvl4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4pPr>
            <a:lvl5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9pPr>
          </a:lstStyle>
          <a:p>
            <a:pPr>
              <a:spcBef>
                <a:spcPct val="0"/>
              </a:spcBef>
              <a:buSzPct val="45000"/>
              <a:buFont typeface="Wingdings" panose="05000000000000000000" pitchFamily="2" charset="2"/>
              <a:buNone/>
            </a:pPr>
            <a:fld id="{73517DE4-62BC-4452-8AA7-4E627BEEC9BF}" type="slidenum">
              <a:rPr lang="en-US"/>
              <a:pPr>
                <a:spcBef>
                  <a:spcPct val="0"/>
                </a:spcBef>
                <a:buSzPct val="45000"/>
                <a:buFont typeface="Wingdings" panose="05000000000000000000" pitchFamily="2" charset="2"/>
                <a:buNone/>
              </a:pPr>
              <a:t>16</a:t>
            </a:fld>
            <a:endParaRPr lang="en-US"/>
          </a:p>
        </p:txBody>
      </p:sp>
      <p:sp>
        <p:nvSpPr>
          <p:cNvPr id="29699" name="Rectangle 1"/>
          <p:cNvSpPr>
            <a:spLocks noGrp="1" noRot="1" noChangeAspect="1" noChangeArrowheads="1" noTextEdit="1"/>
          </p:cNvSpPr>
          <p:nvPr>
            <p:ph type="sldImg"/>
          </p:nvPr>
        </p:nvSpPr>
        <p:spPr>
          <a:xfrm>
            <a:off x="1143000" y="685800"/>
            <a:ext cx="4572000" cy="3429000"/>
          </a:xfrm>
          <a:ln/>
        </p:spPr>
      </p:sp>
      <p:sp>
        <p:nvSpPr>
          <p:cNvPr id="29700" name="Rectangle 2"/>
          <p:cNvSpPr>
            <a:spLocks noGrp="1" noChangeArrowheads="1"/>
          </p:cNvSpPr>
          <p:nvPr>
            <p:ph type="body" idx="1"/>
          </p:nvPr>
        </p:nvSpPr>
        <p:spPr>
          <a:xfrm>
            <a:off x="685800" y="4343400"/>
            <a:ext cx="54864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en-US" smtClean="0">
              <a:latin typeface="Times New Roman" panose="02020603050405020304" pitchFamily="18" charset="0"/>
              <a:ea typeface="ＭＳ Ｐゴシック" panose="020B0600070205080204" pitchFamily="34" charset="-128"/>
            </a:endParaRPr>
          </a:p>
        </p:txBody>
      </p:sp>
    </p:spTree>
    <p:extLst>
      <p:ext uri="{BB962C8B-B14F-4D97-AF65-F5344CB8AC3E}">
        <p14:creationId xmlns:p14="http://schemas.microsoft.com/office/powerpoint/2010/main" val="22105695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Slide Image Placeholder 1"/>
          <p:cNvSpPr>
            <a:spLocks noGrp="1" noRot="1" noChangeAspect="1" noTextEdit="1"/>
          </p:cNvSpPr>
          <p:nvPr>
            <p:ph type="sldImg"/>
          </p:nvPr>
        </p:nvSpPr>
        <p:spPr>
          <a:ln/>
        </p:spPr>
      </p:sp>
      <p:sp>
        <p:nvSpPr>
          <p:cNvPr id="31747" name="Notes Placeholder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smtClean="0">
              <a:latin typeface="Times New Roman" panose="02020603050405020304" pitchFamily="18" charset="0"/>
              <a:ea typeface="ＭＳ Ｐゴシック" panose="020B0600070205080204" pitchFamily="34" charset="-128"/>
            </a:endParaRPr>
          </a:p>
        </p:txBody>
      </p:sp>
      <p:sp>
        <p:nvSpPr>
          <p:cNvPr id="31748" name="Slide Number Placeholder 3"/>
          <p:cNvSpPr>
            <a:spLocks noGrp="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1pPr>
            <a:lvl2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2pPr>
            <a:lvl3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3pPr>
            <a:lvl4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4pPr>
            <a:lvl5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9pPr>
          </a:lstStyle>
          <a:p>
            <a:pPr>
              <a:spcBef>
                <a:spcPct val="0"/>
              </a:spcBef>
              <a:buSzPct val="45000"/>
              <a:buFont typeface="Wingdings" panose="05000000000000000000" pitchFamily="2" charset="2"/>
              <a:buNone/>
            </a:pPr>
            <a:fld id="{3B72EF1D-B5FE-4B97-8729-C9199E8C4F64}" type="slidenum">
              <a:rPr lang="en-US"/>
              <a:pPr>
                <a:spcBef>
                  <a:spcPct val="0"/>
                </a:spcBef>
                <a:buSzPct val="45000"/>
                <a:buFont typeface="Wingdings" panose="05000000000000000000" pitchFamily="2" charset="2"/>
                <a:buNone/>
              </a:pPr>
              <a:t>17</a:t>
            </a:fld>
            <a:endParaRPr lang="en-US"/>
          </a:p>
        </p:txBody>
      </p:sp>
    </p:spTree>
    <p:extLst>
      <p:ext uri="{BB962C8B-B14F-4D97-AF65-F5344CB8AC3E}">
        <p14:creationId xmlns:p14="http://schemas.microsoft.com/office/powerpoint/2010/main" val="409759969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Slide Image Placeholder 1"/>
          <p:cNvSpPr>
            <a:spLocks noGrp="1" noRot="1" noChangeAspect="1" noTextEdit="1"/>
          </p:cNvSpPr>
          <p:nvPr>
            <p:ph type="sldImg"/>
          </p:nvPr>
        </p:nvSpPr>
        <p:spPr>
          <a:ln/>
        </p:spPr>
      </p:sp>
      <p:sp>
        <p:nvSpPr>
          <p:cNvPr id="33795" name="Notes Placeholder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smtClean="0">
              <a:latin typeface="Times New Roman" panose="02020603050405020304" pitchFamily="18" charset="0"/>
              <a:ea typeface="ＭＳ Ｐゴシック" panose="020B0600070205080204" pitchFamily="34" charset="-128"/>
            </a:endParaRPr>
          </a:p>
        </p:txBody>
      </p:sp>
      <p:sp>
        <p:nvSpPr>
          <p:cNvPr id="33796" name="Slide Number Placeholder 3"/>
          <p:cNvSpPr>
            <a:spLocks noGrp="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1pPr>
            <a:lvl2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2pPr>
            <a:lvl3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3pPr>
            <a:lvl4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4pPr>
            <a:lvl5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9pPr>
          </a:lstStyle>
          <a:p>
            <a:pPr>
              <a:spcBef>
                <a:spcPct val="0"/>
              </a:spcBef>
              <a:buSzPct val="45000"/>
              <a:buFont typeface="Wingdings" panose="05000000000000000000" pitchFamily="2" charset="2"/>
              <a:buNone/>
            </a:pPr>
            <a:fld id="{F3022246-4D1A-4054-A36B-7DADD5740820}" type="slidenum">
              <a:rPr lang="en-US"/>
              <a:pPr>
                <a:spcBef>
                  <a:spcPct val="0"/>
                </a:spcBef>
                <a:buSzPct val="45000"/>
                <a:buFont typeface="Wingdings" panose="05000000000000000000" pitchFamily="2" charset="2"/>
                <a:buNone/>
              </a:pPr>
              <a:t>18</a:t>
            </a:fld>
            <a:endParaRPr lang="en-US"/>
          </a:p>
        </p:txBody>
      </p:sp>
    </p:spTree>
    <p:extLst>
      <p:ext uri="{BB962C8B-B14F-4D97-AF65-F5344CB8AC3E}">
        <p14:creationId xmlns:p14="http://schemas.microsoft.com/office/powerpoint/2010/main" val="132969132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Slide Image Placeholder 1"/>
          <p:cNvSpPr>
            <a:spLocks noGrp="1" noRot="1" noChangeAspect="1" noTextEdit="1"/>
          </p:cNvSpPr>
          <p:nvPr>
            <p:ph type="sldImg"/>
          </p:nvPr>
        </p:nvSpPr>
        <p:spPr>
          <a:ln/>
        </p:spPr>
      </p:sp>
      <p:sp>
        <p:nvSpPr>
          <p:cNvPr id="35843" name="Notes Placeholder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smtClean="0">
              <a:latin typeface="Times New Roman" panose="02020603050405020304" pitchFamily="18" charset="0"/>
              <a:ea typeface="ＭＳ Ｐゴシック" panose="020B0600070205080204" pitchFamily="34" charset="-128"/>
            </a:endParaRPr>
          </a:p>
        </p:txBody>
      </p:sp>
      <p:sp>
        <p:nvSpPr>
          <p:cNvPr id="35844" name="Slide Number Placeholder 3"/>
          <p:cNvSpPr>
            <a:spLocks noGrp="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1pPr>
            <a:lvl2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2pPr>
            <a:lvl3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3pPr>
            <a:lvl4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4pPr>
            <a:lvl5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9pPr>
          </a:lstStyle>
          <a:p>
            <a:pPr>
              <a:spcBef>
                <a:spcPct val="0"/>
              </a:spcBef>
              <a:buSzPct val="45000"/>
              <a:buFont typeface="Wingdings" panose="05000000000000000000" pitchFamily="2" charset="2"/>
              <a:buNone/>
            </a:pPr>
            <a:fld id="{73AE1A6E-BF8D-4548-9CC0-E3FB4B194295}" type="slidenum">
              <a:rPr lang="en-US"/>
              <a:pPr>
                <a:spcBef>
                  <a:spcPct val="0"/>
                </a:spcBef>
                <a:buSzPct val="45000"/>
                <a:buFont typeface="Wingdings" panose="05000000000000000000" pitchFamily="2" charset="2"/>
                <a:buNone/>
              </a:pPr>
              <a:t>19</a:t>
            </a:fld>
            <a:endParaRPr lang="en-US"/>
          </a:p>
        </p:txBody>
      </p:sp>
    </p:spTree>
    <p:extLst>
      <p:ext uri="{BB962C8B-B14F-4D97-AF65-F5344CB8AC3E}">
        <p14:creationId xmlns:p14="http://schemas.microsoft.com/office/powerpoint/2010/main" val="383560087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idx="10"/>
          </p:nvPr>
        </p:nvSpPr>
        <p:spPr/>
        <p:txBody>
          <a:bodyPr/>
          <a:lstStyle/>
          <a:p>
            <a:fld id="{AA7ED6AA-6A0F-4152-B485-0FAF0B286BC0}" type="slidenum">
              <a:rPr lang="en-US"/>
              <a:pPr/>
              <a:t>30</a:t>
            </a:fld>
            <a:endParaRPr lang="en-US"/>
          </a:p>
        </p:txBody>
      </p:sp>
    </p:spTree>
    <p:extLst>
      <p:ext uri="{BB962C8B-B14F-4D97-AF65-F5344CB8AC3E}">
        <p14:creationId xmlns:p14="http://schemas.microsoft.com/office/powerpoint/2010/main" val="73999661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9154" name="Rectangle 7"/>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1pPr>
            <a:lvl2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2pPr>
            <a:lvl3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3pPr>
            <a:lvl4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4pPr>
            <a:lvl5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9pPr>
          </a:lstStyle>
          <a:p>
            <a:pPr>
              <a:spcBef>
                <a:spcPct val="0"/>
              </a:spcBef>
              <a:buSzPct val="45000"/>
              <a:buFont typeface="Wingdings" panose="05000000000000000000" pitchFamily="2" charset="2"/>
              <a:buNone/>
            </a:pPr>
            <a:fld id="{36459CD4-A427-4453-B67D-597A5ABB5EE9}" type="slidenum">
              <a:rPr lang="en-US"/>
              <a:pPr>
                <a:spcBef>
                  <a:spcPct val="0"/>
                </a:spcBef>
                <a:buSzPct val="45000"/>
                <a:buFont typeface="Wingdings" panose="05000000000000000000" pitchFamily="2" charset="2"/>
                <a:buNone/>
              </a:pPr>
              <a:t>31</a:t>
            </a:fld>
            <a:endParaRPr lang="en-US"/>
          </a:p>
        </p:txBody>
      </p:sp>
      <p:sp>
        <p:nvSpPr>
          <p:cNvPr id="49155" name="Rectangle 1"/>
          <p:cNvSpPr>
            <a:spLocks noGrp="1" noRot="1" noChangeAspect="1" noChangeArrowheads="1" noTextEdit="1"/>
          </p:cNvSpPr>
          <p:nvPr>
            <p:ph type="sldImg"/>
          </p:nvPr>
        </p:nvSpPr>
        <p:spPr>
          <a:xfrm>
            <a:off x="1143000" y="685800"/>
            <a:ext cx="4572000" cy="3429000"/>
          </a:xfrm>
          <a:ln/>
        </p:spPr>
      </p:sp>
      <p:sp>
        <p:nvSpPr>
          <p:cNvPr id="49156" name="Rectangle 2"/>
          <p:cNvSpPr>
            <a:spLocks noGrp="1" noChangeArrowheads="1"/>
          </p:cNvSpPr>
          <p:nvPr>
            <p:ph type="body" idx="1"/>
          </p:nvPr>
        </p:nvSpPr>
        <p:spPr>
          <a:xfrm>
            <a:off x="685800" y="4343400"/>
            <a:ext cx="54864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en-US" smtClean="0">
              <a:latin typeface="Times New Roman" panose="02020603050405020304" pitchFamily="18" charset="0"/>
              <a:ea typeface="ＭＳ Ｐゴシック" panose="020B0600070205080204" pitchFamily="34" charset="-128"/>
            </a:endParaRPr>
          </a:p>
        </p:txBody>
      </p:sp>
    </p:spTree>
    <p:extLst>
      <p:ext uri="{BB962C8B-B14F-4D97-AF65-F5344CB8AC3E}">
        <p14:creationId xmlns:p14="http://schemas.microsoft.com/office/powerpoint/2010/main" val="140156116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1202" name="Rectangle 7"/>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1pPr>
            <a:lvl2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2pPr>
            <a:lvl3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3pPr>
            <a:lvl4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4pPr>
            <a:lvl5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9pPr>
          </a:lstStyle>
          <a:p>
            <a:pPr>
              <a:spcBef>
                <a:spcPct val="0"/>
              </a:spcBef>
              <a:buSzPct val="45000"/>
              <a:buFont typeface="Wingdings" panose="05000000000000000000" pitchFamily="2" charset="2"/>
              <a:buNone/>
            </a:pPr>
            <a:fld id="{57F6E91D-C70E-4470-8838-3F5FF6879702}" type="slidenum">
              <a:rPr lang="en-US"/>
              <a:pPr>
                <a:spcBef>
                  <a:spcPct val="0"/>
                </a:spcBef>
                <a:buSzPct val="45000"/>
                <a:buFont typeface="Wingdings" panose="05000000000000000000" pitchFamily="2" charset="2"/>
                <a:buNone/>
              </a:pPr>
              <a:t>32</a:t>
            </a:fld>
            <a:endParaRPr lang="en-US"/>
          </a:p>
        </p:txBody>
      </p:sp>
      <p:sp>
        <p:nvSpPr>
          <p:cNvPr id="51203" name="Rectangle 1"/>
          <p:cNvSpPr>
            <a:spLocks noGrp="1" noRot="1" noChangeAspect="1" noChangeArrowheads="1" noTextEdit="1"/>
          </p:cNvSpPr>
          <p:nvPr>
            <p:ph type="sldImg"/>
          </p:nvPr>
        </p:nvSpPr>
        <p:spPr>
          <a:xfrm>
            <a:off x="1143000" y="685800"/>
            <a:ext cx="4572000" cy="3429000"/>
          </a:xfrm>
          <a:ln/>
        </p:spPr>
      </p:sp>
      <p:sp>
        <p:nvSpPr>
          <p:cNvPr id="51204" name="Rectangle 2"/>
          <p:cNvSpPr>
            <a:spLocks noGrp="1" noChangeArrowheads="1"/>
          </p:cNvSpPr>
          <p:nvPr>
            <p:ph type="body" idx="1"/>
          </p:nvPr>
        </p:nvSpPr>
        <p:spPr>
          <a:xfrm>
            <a:off x="685800" y="4343400"/>
            <a:ext cx="54864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en-US" smtClean="0">
              <a:latin typeface="Times New Roman" panose="02020603050405020304" pitchFamily="18" charset="0"/>
              <a:ea typeface="ＭＳ Ｐゴシック" panose="020B0600070205080204" pitchFamily="34" charset="-128"/>
            </a:endParaRPr>
          </a:p>
        </p:txBody>
      </p:sp>
    </p:spTree>
    <p:extLst>
      <p:ext uri="{BB962C8B-B14F-4D97-AF65-F5344CB8AC3E}">
        <p14:creationId xmlns:p14="http://schemas.microsoft.com/office/powerpoint/2010/main" val="301754645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1202" name="Rectangle 7"/>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1pPr>
            <a:lvl2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2pPr>
            <a:lvl3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3pPr>
            <a:lvl4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4pPr>
            <a:lvl5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9pPr>
          </a:lstStyle>
          <a:p>
            <a:pPr>
              <a:spcBef>
                <a:spcPct val="0"/>
              </a:spcBef>
              <a:buSzPct val="45000"/>
              <a:buFont typeface="Wingdings" panose="05000000000000000000" pitchFamily="2" charset="2"/>
              <a:buNone/>
            </a:pPr>
            <a:fld id="{57F6E91D-C70E-4470-8838-3F5FF6879702}" type="slidenum">
              <a:rPr lang="en-US"/>
              <a:pPr>
                <a:spcBef>
                  <a:spcPct val="0"/>
                </a:spcBef>
                <a:buSzPct val="45000"/>
                <a:buFont typeface="Wingdings" panose="05000000000000000000" pitchFamily="2" charset="2"/>
                <a:buNone/>
              </a:pPr>
              <a:t>33</a:t>
            </a:fld>
            <a:endParaRPr lang="en-US"/>
          </a:p>
        </p:txBody>
      </p:sp>
      <p:sp>
        <p:nvSpPr>
          <p:cNvPr id="51203" name="Rectangle 1"/>
          <p:cNvSpPr>
            <a:spLocks noGrp="1" noRot="1" noChangeAspect="1" noChangeArrowheads="1" noTextEdit="1"/>
          </p:cNvSpPr>
          <p:nvPr>
            <p:ph type="sldImg"/>
          </p:nvPr>
        </p:nvSpPr>
        <p:spPr>
          <a:xfrm>
            <a:off x="1143000" y="685800"/>
            <a:ext cx="4572000" cy="3429000"/>
          </a:xfrm>
          <a:ln/>
        </p:spPr>
      </p:sp>
      <p:sp>
        <p:nvSpPr>
          <p:cNvPr id="51204" name="Rectangle 2"/>
          <p:cNvSpPr>
            <a:spLocks noGrp="1" noChangeArrowheads="1"/>
          </p:cNvSpPr>
          <p:nvPr>
            <p:ph type="body" idx="1"/>
          </p:nvPr>
        </p:nvSpPr>
        <p:spPr>
          <a:xfrm>
            <a:off x="685800" y="4343400"/>
            <a:ext cx="54864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en-US" smtClean="0">
              <a:latin typeface="Times New Roman" panose="02020603050405020304" pitchFamily="18" charset="0"/>
              <a:ea typeface="ＭＳ Ｐゴシック" panose="020B0600070205080204" pitchFamily="34" charset="-128"/>
            </a:endParaRPr>
          </a:p>
        </p:txBody>
      </p:sp>
    </p:spTree>
    <p:extLst>
      <p:ext uri="{BB962C8B-B14F-4D97-AF65-F5344CB8AC3E}">
        <p14:creationId xmlns:p14="http://schemas.microsoft.com/office/powerpoint/2010/main" val="384565814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3250" name="Rectangle 7"/>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1pPr>
            <a:lvl2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2pPr>
            <a:lvl3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3pPr>
            <a:lvl4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4pPr>
            <a:lvl5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9pPr>
          </a:lstStyle>
          <a:p>
            <a:pPr>
              <a:spcBef>
                <a:spcPct val="0"/>
              </a:spcBef>
              <a:buSzPct val="45000"/>
              <a:buFont typeface="Wingdings" panose="05000000000000000000" pitchFamily="2" charset="2"/>
              <a:buNone/>
            </a:pPr>
            <a:fld id="{368BB714-3316-4E71-BFB3-F6C45B7DE70E}" type="slidenum">
              <a:rPr lang="en-US"/>
              <a:pPr>
                <a:spcBef>
                  <a:spcPct val="0"/>
                </a:spcBef>
                <a:buSzPct val="45000"/>
                <a:buFont typeface="Wingdings" panose="05000000000000000000" pitchFamily="2" charset="2"/>
                <a:buNone/>
              </a:pPr>
              <a:t>34</a:t>
            </a:fld>
            <a:endParaRPr lang="en-US"/>
          </a:p>
        </p:txBody>
      </p:sp>
      <p:sp>
        <p:nvSpPr>
          <p:cNvPr id="53251" name="Rectangle 1"/>
          <p:cNvSpPr>
            <a:spLocks noGrp="1" noRot="1" noChangeAspect="1" noChangeArrowheads="1" noTextEdit="1"/>
          </p:cNvSpPr>
          <p:nvPr>
            <p:ph type="sldImg"/>
          </p:nvPr>
        </p:nvSpPr>
        <p:spPr>
          <a:xfrm>
            <a:off x="1143000" y="685800"/>
            <a:ext cx="4572000" cy="3429000"/>
          </a:xfrm>
          <a:ln/>
        </p:spPr>
      </p:sp>
      <p:sp>
        <p:nvSpPr>
          <p:cNvPr id="53252" name="Rectangle 2"/>
          <p:cNvSpPr>
            <a:spLocks noGrp="1" noChangeArrowheads="1"/>
          </p:cNvSpPr>
          <p:nvPr>
            <p:ph type="body" idx="1"/>
          </p:nvPr>
        </p:nvSpPr>
        <p:spPr>
          <a:xfrm>
            <a:off x="685800" y="4343400"/>
            <a:ext cx="54864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en-US" smtClean="0">
              <a:latin typeface="Times New Roman" panose="02020603050405020304" pitchFamily="18" charset="0"/>
              <a:ea typeface="ＭＳ Ｐゴシック" panose="020B0600070205080204" pitchFamily="34" charset="-128"/>
            </a:endParaRPr>
          </a:p>
        </p:txBody>
      </p:sp>
    </p:spTree>
    <p:extLst>
      <p:ext uri="{BB962C8B-B14F-4D97-AF65-F5344CB8AC3E}">
        <p14:creationId xmlns:p14="http://schemas.microsoft.com/office/powerpoint/2010/main" val="420227290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5298" name="Rectangle 7"/>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1pPr>
            <a:lvl2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2pPr>
            <a:lvl3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3pPr>
            <a:lvl4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4pPr>
            <a:lvl5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9pPr>
          </a:lstStyle>
          <a:p>
            <a:pPr>
              <a:spcBef>
                <a:spcPct val="0"/>
              </a:spcBef>
              <a:buSzPct val="45000"/>
              <a:buFont typeface="Wingdings" panose="05000000000000000000" pitchFamily="2" charset="2"/>
              <a:buNone/>
            </a:pPr>
            <a:fld id="{DE1C7839-E871-4E50-9A70-ACA99B1EECEC}" type="slidenum">
              <a:rPr lang="en-US"/>
              <a:pPr>
                <a:spcBef>
                  <a:spcPct val="0"/>
                </a:spcBef>
                <a:buSzPct val="45000"/>
                <a:buFont typeface="Wingdings" panose="05000000000000000000" pitchFamily="2" charset="2"/>
                <a:buNone/>
              </a:pPr>
              <a:t>35</a:t>
            </a:fld>
            <a:endParaRPr lang="en-US"/>
          </a:p>
        </p:txBody>
      </p:sp>
      <p:sp>
        <p:nvSpPr>
          <p:cNvPr id="55299" name="Rectangle 1"/>
          <p:cNvSpPr>
            <a:spLocks noGrp="1" noRot="1" noChangeAspect="1" noChangeArrowheads="1" noTextEdit="1"/>
          </p:cNvSpPr>
          <p:nvPr>
            <p:ph type="sldImg"/>
          </p:nvPr>
        </p:nvSpPr>
        <p:spPr>
          <a:xfrm>
            <a:off x="1143000" y="685800"/>
            <a:ext cx="4572000" cy="3429000"/>
          </a:xfrm>
          <a:ln/>
        </p:spPr>
      </p:sp>
      <p:sp>
        <p:nvSpPr>
          <p:cNvPr id="55300" name="Rectangle 2"/>
          <p:cNvSpPr>
            <a:spLocks noGrp="1" noChangeArrowheads="1"/>
          </p:cNvSpPr>
          <p:nvPr>
            <p:ph type="body" idx="1"/>
          </p:nvPr>
        </p:nvSpPr>
        <p:spPr>
          <a:xfrm>
            <a:off x="685800" y="4343400"/>
            <a:ext cx="54864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en-US" smtClean="0">
              <a:latin typeface="Times New Roman" panose="02020603050405020304" pitchFamily="18" charset="0"/>
              <a:ea typeface="ＭＳ Ｐゴシック" panose="020B0600070205080204" pitchFamily="34" charset="-128"/>
            </a:endParaRPr>
          </a:p>
        </p:txBody>
      </p:sp>
    </p:spTree>
    <p:extLst>
      <p:ext uri="{BB962C8B-B14F-4D97-AF65-F5344CB8AC3E}">
        <p14:creationId xmlns:p14="http://schemas.microsoft.com/office/powerpoint/2010/main" val="249136662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7346" name="Rectangle 7"/>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1pPr>
            <a:lvl2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2pPr>
            <a:lvl3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3pPr>
            <a:lvl4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4pPr>
            <a:lvl5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9pPr>
          </a:lstStyle>
          <a:p>
            <a:pPr>
              <a:spcBef>
                <a:spcPct val="0"/>
              </a:spcBef>
              <a:buSzPct val="45000"/>
              <a:buFont typeface="Wingdings" panose="05000000000000000000" pitchFamily="2" charset="2"/>
              <a:buNone/>
            </a:pPr>
            <a:fld id="{47C9254D-6859-4816-9A58-907E3C989D64}" type="slidenum">
              <a:rPr lang="en-US"/>
              <a:pPr>
                <a:spcBef>
                  <a:spcPct val="0"/>
                </a:spcBef>
                <a:buSzPct val="45000"/>
                <a:buFont typeface="Wingdings" panose="05000000000000000000" pitchFamily="2" charset="2"/>
                <a:buNone/>
              </a:pPr>
              <a:t>36</a:t>
            </a:fld>
            <a:endParaRPr lang="en-US"/>
          </a:p>
        </p:txBody>
      </p:sp>
      <p:sp>
        <p:nvSpPr>
          <p:cNvPr id="57347" name="Rectangle 1"/>
          <p:cNvSpPr>
            <a:spLocks noGrp="1" noRot="1" noChangeAspect="1" noChangeArrowheads="1" noTextEdit="1"/>
          </p:cNvSpPr>
          <p:nvPr>
            <p:ph type="sldImg"/>
          </p:nvPr>
        </p:nvSpPr>
        <p:spPr>
          <a:xfrm>
            <a:off x="1143000" y="685800"/>
            <a:ext cx="4572000" cy="3429000"/>
          </a:xfrm>
          <a:ln/>
        </p:spPr>
      </p:sp>
      <p:sp>
        <p:nvSpPr>
          <p:cNvPr id="57348" name="Rectangle 2"/>
          <p:cNvSpPr>
            <a:spLocks noGrp="1" noChangeArrowheads="1"/>
          </p:cNvSpPr>
          <p:nvPr>
            <p:ph type="body" idx="1"/>
          </p:nvPr>
        </p:nvSpPr>
        <p:spPr>
          <a:xfrm>
            <a:off x="685800" y="4343400"/>
            <a:ext cx="54864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en-US" smtClean="0">
              <a:latin typeface="Times New Roman" panose="02020603050405020304" pitchFamily="18" charset="0"/>
              <a:ea typeface="ＭＳ Ｐゴシック" panose="020B0600070205080204" pitchFamily="34" charset="-128"/>
            </a:endParaRPr>
          </a:p>
        </p:txBody>
      </p:sp>
    </p:spTree>
    <p:extLst>
      <p:ext uri="{BB962C8B-B14F-4D97-AF65-F5344CB8AC3E}">
        <p14:creationId xmlns:p14="http://schemas.microsoft.com/office/powerpoint/2010/main" val="176601741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9394" name="Rectangle 7"/>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1pPr>
            <a:lvl2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2pPr>
            <a:lvl3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3pPr>
            <a:lvl4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4pPr>
            <a:lvl5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9pPr>
          </a:lstStyle>
          <a:p>
            <a:pPr>
              <a:spcBef>
                <a:spcPct val="0"/>
              </a:spcBef>
              <a:buSzPct val="45000"/>
              <a:buFont typeface="Wingdings" panose="05000000000000000000" pitchFamily="2" charset="2"/>
              <a:buNone/>
            </a:pPr>
            <a:fld id="{FB137B81-3579-431E-8426-8805C0F6ED52}" type="slidenum">
              <a:rPr lang="en-US"/>
              <a:pPr>
                <a:spcBef>
                  <a:spcPct val="0"/>
                </a:spcBef>
                <a:buSzPct val="45000"/>
                <a:buFont typeface="Wingdings" panose="05000000000000000000" pitchFamily="2" charset="2"/>
                <a:buNone/>
              </a:pPr>
              <a:t>37</a:t>
            </a:fld>
            <a:endParaRPr lang="en-US"/>
          </a:p>
        </p:txBody>
      </p:sp>
      <p:sp>
        <p:nvSpPr>
          <p:cNvPr id="59395" name="Rectangle 1"/>
          <p:cNvSpPr>
            <a:spLocks noGrp="1" noRot="1" noChangeAspect="1" noChangeArrowheads="1" noTextEdit="1"/>
          </p:cNvSpPr>
          <p:nvPr>
            <p:ph type="sldImg"/>
          </p:nvPr>
        </p:nvSpPr>
        <p:spPr>
          <a:xfrm>
            <a:off x="1143000" y="685800"/>
            <a:ext cx="4572000" cy="3429000"/>
          </a:xfrm>
          <a:ln/>
        </p:spPr>
      </p:sp>
      <p:sp>
        <p:nvSpPr>
          <p:cNvPr id="59396" name="Rectangle 2"/>
          <p:cNvSpPr>
            <a:spLocks noGrp="1" noChangeArrowheads="1"/>
          </p:cNvSpPr>
          <p:nvPr>
            <p:ph type="body" idx="1"/>
          </p:nvPr>
        </p:nvSpPr>
        <p:spPr>
          <a:xfrm>
            <a:off x="685800" y="4343400"/>
            <a:ext cx="54864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en-US" smtClean="0">
              <a:latin typeface="Times New Roman" panose="02020603050405020304" pitchFamily="18" charset="0"/>
              <a:ea typeface="ＭＳ Ｐゴシック" panose="020B0600070205080204" pitchFamily="34" charset="-128"/>
            </a:endParaRPr>
          </a:p>
        </p:txBody>
      </p:sp>
    </p:spTree>
    <p:extLst>
      <p:ext uri="{BB962C8B-B14F-4D97-AF65-F5344CB8AC3E}">
        <p14:creationId xmlns:p14="http://schemas.microsoft.com/office/powerpoint/2010/main" val="3288400923"/>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1442" name="Rectangle 7"/>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1pPr>
            <a:lvl2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2pPr>
            <a:lvl3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3pPr>
            <a:lvl4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4pPr>
            <a:lvl5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9pPr>
          </a:lstStyle>
          <a:p>
            <a:pPr>
              <a:spcBef>
                <a:spcPct val="0"/>
              </a:spcBef>
              <a:buSzPct val="45000"/>
              <a:buFont typeface="Wingdings" panose="05000000000000000000" pitchFamily="2" charset="2"/>
              <a:buNone/>
            </a:pPr>
            <a:fld id="{576C8FE9-130B-4650-954B-D38895284B8E}" type="slidenum">
              <a:rPr lang="en-US"/>
              <a:pPr>
                <a:spcBef>
                  <a:spcPct val="0"/>
                </a:spcBef>
                <a:buSzPct val="45000"/>
                <a:buFont typeface="Wingdings" panose="05000000000000000000" pitchFamily="2" charset="2"/>
                <a:buNone/>
              </a:pPr>
              <a:t>38</a:t>
            </a:fld>
            <a:endParaRPr lang="en-US"/>
          </a:p>
        </p:txBody>
      </p:sp>
      <p:sp>
        <p:nvSpPr>
          <p:cNvPr id="61443" name="Rectangle 1"/>
          <p:cNvSpPr>
            <a:spLocks noGrp="1" noRot="1" noChangeAspect="1" noChangeArrowheads="1" noTextEdit="1"/>
          </p:cNvSpPr>
          <p:nvPr>
            <p:ph type="sldImg"/>
          </p:nvPr>
        </p:nvSpPr>
        <p:spPr>
          <a:xfrm>
            <a:off x="1143000" y="685800"/>
            <a:ext cx="4572000" cy="3429000"/>
          </a:xfrm>
          <a:ln/>
        </p:spPr>
      </p:sp>
      <p:sp>
        <p:nvSpPr>
          <p:cNvPr id="61444" name="Rectangle 2"/>
          <p:cNvSpPr>
            <a:spLocks noGrp="1" noChangeArrowheads="1"/>
          </p:cNvSpPr>
          <p:nvPr>
            <p:ph type="body" idx="1"/>
          </p:nvPr>
        </p:nvSpPr>
        <p:spPr>
          <a:xfrm>
            <a:off x="685800" y="4343400"/>
            <a:ext cx="54864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en-US" smtClean="0">
              <a:latin typeface="Times New Roman" panose="02020603050405020304" pitchFamily="18" charset="0"/>
              <a:ea typeface="ＭＳ Ｐゴシック" panose="020B0600070205080204" pitchFamily="34" charset="-128"/>
            </a:endParaRPr>
          </a:p>
        </p:txBody>
      </p:sp>
    </p:spTree>
    <p:extLst>
      <p:ext uri="{BB962C8B-B14F-4D97-AF65-F5344CB8AC3E}">
        <p14:creationId xmlns:p14="http://schemas.microsoft.com/office/powerpoint/2010/main" val="3256041348"/>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5538" name="Rectangle 7"/>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1pPr>
            <a:lvl2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2pPr>
            <a:lvl3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3pPr>
            <a:lvl4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4pPr>
            <a:lvl5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9pPr>
          </a:lstStyle>
          <a:p>
            <a:pPr>
              <a:spcBef>
                <a:spcPct val="0"/>
              </a:spcBef>
              <a:buSzPct val="45000"/>
              <a:buFont typeface="Wingdings" panose="05000000000000000000" pitchFamily="2" charset="2"/>
              <a:buNone/>
            </a:pPr>
            <a:fld id="{54BA6851-6153-472A-A996-1E8973B3A6E6}" type="slidenum">
              <a:rPr lang="en-US"/>
              <a:pPr>
                <a:spcBef>
                  <a:spcPct val="0"/>
                </a:spcBef>
                <a:buSzPct val="45000"/>
                <a:buFont typeface="Wingdings" panose="05000000000000000000" pitchFamily="2" charset="2"/>
                <a:buNone/>
              </a:pPr>
              <a:t>39</a:t>
            </a:fld>
            <a:endParaRPr lang="en-US"/>
          </a:p>
        </p:txBody>
      </p:sp>
      <p:sp>
        <p:nvSpPr>
          <p:cNvPr id="65539" name="Rectangle 1"/>
          <p:cNvSpPr>
            <a:spLocks noGrp="1" noRot="1" noChangeAspect="1" noChangeArrowheads="1" noTextEdit="1"/>
          </p:cNvSpPr>
          <p:nvPr>
            <p:ph type="sldImg"/>
          </p:nvPr>
        </p:nvSpPr>
        <p:spPr>
          <a:xfrm>
            <a:off x="1143000" y="685800"/>
            <a:ext cx="4572000" cy="3429000"/>
          </a:xfrm>
          <a:ln/>
        </p:spPr>
      </p:sp>
      <p:sp>
        <p:nvSpPr>
          <p:cNvPr id="65540" name="Rectangle 2"/>
          <p:cNvSpPr>
            <a:spLocks noGrp="1" noChangeArrowheads="1"/>
          </p:cNvSpPr>
          <p:nvPr>
            <p:ph type="body" idx="1"/>
          </p:nvPr>
        </p:nvSpPr>
        <p:spPr>
          <a:xfrm>
            <a:off x="685800" y="4343400"/>
            <a:ext cx="54864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en-US" smtClean="0">
              <a:latin typeface="Times New Roman" panose="02020603050405020304" pitchFamily="18" charset="0"/>
              <a:ea typeface="ＭＳ Ｐゴシック" panose="020B0600070205080204" pitchFamily="34" charset="-128"/>
            </a:endParaRPr>
          </a:p>
        </p:txBody>
      </p:sp>
    </p:spTree>
    <p:extLst>
      <p:ext uri="{BB962C8B-B14F-4D97-AF65-F5344CB8AC3E}">
        <p14:creationId xmlns:p14="http://schemas.microsoft.com/office/powerpoint/2010/main" val="699050906"/>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7586" name="Rectangle 7"/>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1pPr>
            <a:lvl2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2pPr>
            <a:lvl3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3pPr>
            <a:lvl4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4pPr>
            <a:lvl5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9pPr>
          </a:lstStyle>
          <a:p>
            <a:pPr>
              <a:spcBef>
                <a:spcPct val="0"/>
              </a:spcBef>
              <a:buSzPct val="45000"/>
              <a:buFont typeface="Wingdings" panose="05000000000000000000" pitchFamily="2" charset="2"/>
              <a:buNone/>
            </a:pPr>
            <a:fld id="{812309CC-F565-414C-B717-9422797F5D9A}" type="slidenum">
              <a:rPr lang="en-US"/>
              <a:pPr>
                <a:spcBef>
                  <a:spcPct val="0"/>
                </a:spcBef>
                <a:buSzPct val="45000"/>
                <a:buFont typeface="Wingdings" panose="05000000000000000000" pitchFamily="2" charset="2"/>
                <a:buNone/>
              </a:pPr>
              <a:t>40</a:t>
            </a:fld>
            <a:endParaRPr lang="en-US"/>
          </a:p>
        </p:txBody>
      </p:sp>
      <p:sp>
        <p:nvSpPr>
          <p:cNvPr id="67587" name="Rectangle 1"/>
          <p:cNvSpPr>
            <a:spLocks noGrp="1" noRot="1" noChangeAspect="1" noChangeArrowheads="1" noTextEdit="1"/>
          </p:cNvSpPr>
          <p:nvPr>
            <p:ph type="sldImg"/>
          </p:nvPr>
        </p:nvSpPr>
        <p:spPr>
          <a:xfrm>
            <a:off x="1143000" y="685800"/>
            <a:ext cx="4572000" cy="3429000"/>
          </a:xfrm>
          <a:ln/>
        </p:spPr>
      </p:sp>
      <p:sp>
        <p:nvSpPr>
          <p:cNvPr id="67588" name="Rectangle 2"/>
          <p:cNvSpPr>
            <a:spLocks noGrp="1" noChangeArrowheads="1"/>
          </p:cNvSpPr>
          <p:nvPr>
            <p:ph type="body" idx="1"/>
          </p:nvPr>
        </p:nvSpPr>
        <p:spPr>
          <a:xfrm>
            <a:off x="685800" y="4343400"/>
            <a:ext cx="54864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en-US" smtClean="0">
              <a:latin typeface="Times New Roman" panose="02020603050405020304" pitchFamily="18" charset="0"/>
              <a:ea typeface="ＭＳ Ｐゴシック" panose="020B0600070205080204" pitchFamily="34" charset="-128"/>
            </a:endParaRPr>
          </a:p>
        </p:txBody>
      </p:sp>
    </p:spTree>
    <p:extLst>
      <p:ext uri="{BB962C8B-B14F-4D97-AF65-F5344CB8AC3E}">
        <p14:creationId xmlns:p14="http://schemas.microsoft.com/office/powerpoint/2010/main" val="3594995754"/>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9634" name="Rectangle 7"/>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1pPr>
            <a:lvl2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2pPr>
            <a:lvl3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3pPr>
            <a:lvl4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4pPr>
            <a:lvl5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9pPr>
          </a:lstStyle>
          <a:p>
            <a:pPr>
              <a:spcBef>
                <a:spcPct val="0"/>
              </a:spcBef>
              <a:buSzPct val="45000"/>
              <a:buFont typeface="Wingdings" panose="05000000000000000000" pitchFamily="2" charset="2"/>
              <a:buNone/>
            </a:pPr>
            <a:fld id="{990CE4BF-4624-4507-B534-EC4D16E8D22D}" type="slidenum">
              <a:rPr lang="en-US"/>
              <a:pPr>
                <a:spcBef>
                  <a:spcPct val="0"/>
                </a:spcBef>
                <a:buSzPct val="45000"/>
                <a:buFont typeface="Wingdings" panose="05000000000000000000" pitchFamily="2" charset="2"/>
                <a:buNone/>
              </a:pPr>
              <a:t>41</a:t>
            </a:fld>
            <a:endParaRPr lang="en-US"/>
          </a:p>
        </p:txBody>
      </p:sp>
      <p:sp>
        <p:nvSpPr>
          <p:cNvPr id="69635" name="Rectangle 1"/>
          <p:cNvSpPr>
            <a:spLocks noGrp="1" noRot="1" noChangeAspect="1" noChangeArrowheads="1" noTextEdit="1"/>
          </p:cNvSpPr>
          <p:nvPr>
            <p:ph type="sldImg"/>
          </p:nvPr>
        </p:nvSpPr>
        <p:spPr>
          <a:xfrm>
            <a:off x="1143000" y="685800"/>
            <a:ext cx="4572000" cy="3429000"/>
          </a:xfrm>
          <a:ln/>
        </p:spPr>
      </p:sp>
      <p:sp>
        <p:nvSpPr>
          <p:cNvPr id="69636" name="Rectangle 2"/>
          <p:cNvSpPr>
            <a:spLocks noGrp="1" noChangeArrowheads="1"/>
          </p:cNvSpPr>
          <p:nvPr>
            <p:ph type="body" idx="1"/>
          </p:nvPr>
        </p:nvSpPr>
        <p:spPr>
          <a:xfrm>
            <a:off x="685800" y="4343400"/>
            <a:ext cx="54864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en-US" smtClean="0">
              <a:latin typeface="Times New Roman" panose="02020603050405020304" pitchFamily="18" charset="0"/>
              <a:ea typeface="ＭＳ Ｐゴシック" panose="020B0600070205080204" pitchFamily="34" charset="-128"/>
            </a:endParaRPr>
          </a:p>
        </p:txBody>
      </p:sp>
    </p:spTree>
    <p:extLst>
      <p:ext uri="{BB962C8B-B14F-4D97-AF65-F5344CB8AC3E}">
        <p14:creationId xmlns:p14="http://schemas.microsoft.com/office/powerpoint/2010/main" val="2160392417"/>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1682" name="Rectangle 7"/>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1pPr>
            <a:lvl2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2pPr>
            <a:lvl3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3pPr>
            <a:lvl4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4pPr>
            <a:lvl5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9pPr>
          </a:lstStyle>
          <a:p>
            <a:pPr>
              <a:spcBef>
                <a:spcPct val="0"/>
              </a:spcBef>
              <a:buSzPct val="45000"/>
              <a:buFont typeface="Wingdings" panose="05000000000000000000" pitchFamily="2" charset="2"/>
              <a:buNone/>
            </a:pPr>
            <a:fld id="{3D0617AD-F572-45BE-AB8B-E2D2E88322CF}" type="slidenum">
              <a:rPr lang="en-US"/>
              <a:pPr>
                <a:spcBef>
                  <a:spcPct val="0"/>
                </a:spcBef>
                <a:buSzPct val="45000"/>
                <a:buFont typeface="Wingdings" panose="05000000000000000000" pitchFamily="2" charset="2"/>
                <a:buNone/>
              </a:pPr>
              <a:t>42</a:t>
            </a:fld>
            <a:endParaRPr lang="en-US"/>
          </a:p>
        </p:txBody>
      </p:sp>
      <p:sp>
        <p:nvSpPr>
          <p:cNvPr id="71683" name="Rectangle 1"/>
          <p:cNvSpPr>
            <a:spLocks noGrp="1" noRot="1" noChangeAspect="1" noChangeArrowheads="1" noTextEdit="1"/>
          </p:cNvSpPr>
          <p:nvPr>
            <p:ph type="sldImg"/>
          </p:nvPr>
        </p:nvSpPr>
        <p:spPr>
          <a:xfrm>
            <a:off x="1143000" y="685800"/>
            <a:ext cx="4572000" cy="3429000"/>
          </a:xfrm>
          <a:ln/>
        </p:spPr>
      </p:sp>
      <p:sp>
        <p:nvSpPr>
          <p:cNvPr id="71684" name="Rectangle 2"/>
          <p:cNvSpPr>
            <a:spLocks noGrp="1" noChangeArrowheads="1"/>
          </p:cNvSpPr>
          <p:nvPr>
            <p:ph type="body" idx="1"/>
          </p:nvPr>
        </p:nvSpPr>
        <p:spPr>
          <a:xfrm>
            <a:off x="685800" y="4343400"/>
            <a:ext cx="54864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en-US" smtClean="0">
              <a:latin typeface="Times New Roman" panose="02020603050405020304" pitchFamily="18" charset="0"/>
              <a:ea typeface="ＭＳ Ｐゴシック" panose="020B0600070205080204" pitchFamily="34" charset="-128"/>
            </a:endParaRPr>
          </a:p>
        </p:txBody>
      </p:sp>
    </p:spTree>
    <p:extLst>
      <p:ext uri="{BB962C8B-B14F-4D97-AF65-F5344CB8AC3E}">
        <p14:creationId xmlns:p14="http://schemas.microsoft.com/office/powerpoint/2010/main" val="3636490196"/>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1682" name="Rectangle 7"/>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1pPr>
            <a:lvl2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2pPr>
            <a:lvl3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3pPr>
            <a:lvl4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4pPr>
            <a:lvl5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9pPr>
          </a:lstStyle>
          <a:p>
            <a:pPr>
              <a:spcBef>
                <a:spcPct val="0"/>
              </a:spcBef>
              <a:buSzPct val="45000"/>
              <a:buFont typeface="Wingdings" panose="05000000000000000000" pitchFamily="2" charset="2"/>
              <a:buNone/>
            </a:pPr>
            <a:fld id="{3D0617AD-F572-45BE-AB8B-E2D2E88322CF}" type="slidenum">
              <a:rPr lang="en-US"/>
              <a:pPr>
                <a:spcBef>
                  <a:spcPct val="0"/>
                </a:spcBef>
                <a:buSzPct val="45000"/>
                <a:buFont typeface="Wingdings" panose="05000000000000000000" pitchFamily="2" charset="2"/>
                <a:buNone/>
              </a:pPr>
              <a:t>43</a:t>
            </a:fld>
            <a:endParaRPr lang="en-US"/>
          </a:p>
        </p:txBody>
      </p:sp>
      <p:sp>
        <p:nvSpPr>
          <p:cNvPr id="71683" name="Rectangle 1"/>
          <p:cNvSpPr>
            <a:spLocks noGrp="1" noRot="1" noChangeAspect="1" noChangeArrowheads="1" noTextEdit="1"/>
          </p:cNvSpPr>
          <p:nvPr>
            <p:ph type="sldImg"/>
          </p:nvPr>
        </p:nvSpPr>
        <p:spPr>
          <a:xfrm>
            <a:off x="1143000" y="685800"/>
            <a:ext cx="4572000" cy="3429000"/>
          </a:xfrm>
          <a:ln/>
        </p:spPr>
      </p:sp>
      <p:sp>
        <p:nvSpPr>
          <p:cNvPr id="71684" name="Rectangle 2"/>
          <p:cNvSpPr>
            <a:spLocks noGrp="1" noChangeArrowheads="1"/>
          </p:cNvSpPr>
          <p:nvPr>
            <p:ph type="body" idx="1"/>
          </p:nvPr>
        </p:nvSpPr>
        <p:spPr>
          <a:xfrm>
            <a:off x="685800" y="4343400"/>
            <a:ext cx="54864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en-US" smtClean="0">
              <a:latin typeface="Times New Roman" panose="02020603050405020304" pitchFamily="18" charset="0"/>
              <a:ea typeface="ＭＳ Ｐゴシック" panose="020B0600070205080204" pitchFamily="34" charset="-128"/>
            </a:endParaRPr>
          </a:p>
        </p:txBody>
      </p:sp>
    </p:spTree>
    <p:extLst>
      <p:ext uri="{BB962C8B-B14F-4D97-AF65-F5344CB8AC3E}">
        <p14:creationId xmlns:p14="http://schemas.microsoft.com/office/powerpoint/2010/main" val="333348831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3730" name="Rectangle 7"/>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1pPr>
            <a:lvl2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2pPr>
            <a:lvl3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3pPr>
            <a:lvl4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4pPr>
            <a:lvl5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9pPr>
          </a:lstStyle>
          <a:p>
            <a:pPr>
              <a:spcBef>
                <a:spcPct val="0"/>
              </a:spcBef>
              <a:buSzPct val="45000"/>
              <a:buFont typeface="Wingdings" panose="05000000000000000000" pitchFamily="2" charset="2"/>
              <a:buNone/>
            </a:pPr>
            <a:fld id="{0DCB6C0D-9B84-4710-B65F-7F3911392E89}" type="slidenum">
              <a:rPr lang="en-US"/>
              <a:pPr>
                <a:spcBef>
                  <a:spcPct val="0"/>
                </a:spcBef>
                <a:buSzPct val="45000"/>
                <a:buFont typeface="Wingdings" panose="05000000000000000000" pitchFamily="2" charset="2"/>
                <a:buNone/>
              </a:pPr>
              <a:t>44</a:t>
            </a:fld>
            <a:endParaRPr lang="en-US"/>
          </a:p>
        </p:txBody>
      </p:sp>
      <p:sp>
        <p:nvSpPr>
          <p:cNvPr id="73731" name="Rectangle 1"/>
          <p:cNvSpPr>
            <a:spLocks noGrp="1" noRot="1" noChangeAspect="1" noChangeArrowheads="1" noTextEdit="1"/>
          </p:cNvSpPr>
          <p:nvPr>
            <p:ph type="sldImg"/>
          </p:nvPr>
        </p:nvSpPr>
        <p:spPr>
          <a:xfrm>
            <a:off x="1143000" y="685800"/>
            <a:ext cx="4572000" cy="3429000"/>
          </a:xfrm>
          <a:ln/>
        </p:spPr>
      </p:sp>
      <p:sp>
        <p:nvSpPr>
          <p:cNvPr id="73732" name="Rectangle 2"/>
          <p:cNvSpPr>
            <a:spLocks noGrp="1" noChangeArrowheads="1"/>
          </p:cNvSpPr>
          <p:nvPr>
            <p:ph type="body" idx="1"/>
          </p:nvPr>
        </p:nvSpPr>
        <p:spPr>
          <a:xfrm>
            <a:off x="685800" y="4343400"/>
            <a:ext cx="54864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en-US" smtClean="0">
              <a:latin typeface="Times New Roman" panose="02020603050405020304" pitchFamily="18" charset="0"/>
              <a:ea typeface="ＭＳ Ｐゴシック" panose="020B0600070205080204" pitchFamily="34" charset="-128"/>
            </a:endParaRPr>
          </a:p>
        </p:txBody>
      </p:sp>
    </p:spTree>
    <p:extLst>
      <p:ext uri="{BB962C8B-B14F-4D97-AF65-F5344CB8AC3E}">
        <p14:creationId xmlns:p14="http://schemas.microsoft.com/office/powerpoint/2010/main" val="2157668827"/>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5778" name="Rectangle 7"/>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1pPr>
            <a:lvl2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2pPr>
            <a:lvl3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3pPr>
            <a:lvl4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4pPr>
            <a:lvl5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9pPr>
          </a:lstStyle>
          <a:p>
            <a:pPr>
              <a:spcBef>
                <a:spcPct val="0"/>
              </a:spcBef>
              <a:buSzPct val="45000"/>
              <a:buFont typeface="Wingdings" panose="05000000000000000000" pitchFamily="2" charset="2"/>
              <a:buNone/>
            </a:pPr>
            <a:fld id="{064F9FA3-BD47-40AF-A37B-3EEAEC834796}" type="slidenum">
              <a:rPr lang="en-US"/>
              <a:pPr>
                <a:spcBef>
                  <a:spcPct val="0"/>
                </a:spcBef>
                <a:buSzPct val="45000"/>
                <a:buFont typeface="Wingdings" panose="05000000000000000000" pitchFamily="2" charset="2"/>
                <a:buNone/>
              </a:pPr>
              <a:t>45</a:t>
            </a:fld>
            <a:endParaRPr lang="en-US"/>
          </a:p>
        </p:txBody>
      </p:sp>
      <p:sp>
        <p:nvSpPr>
          <p:cNvPr id="75779" name="Rectangle 1"/>
          <p:cNvSpPr>
            <a:spLocks noGrp="1" noRot="1" noChangeAspect="1" noChangeArrowheads="1" noTextEdit="1"/>
          </p:cNvSpPr>
          <p:nvPr>
            <p:ph type="sldImg"/>
          </p:nvPr>
        </p:nvSpPr>
        <p:spPr>
          <a:xfrm>
            <a:off x="1143000" y="685800"/>
            <a:ext cx="4572000" cy="3429000"/>
          </a:xfrm>
          <a:ln/>
        </p:spPr>
      </p:sp>
      <p:sp>
        <p:nvSpPr>
          <p:cNvPr id="75780" name="Rectangle 2"/>
          <p:cNvSpPr>
            <a:spLocks noGrp="1" noChangeArrowheads="1"/>
          </p:cNvSpPr>
          <p:nvPr>
            <p:ph type="body" idx="1"/>
          </p:nvPr>
        </p:nvSpPr>
        <p:spPr>
          <a:xfrm>
            <a:off x="685800" y="4343400"/>
            <a:ext cx="54864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en-US" smtClean="0">
              <a:latin typeface="Times New Roman" panose="02020603050405020304" pitchFamily="18" charset="0"/>
              <a:ea typeface="ＭＳ Ｐゴシック" panose="020B0600070205080204" pitchFamily="34" charset="-128"/>
            </a:endParaRPr>
          </a:p>
        </p:txBody>
      </p:sp>
    </p:spTree>
    <p:extLst>
      <p:ext uri="{BB962C8B-B14F-4D97-AF65-F5344CB8AC3E}">
        <p14:creationId xmlns:p14="http://schemas.microsoft.com/office/powerpoint/2010/main" val="4163913036"/>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7826" name="Rectangle 7"/>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1pPr>
            <a:lvl2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2pPr>
            <a:lvl3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3pPr>
            <a:lvl4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4pPr>
            <a:lvl5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9pPr>
          </a:lstStyle>
          <a:p>
            <a:pPr>
              <a:spcBef>
                <a:spcPct val="0"/>
              </a:spcBef>
              <a:buSzPct val="45000"/>
              <a:buFont typeface="Wingdings" panose="05000000000000000000" pitchFamily="2" charset="2"/>
              <a:buNone/>
            </a:pPr>
            <a:fld id="{691768AE-B941-4C42-BCC7-718C71983522}" type="slidenum">
              <a:rPr lang="en-US"/>
              <a:pPr>
                <a:spcBef>
                  <a:spcPct val="0"/>
                </a:spcBef>
                <a:buSzPct val="45000"/>
                <a:buFont typeface="Wingdings" panose="05000000000000000000" pitchFamily="2" charset="2"/>
                <a:buNone/>
              </a:pPr>
              <a:t>47</a:t>
            </a:fld>
            <a:endParaRPr lang="en-US"/>
          </a:p>
        </p:txBody>
      </p:sp>
      <p:sp>
        <p:nvSpPr>
          <p:cNvPr id="77827" name="Rectangle 1"/>
          <p:cNvSpPr>
            <a:spLocks noGrp="1" noRot="1" noChangeAspect="1" noChangeArrowheads="1" noTextEdit="1"/>
          </p:cNvSpPr>
          <p:nvPr>
            <p:ph type="sldImg"/>
          </p:nvPr>
        </p:nvSpPr>
        <p:spPr>
          <a:xfrm>
            <a:off x="1143000" y="685800"/>
            <a:ext cx="4572000" cy="3429000"/>
          </a:xfrm>
          <a:ln/>
        </p:spPr>
      </p:sp>
      <p:sp>
        <p:nvSpPr>
          <p:cNvPr id="77828" name="Rectangle 2"/>
          <p:cNvSpPr>
            <a:spLocks noGrp="1" noChangeArrowheads="1"/>
          </p:cNvSpPr>
          <p:nvPr>
            <p:ph type="body" idx="1"/>
          </p:nvPr>
        </p:nvSpPr>
        <p:spPr>
          <a:xfrm>
            <a:off x="685800" y="4343400"/>
            <a:ext cx="54864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en-US" smtClean="0">
              <a:latin typeface="Times New Roman" panose="02020603050405020304" pitchFamily="18" charset="0"/>
              <a:ea typeface="ＭＳ Ｐゴシック" panose="020B0600070205080204" pitchFamily="34" charset="-128"/>
            </a:endParaRPr>
          </a:p>
        </p:txBody>
      </p:sp>
    </p:spTree>
    <p:extLst>
      <p:ext uri="{BB962C8B-B14F-4D97-AF65-F5344CB8AC3E}">
        <p14:creationId xmlns:p14="http://schemas.microsoft.com/office/powerpoint/2010/main" val="1626782518"/>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9874" name="Rectangle 7"/>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1pPr>
            <a:lvl2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2pPr>
            <a:lvl3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3pPr>
            <a:lvl4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4pPr>
            <a:lvl5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9pPr>
          </a:lstStyle>
          <a:p>
            <a:pPr>
              <a:spcBef>
                <a:spcPct val="0"/>
              </a:spcBef>
              <a:buSzPct val="45000"/>
              <a:buFont typeface="Wingdings" panose="05000000000000000000" pitchFamily="2" charset="2"/>
              <a:buNone/>
            </a:pPr>
            <a:fld id="{0454A429-0DFC-45EA-99BB-B106518C4E2F}" type="slidenum">
              <a:rPr lang="en-US"/>
              <a:pPr>
                <a:spcBef>
                  <a:spcPct val="0"/>
                </a:spcBef>
                <a:buSzPct val="45000"/>
                <a:buFont typeface="Wingdings" panose="05000000000000000000" pitchFamily="2" charset="2"/>
                <a:buNone/>
              </a:pPr>
              <a:t>49</a:t>
            </a:fld>
            <a:endParaRPr lang="en-US"/>
          </a:p>
        </p:txBody>
      </p:sp>
      <p:sp>
        <p:nvSpPr>
          <p:cNvPr id="79875" name="Rectangle 1"/>
          <p:cNvSpPr>
            <a:spLocks noGrp="1" noRot="1" noChangeAspect="1" noChangeArrowheads="1" noTextEdit="1"/>
          </p:cNvSpPr>
          <p:nvPr>
            <p:ph type="sldImg"/>
          </p:nvPr>
        </p:nvSpPr>
        <p:spPr>
          <a:xfrm>
            <a:off x="1143000" y="685800"/>
            <a:ext cx="4572000" cy="3429000"/>
          </a:xfrm>
          <a:ln/>
        </p:spPr>
      </p:sp>
      <p:sp>
        <p:nvSpPr>
          <p:cNvPr id="79876" name="Rectangle 2"/>
          <p:cNvSpPr>
            <a:spLocks noGrp="1" noChangeArrowheads="1"/>
          </p:cNvSpPr>
          <p:nvPr>
            <p:ph type="body" idx="1"/>
          </p:nvPr>
        </p:nvSpPr>
        <p:spPr>
          <a:xfrm>
            <a:off x="685800" y="4343400"/>
            <a:ext cx="54864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en-US" smtClean="0">
              <a:latin typeface="Times New Roman" panose="02020603050405020304" pitchFamily="18" charset="0"/>
              <a:ea typeface="ＭＳ Ｐゴシック" panose="020B0600070205080204" pitchFamily="34" charset="-128"/>
            </a:endParaRPr>
          </a:p>
        </p:txBody>
      </p:sp>
    </p:spTree>
    <p:extLst>
      <p:ext uri="{BB962C8B-B14F-4D97-AF65-F5344CB8AC3E}">
        <p14:creationId xmlns:p14="http://schemas.microsoft.com/office/powerpoint/2010/main" val="410693876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1922" name="Rectangle 7"/>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1pPr>
            <a:lvl2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2pPr>
            <a:lvl3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3pPr>
            <a:lvl4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4pPr>
            <a:lvl5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9pPr>
          </a:lstStyle>
          <a:p>
            <a:pPr>
              <a:spcBef>
                <a:spcPct val="0"/>
              </a:spcBef>
              <a:buSzPct val="45000"/>
              <a:buFont typeface="Wingdings" panose="05000000000000000000" pitchFamily="2" charset="2"/>
              <a:buNone/>
            </a:pPr>
            <a:fld id="{D3E6DA30-00CC-4280-8A84-D36E3BC93908}" type="slidenum">
              <a:rPr lang="en-US"/>
              <a:pPr>
                <a:spcBef>
                  <a:spcPct val="0"/>
                </a:spcBef>
                <a:buSzPct val="45000"/>
                <a:buFont typeface="Wingdings" panose="05000000000000000000" pitchFamily="2" charset="2"/>
                <a:buNone/>
              </a:pPr>
              <a:t>52</a:t>
            </a:fld>
            <a:endParaRPr lang="en-US"/>
          </a:p>
        </p:txBody>
      </p:sp>
      <p:sp>
        <p:nvSpPr>
          <p:cNvPr id="81923" name="Rectangle 1"/>
          <p:cNvSpPr>
            <a:spLocks noGrp="1" noRot="1" noChangeAspect="1" noChangeArrowheads="1" noTextEdit="1"/>
          </p:cNvSpPr>
          <p:nvPr>
            <p:ph type="sldImg"/>
          </p:nvPr>
        </p:nvSpPr>
        <p:spPr>
          <a:xfrm>
            <a:off x="1143000" y="685800"/>
            <a:ext cx="4572000" cy="3429000"/>
          </a:xfrm>
          <a:ln/>
        </p:spPr>
      </p:sp>
      <p:sp>
        <p:nvSpPr>
          <p:cNvPr id="81924" name="Rectangle 2"/>
          <p:cNvSpPr>
            <a:spLocks noGrp="1" noChangeArrowheads="1"/>
          </p:cNvSpPr>
          <p:nvPr>
            <p:ph type="body" idx="1"/>
          </p:nvPr>
        </p:nvSpPr>
        <p:spPr>
          <a:xfrm>
            <a:off x="685800" y="4343400"/>
            <a:ext cx="54864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en-US" smtClean="0">
              <a:latin typeface="Times New Roman" panose="02020603050405020304" pitchFamily="18" charset="0"/>
              <a:ea typeface="ＭＳ Ｐゴシック" panose="020B0600070205080204" pitchFamily="34" charset="-128"/>
            </a:endParaRPr>
          </a:p>
        </p:txBody>
      </p:sp>
    </p:spTree>
    <p:extLst>
      <p:ext uri="{BB962C8B-B14F-4D97-AF65-F5344CB8AC3E}">
        <p14:creationId xmlns:p14="http://schemas.microsoft.com/office/powerpoint/2010/main" val="3984890673"/>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3970" name="Rectangle 7"/>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1pPr>
            <a:lvl2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2pPr>
            <a:lvl3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3pPr>
            <a:lvl4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4pPr>
            <a:lvl5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9pPr>
          </a:lstStyle>
          <a:p>
            <a:pPr>
              <a:spcBef>
                <a:spcPct val="0"/>
              </a:spcBef>
              <a:buSzPct val="45000"/>
              <a:buFont typeface="Wingdings" panose="05000000000000000000" pitchFamily="2" charset="2"/>
              <a:buNone/>
            </a:pPr>
            <a:fld id="{74A49A1D-B01B-4564-AE21-20744D52CDC8}" type="slidenum">
              <a:rPr lang="en-US"/>
              <a:pPr>
                <a:spcBef>
                  <a:spcPct val="0"/>
                </a:spcBef>
                <a:buSzPct val="45000"/>
                <a:buFont typeface="Wingdings" panose="05000000000000000000" pitchFamily="2" charset="2"/>
                <a:buNone/>
              </a:pPr>
              <a:t>55</a:t>
            </a:fld>
            <a:endParaRPr lang="en-US"/>
          </a:p>
        </p:txBody>
      </p:sp>
      <p:sp>
        <p:nvSpPr>
          <p:cNvPr id="83971" name="Rectangle 1"/>
          <p:cNvSpPr>
            <a:spLocks noGrp="1" noRot="1" noChangeAspect="1" noChangeArrowheads="1" noTextEdit="1"/>
          </p:cNvSpPr>
          <p:nvPr>
            <p:ph type="sldImg"/>
          </p:nvPr>
        </p:nvSpPr>
        <p:spPr>
          <a:xfrm>
            <a:off x="1143000" y="685800"/>
            <a:ext cx="4572000" cy="3429000"/>
          </a:xfrm>
          <a:ln/>
        </p:spPr>
      </p:sp>
      <p:sp>
        <p:nvSpPr>
          <p:cNvPr id="83972" name="Rectangle 2"/>
          <p:cNvSpPr>
            <a:spLocks noGrp="1" noChangeArrowheads="1"/>
          </p:cNvSpPr>
          <p:nvPr>
            <p:ph type="body" idx="1"/>
          </p:nvPr>
        </p:nvSpPr>
        <p:spPr>
          <a:xfrm>
            <a:off x="685800" y="4343400"/>
            <a:ext cx="54864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en-US" smtClean="0">
              <a:latin typeface="Times New Roman" panose="02020603050405020304" pitchFamily="18" charset="0"/>
              <a:ea typeface="ＭＳ Ｐゴシック" panose="020B0600070205080204" pitchFamily="34" charset="-128"/>
            </a:endParaRPr>
          </a:p>
        </p:txBody>
      </p:sp>
    </p:spTree>
    <p:extLst>
      <p:ext uri="{BB962C8B-B14F-4D97-AF65-F5344CB8AC3E}">
        <p14:creationId xmlns:p14="http://schemas.microsoft.com/office/powerpoint/2010/main" val="1152559995"/>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6018" name="Rectangle 7"/>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1pPr>
            <a:lvl2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2pPr>
            <a:lvl3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3pPr>
            <a:lvl4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4pPr>
            <a:lvl5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9pPr>
          </a:lstStyle>
          <a:p>
            <a:pPr>
              <a:spcBef>
                <a:spcPct val="0"/>
              </a:spcBef>
              <a:buSzPct val="45000"/>
              <a:buFont typeface="Wingdings" panose="05000000000000000000" pitchFamily="2" charset="2"/>
              <a:buNone/>
            </a:pPr>
            <a:fld id="{DB855A3A-584B-475E-9C51-5C45BC44A411}" type="slidenum">
              <a:rPr lang="en-US"/>
              <a:pPr>
                <a:spcBef>
                  <a:spcPct val="0"/>
                </a:spcBef>
                <a:buSzPct val="45000"/>
                <a:buFont typeface="Wingdings" panose="05000000000000000000" pitchFamily="2" charset="2"/>
                <a:buNone/>
              </a:pPr>
              <a:t>56</a:t>
            </a:fld>
            <a:endParaRPr lang="en-US"/>
          </a:p>
        </p:txBody>
      </p:sp>
      <p:sp>
        <p:nvSpPr>
          <p:cNvPr id="86019" name="Rectangle 1"/>
          <p:cNvSpPr>
            <a:spLocks noGrp="1" noRot="1" noChangeAspect="1" noChangeArrowheads="1" noTextEdit="1"/>
          </p:cNvSpPr>
          <p:nvPr>
            <p:ph type="sldImg"/>
          </p:nvPr>
        </p:nvSpPr>
        <p:spPr>
          <a:xfrm>
            <a:off x="1143000" y="685800"/>
            <a:ext cx="4572000" cy="3429000"/>
          </a:xfrm>
          <a:ln/>
        </p:spPr>
      </p:sp>
      <p:sp>
        <p:nvSpPr>
          <p:cNvPr id="86020" name="Rectangle 2"/>
          <p:cNvSpPr>
            <a:spLocks noGrp="1" noChangeArrowheads="1"/>
          </p:cNvSpPr>
          <p:nvPr>
            <p:ph type="body" idx="1"/>
          </p:nvPr>
        </p:nvSpPr>
        <p:spPr>
          <a:xfrm>
            <a:off x="685800" y="4343400"/>
            <a:ext cx="54864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en-US" smtClean="0">
              <a:latin typeface="Times New Roman" panose="02020603050405020304" pitchFamily="18" charset="0"/>
              <a:ea typeface="ＭＳ Ｐゴシック" panose="020B0600070205080204" pitchFamily="34" charset="-128"/>
            </a:endParaRPr>
          </a:p>
        </p:txBody>
      </p:sp>
    </p:spTree>
    <p:extLst>
      <p:ext uri="{BB962C8B-B14F-4D97-AF65-F5344CB8AC3E}">
        <p14:creationId xmlns:p14="http://schemas.microsoft.com/office/powerpoint/2010/main" val="42496756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Slide Image Placeholder 1"/>
          <p:cNvSpPr>
            <a:spLocks noGrp="1" noRot="1" noChangeAspect="1" noTextEdit="1"/>
          </p:cNvSpPr>
          <p:nvPr>
            <p:ph type="sldImg"/>
          </p:nvPr>
        </p:nvSpPr>
        <p:spPr>
          <a:ln/>
        </p:spPr>
      </p:sp>
      <p:sp>
        <p:nvSpPr>
          <p:cNvPr id="88067" name="Notes Placeholder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smtClean="0">
              <a:latin typeface="Times New Roman" panose="02020603050405020304" pitchFamily="18" charset="0"/>
              <a:ea typeface="ＭＳ Ｐゴシック" panose="020B0600070205080204" pitchFamily="34" charset="-128"/>
            </a:endParaRPr>
          </a:p>
        </p:txBody>
      </p:sp>
      <p:sp>
        <p:nvSpPr>
          <p:cNvPr id="88068" name="Slide Number Placeholder 3"/>
          <p:cNvSpPr>
            <a:spLocks noGrp="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1pPr>
            <a:lvl2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2pPr>
            <a:lvl3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3pPr>
            <a:lvl4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4pPr>
            <a:lvl5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9pPr>
          </a:lstStyle>
          <a:p>
            <a:pPr>
              <a:spcBef>
                <a:spcPct val="0"/>
              </a:spcBef>
              <a:buSzPct val="45000"/>
              <a:buFont typeface="Wingdings" panose="05000000000000000000" pitchFamily="2" charset="2"/>
              <a:buNone/>
            </a:pPr>
            <a:fld id="{C3A2074C-AD55-4F4A-8BE1-97898DDB1522}" type="slidenum">
              <a:rPr lang="en-US"/>
              <a:pPr>
                <a:spcBef>
                  <a:spcPct val="0"/>
                </a:spcBef>
                <a:buSzPct val="45000"/>
                <a:buFont typeface="Wingdings" panose="05000000000000000000" pitchFamily="2" charset="2"/>
                <a:buNone/>
              </a:pPr>
              <a:t>57</a:t>
            </a:fld>
            <a:endParaRPr lang="en-US"/>
          </a:p>
        </p:txBody>
      </p:sp>
    </p:spTree>
    <p:extLst>
      <p:ext uri="{BB962C8B-B14F-4D97-AF65-F5344CB8AC3E}">
        <p14:creationId xmlns:p14="http://schemas.microsoft.com/office/powerpoint/2010/main" val="214359584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smtClean="0"/>
              <a:t>Click to edit Master subtitle style</a:t>
            </a:r>
            <a:endParaRPr lang="en-US"/>
          </a:p>
        </p:txBody>
      </p:sp>
    </p:spTree>
    <p:extLst>
      <p:ext uri="{BB962C8B-B14F-4D97-AF65-F5344CB8AC3E}">
        <p14:creationId xmlns:p14="http://schemas.microsoft.com/office/powerpoint/2010/main" val="328250833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2" name="Title 1"/>
          <p:cNvSpPr>
            <a:spLocks noGrp="1"/>
          </p:cNvSpPr>
          <p:nvPr>
            <p:ph type="title"/>
          </p:nvPr>
        </p:nvSpPr>
        <p:spPr/>
        <p:txBody>
          <a:bodyPr/>
          <a:lstStyle/>
          <a:p>
            <a:r>
              <a:rPr lang="en-US" smtClean="0"/>
              <a:t>Click to edit Master title style</a:t>
            </a:r>
            <a:endParaRPr lang="en-US"/>
          </a:p>
        </p:txBody>
      </p:sp>
    </p:spTree>
    <p:extLst>
      <p:ext uri="{BB962C8B-B14F-4D97-AF65-F5344CB8AC3E}">
        <p14:creationId xmlns:p14="http://schemas.microsoft.com/office/powerpoint/2010/main" val="341831353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Tree>
    <p:extLst>
      <p:ext uri="{BB962C8B-B14F-4D97-AF65-F5344CB8AC3E}">
        <p14:creationId xmlns:p14="http://schemas.microsoft.com/office/powerpoint/2010/main" val="21144095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304800" y="990600"/>
            <a:ext cx="4206875" cy="510381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64075" y="990600"/>
            <a:ext cx="4206875" cy="510381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extLst>
      <p:ext uri="{BB962C8B-B14F-4D97-AF65-F5344CB8AC3E}">
        <p14:creationId xmlns:p14="http://schemas.microsoft.com/office/powerpoint/2010/main" val="31049878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extLst>
      <p:ext uri="{BB962C8B-B14F-4D97-AF65-F5344CB8AC3E}">
        <p14:creationId xmlns:p14="http://schemas.microsoft.com/office/powerpoint/2010/main" val="365328781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Tree>
    <p:extLst>
      <p:ext uri="{BB962C8B-B14F-4D97-AF65-F5344CB8AC3E}">
        <p14:creationId xmlns:p14="http://schemas.microsoft.com/office/powerpoint/2010/main" val="242197406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23266613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extLst>
      <p:ext uri="{BB962C8B-B14F-4D97-AF65-F5344CB8AC3E}">
        <p14:creationId xmlns:p14="http://schemas.microsoft.com/office/powerpoint/2010/main" val="306997548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smtClean="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extLst>
      <p:ext uri="{BB962C8B-B14F-4D97-AF65-F5344CB8AC3E}">
        <p14:creationId xmlns:p14="http://schemas.microsoft.com/office/powerpoint/2010/main" val="384577171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extLst>
      <p:ext uri="{BB962C8B-B14F-4D97-AF65-F5344CB8AC3E}">
        <p14:creationId xmlns:p14="http://schemas.microsoft.com/office/powerpoint/2010/main" val="55696148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729413" y="304800"/>
            <a:ext cx="2141537" cy="5789613"/>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304800" y="304800"/>
            <a:ext cx="6272213" cy="5789613"/>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extLst>
      <p:ext uri="{BB962C8B-B14F-4D97-AF65-F5344CB8AC3E}">
        <p14:creationId xmlns:p14="http://schemas.microsoft.com/office/powerpoint/2010/main" val="410978506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smtClean="0"/>
              <a:t>Click to edit Master subtitle style</a:t>
            </a:r>
            <a:endParaRPr lang="en-US"/>
          </a:p>
        </p:txBody>
      </p:sp>
    </p:spTree>
    <p:extLst>
      <p:ext uri="{BB962C8B-B14F-4D97-AF65-F5344CB8AC3E}">
        <p14:creationId xmlns:p14="http://schemas.microsoft.com/office/powerpoint/2010/main" val="305268704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extLst>
      <p:ext uri="{BB962C8B-B14F-4D97-AF65-F5344CB8AC3E}">
        <p14:creationId xmlns:p14="http://schemas.microsoft.com/office/powerpoint/2010/main" val="70856043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Tree>
    <p:extLst>
      <p:ext uri="{BB962C8B-B14F-4D97-AF65-F5344CB8AC3E}">
        <p14:creationId xmlns:p14="http://schemas.microsoft.com/office/powerpoint/2010/main" val="422799397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4963"/>
            <a:ext cx="4037013" cy="45243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6613" y="1604963"/>
            <a:ext cx="4038600" cy="45243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extLst>
      <p:ext uri="{BB962C8B-B14F-4D97-AF65-F5344CB8AC3E}">
        <p14:creationId xmlns:p14="http://schemas.microsoft.com/office/powerpoint/2010/main" val="239470532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extLst>
      <p:ext uri="{BB962C8B-B14F-4D97-AF65-F5344CB8AC3E}">
        <p14:creationId xmlns:p14="http://schemas.microsoft.com/office/powerpoint/2010/main" val="405125503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Tree>
    <p:extLst>
      <p:ext uri="{BB962C8B-B14F-4D97-AF65-F5344CB8AC3E}">
        <p14:creationId xmlns:p14="http://schemas.microsoft.com/office/powerpoint/2010/main" val="1674895806"/>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12472335"/>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extLst>
      <p:ext uri="{BB962C8B-B14F-4D97-AF65-F5344CB8AC3E}">
        <p14:creationId xmlns:p14="http://schemas.microsoft.com/office/powerpoint/2010/main" val="3091192605"/>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smtClean="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extLst>
      <p:ext uri="{BB962C8B-B14F-4D97-AF65-F5344CB8AC3E}">
        <p14:creationId xmlns:p14="http://schemas.microsoft.com/office/powerpoint/2010/main" val="1506292221"/>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extLst>
      <p:ext uri="{BB962C8B-B14F-4D97-AF65-F5344CB8AC3E}">
        <p14:creationId xmlns:p14="http://schemas.microsoft.com/office/powerpoint/2010/main" val="43405143"/>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1604963"/>
            <a:ext cx="2055813" cy="452437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1604963"/>
            <a:ext cx="6019800" cy="452437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extLst>
      <p:ext uri="{BB962C8B-B14F-4D97-AF65-F5344CB8AC3E}">
        <p14:creationId xmlns:p14="http://schemas.microsoft.com/office/powerpoint/2010/main" val="168142726"/>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Custom Layout">
    <p:spTree>
      <p:nvGrpSpPr>
        <p:cNvPr id="1" name=""/>
        <p:cNvGrpSpPr/>
        <p:nvPr/>
      </p:nvGrpSpPr>
      <p:grpSpPr>
        <a:xfrm>
          <a:off x="0" y="0"/>
          <a:ext cx="0" cy="0"/>
          <a:chOff x="0" y="0"/>
          <a:chExt cx="0" cy="0"/>
        </a:xfrm>
      </p:grpSpPr>
      <p:sp>
        <p:nvSpPr>
          <p:cNvPr id="2" name="Title 1"/>
          <p:cNvSpPr>
            <a:spLocks noGrp="1"/>
          </p:cNvSpPr>
          <p:nvPr>
            <p:ph type="title"/>
          </p:nvPr>
        </p:nvSpPr>
        <p:spPr>
          <a:xfrm>
            <a:off x="685800" y="2130425"/>
            <a:ext cx="7770813" cy="1468438"/>
          </a:xfrm>
        </p:spPr>
        <p:txBody>
          <a:bodyPr/>
          <a:lstStyle/>
          <a:p>
            <a:r>
              <a:rPr lang="en-US" smtClean="0"/>
              <a:t>Click to edit Master title style</a:t>
            </a:r>
            <a:endParaRPr lang="en-US"/>
          </a:p>
        </p:txBody>
      </p:sp>
    </p:spTree>
    <p:extLst>
      <p:ext uri="{BB962C8B-B14F-4D97-AF65-F5344CB8AC3E}">
        <p14:creationId xmlns:p14="http://schemas.microsoft.com/office/powerpoint/2010/main" val="7466753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theme" Target="../theme/theme2.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slideLayout" Target="../slideLayouts/slideLayout23.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26" name="AutoShape 1"/>
          <p:cNvSpPr>
            <a:spLocks noChangeArrowheads="1"/>
          </p:cNvSpPr>
          <p:nvPr/>
        </p:nvSpPr>
        <p:spPr bwMode="auto">
          <a:xfrm>
            <a:off x="1752600" y="152400"/>
            <a:ext cx="7391400" cy="762000"/>
          </a:xfrm>
          <a:prstGeom prst="roundRect">
            <a:avLst>
              <a:gd name="adj" fmla="val 16667"/>
            </a:avLst>
          </a:prstGeom>
          <a:solidFill>
            <a:srgbClr val="CCECFF"/>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pPr eaLnBrk="1" hangingPunct="1">
              <a:buClr>
                <a:srgbClr val="000000"/>
              </a:buClr>
              <a:buSzPct val="100000"/>
              <a:buFont typeface="Times New Roman" panose="02020603050405020304" pitchFamily="18" charset="0"/>
              <a:buNone/>
            </a:pPr>
            <a:endParaRPr lang="en-US"/>
          </a:p>
        </p:txBody>
      </p:sp>
      <p:sp>
        <p:nvSpPr>
          <p:cNvPr id="1027" name="Rectangle 2"/>
          <p:cNvSpPr>
            <a:spLocks noGrp="1" noChangeArrowheads="1"/>
          </p:cNvSpPr>
          <p:nvPr>
            <p:ph type="body" idx="1"/>
          </p:nvPr>
        </p:nvSpPr>
        <p:spPr bwMode="auto">
          <a:xfrm>
            <a:off x="304800" y="990600"/>
            <a:ext cx="8566150" cy="5103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0000" tIns="46800" rIns="90000" bIns="46800" numCol="1" anchor="t" anchorCtr="0" compatLnSpc="1">
            <a:prstTxWarp prst="textNoShape">
              <a:avLst/>
            </a:prstTxWarp>
          </a:bodyPr>
          <a:lstStyle/>
          <a:p>
            <a:pPr lvl="0"/>
            <a:r>
              <a:rPr lang="en-GB" smtClean="0"/>
              <a:t>Click to edit the outline text format</a:t>
            </a:r>
          </a:p>
          <a:p>
            <a:pPr lvl="1"/>
            <a:r>
              <a:rPr lang="en-GB" smtClean="0"/>
              <a:t>Second Outline Level</a:t>
            </a:r>
          </a:p>
          <a:p>
            <a:pPr lvl="2"/>
            <a:r>
              <a:rPr lang="en-GB" smtClean="0"/>
              <a:t>Third Outline Level</a:t>
            </a:r>
          </a:p>
          <a:p>
            <a:pPr lvl="3"/>
            <a:r>
              <a:rPr lang="en-GB" smtClean="0"/>
              <a:t>Fourth Outline Level</a:t>
            </a:r>
          </a:p>
          <a:p>
            <a:pPr lvl="4"/>
            <a:r>
              <a:rPr lang="en-GB" smtClean="0"/>
              <a:t>Fifth Outline Level</a:t>
            </a:r>
          </a:p>
          <a:p>
            <a:pPr lvl="4"/>
            <a:r>
              <a:rPr lang="en-GB" smtClean="0"/>
              <a:t>Sixth Outline Level</a:t>
            </a:r>
          </a:p>
          <a:p>
            <a:pPr lvl="4"/>
            <a:r>
              <a:rPr lang="en-GB" smtClean="0"/>
              <a:t>Seventh Outline Level</a:t>
            </a:r>
          </a:p>
          <a:p>
            <a:pPr lvl="4"/>
            <a:r>
              <a:rPr lang="en-GB" smtClean="0"/>
              <a:t>Eighth Outline Level</a:t>
            </a:r>
          </a:p>
          <a:p>
            <a:pPr lvl="4"/>
            <a:r>
              <a:rPr lang="en-GB" smtClean="0"/>
              <a:t>Ninth Outline Level</a:t>
            </a:r>
          </a:p>
        </p:txBody>
      </p:sp>
      <p:sp>
        <p:nvSpPr>
          <p:cNvPr id="1028" name="Rectangle 3"/>
          <p:cNvSpPr>
            <a:spLocks noChangeArrowheads="1"/>
          </p:cNvSpPr>
          <p:nvPr/>
        </p:nvSpPr>
        <p:spPr bwMode="auto">
          <a:xfrm>
            <a:off x="0" y="0"/>
            <a:ext cx="9144000" cy="228600"/>
          </a:xfrm>
          <a:prstGeom prst="rect">
            <a:avLst/>
          </a:prstGeom>
          <a:solidFill>
            <a:srgbClr val="97BADD"/>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pPr eaLnBrk="1" hangingPunct="1">
              <a:buClr>
                <a:srgbClr val="000000"/>
              </a:buClr>
              <a:buSzPct val="100000"/>
              <a:buFont typeface="Times New Roman" panose="02020603050405020304" pitchFamily="18" charset="0"/>
              <a:buNone/>
            </a:pPr>
            <a:endParaRPr lang="en-US"/>
          </a:p>
        </p:txBody>
      </p:sp>
      <p:sp>
        <p:nvSpPr>
          <p:cNvPr id="1029" name="Rectangle 4"/>
          <p:cNvSpPr>
            <a:spLocks noChangeArrowheads="1"/>
          </p:cNvSpPr>
          <p:nvPr/>
        </p:nvSpPr>
        <p:spPr bwMode="auto">
          <a:xfrm>
            <a:off x="228600" y="6221413"/>
            <a:ext cx="8686800" cy="274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360" tIns="44280" rIns="90360" bIns="44280">
            <a:spAutoFit/>
          </a:bodyPr>
          <a:lstStyle>
            <a:lvl1pPr eaLnBrk="0" hangingPunct="0">
              <a:tabLst>
                <a:tab pos="0" algn="l"/>
                <a:tab pos="4224338" algn="ctr"/>
                <a:tab pos="8505825" algn="r"/>
                <a:tab pos="8513763" algn="l"/>
                <a:tab pos="9144000" algn="l"/>
                <a:tab pos="10058400" algn="l"/>
              </a:tabLst>
              <a:defRPr>
                <a:solidFill>
                  <a:schemeClr val="bg1"/>
                </a:solidFill>
                <a:latin typeface="Arial" panose="020B0604020202020204" pitchFamily="34" charset="0"/>
                <a:ea typeface="DejaVu Sans" pitchFamily="34" charset="0"/>
                <a:cs typeface="DejaVu Sans" pitchFamily="34" charset="0"/>
              </a:defRPr>
            </a:lvl1pPr>
            <a:lvl2pPr eaLnBrk="0" hangingPunct="0">
              <a:tabLst>
                <a:tab pos="0" algn="l"/>
                <a:tab pos="4224338" algn="ctr"/>
                <a:tab pos="8505825" algn="r"/>
                <a:tab pos="8513763" algn="l"/>
                <a:tab pos="9144000" algn="l"/>
                <a:tab pos="10058400" algn="l"/>
              </a:tabLst>
              <a:defRPr>
                <a:solidFill>
                  <a:schemeClr val="bg1"/>
                </a:solidFill>
                <a:latin typeface="Arial" panose="020B0604020202020204" pitchFamily="34" charset="0"/>
                <a:ea typeface="DejaVu Sans" pitchFamily="34" charset="0"/>
                <a:cs typeface="DejaVu Sans" pitchFamily="34" charset="0"/>
              </a:defRPr>
            </a:lvl2pPr>
            <a:lvl3pPr eaLnBrk="0" hangingPunct="0">
              <a:tabLst>
                <a:tab pos="0" algn="l"/>
                <a:tab pos="4224338" algn="ctr"/>
                <a:tab pos="8505825" algn="r"/>
                <a:tab pos="8513763" algn="l"/>
                <a:tab pos="9144000" algn="l"/>
                <a:tab pos="10058400" algn="l"/>
              </a:tabLst>
              <a:defRPr>
                <a:solidFill>
                  <a:schemeClr val="bg1"/>
                </a:solidFill>
                <a:latin typeface="Arial" panose="020B0604020202020204" pitchFamily="34" charset="0"/>
                <a:ea typeface="DejaVu Sans" pitchFamily="34" charset="0"/>
                <a:cs typeface="DejaVu Sans" pitchFamily="34" charset="0"/>
              </a:defRPr>
            </a:lvl3pPr>
            <a:lvl4pPr eaLnBrk="0" hangingPunct="0">
              <a:tabLst>
                <a:tab pos="0" algn="l"/>
                <a:tab pos="4224338" algn="ctr"/>
                <a:tab pos="8505825" algn="r"/>
                <a:tab pos="8513763" algn="l"/>
                <a:tab pos="9144000" algn="l"/>
                <a:tab pos="10058400" algn="l"/>
              </a:tabLst>
              <a:defRPr>
                <a:solidFill>
                  <a:schemeClr val="bg1"/>
                </a:solidFill>
                <a:latin typeface="Arial" panose="020B0604020202020204" pitchFamily="34" charset="0"/>
                <a:ea typeface="DejaVu Sans" pitchFamily="34" charset="0"/>
                <a:cs typeface="DejaVu Sans" pitchFamily="34" charset="0"/>
              </a:defRPr>
            </a:lvl4pPr>
            <a:lvl5pPr eaLnBrk="0" hangingPunct="0">
              <a:tabLst>
                <a:tab pos="0" algn="l"/>
                <a:tab pos="4224338" algn="ctr"/>
                <a:tab pos="8505825" algn="r"/>
                <a:tab pos="8513763" algn="l"/>
                <a:tab pos="9144000" algn="l"/>
                <a:tab pos="10058400" algn="l"/>
              </a:tabLst>
              <a:defRPr>
                <a:solidFill>
                  <a:schemeClr val="bg1"/>
                </a:solidFill>
                <a:latin typeface="Arial" panose="020B0604020202020204" pitchFamily="34" charset="0"/>
                <a:ea typeface="DejaVu Sans" pitchFamily="34" charset="0"/>
                <a:cs typeface="DejaVu Sans" pitchFamily="34" charset="0"/>
              </a:defRPr>
            </a:lvl5pPr>
            <a:lvl6pPr marL="25146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224338" algn="ctr"/>
                <a:tab pos="8505825" algn="r"/>
                <a:tab pos="8513763" algn="l"/>
                <a:tab pos="9144000" algn="l"/>
                <a:tab pos="10058400" algn="l"/>
              </a:tabLst>
              <a:defRPr>
                <a:solidFill>
                  <a:schemeClr val="bg1"/>
                </a:solidFill>
                <a:latin typeface="Arial" panose="020B0604020202020204" pitchFamily="34" charset="0"/>
                <a:ea typeface="DejaVu Sans" pitchFamily="34" charset="0"/>
                <a:cs typeface="DejaVu Sans" pitchFamily="34" charset="0"/>
              </a:defRPr>
            </a:lvl6pPr>
            <a:lvl7pPr marL="29718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224338" algn="ctr"/>
                <a:tab pos="8505825" algn="r"/>
                <a:tab pos="8513763" algn="l"/>
                <a:tab pos="9144000" algn="l"/>
                <a:tab pos="10058400" algn="l"/>
              </a:tabLst>
              <a:defRPr>
                <a:solidFill>
                  <a:schemeClr val="bg1"/>
                </a:solidFill>
                <a:latin typeface="Arial" panose="020B0604020202020204" pitchFamily="34" charset="0"/>
                <a:ea typeface="DejaVu Sans" pitchFamily="34" charset="0"/>
                <a:cs typeface="DejaVu Sans" pitchFamily="34" charset="0"/>
              </a:defRPr>
            </a:lvl7pPr>
            <a:lvl8pPr marL="34290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224338" algn="ctr"/>
                <a:tab pos="8505825" algn="r"/>
                <a:tab pos="8513763" algn="l"/>
                <a:tab pos="9144000" algn="l"/>
                <a:tab pos="10058400" algn="l"/>
              </a:tabLst>
              <a:defRPr>
                <a:solidFill>
                  <a:schemeClr val="bg1"/>
                </a:solidFill>
                <a:latin typeface="Arial" panose="020B0604020202020204" pitchFamily="34" charset="0"/>
                <a:ea typeface="DejaVu Sans" pitchFamily="34" charset="0"/>
                <a:cs typeface="DejaVu Sans" pitchFamily="34" charset="0"/>
              </a:defRPr>
            </a:lvl8pPr>
            <a:lvl9pPr marL="38862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224338" algn="ctr"/>
                <a:tab pos="8505825" algn="r"/>
                <a:tab pos="8513763" algn="l"/>
                <a:tab pos="9144000" algn="l"/>
                <a:tab pos="10058400" algn="l"/>
              </a:tabLst>
              <a:defRPr>
                <a:solidFill>
                  <a:schemeClr val="bg1"/>
                </a:solidFill>
                <a:latin typeface="Arial" panose="020B0604020202020204" pitchFamily="34" charset="0"/>
                <a:ea typeface="DejaVu Sans" pitchFamily="34" charset="0"/>
                <a:cs typeface="DejaVu Sans" pitchFamily="34" charset="0"/>
              </a:defRPr>
            </a:lvl9pPr>
          </a:lstStyle>
          <a:p>
            <a:pPr>
              <a:buSzPct val="100000"/>
              <a:defRPr/>
            </a:pPr>
            <a:r>
              <a:rPr lang="en-US" sz="1200" smtClean="0">
                <a:solidFill>
                  <a:srgbClr val="024D86"/>
                </a:solidFill>
                <a:latin typeface="Verdana" panose="020B0604030504040204" pitchFamily="34" charset="0"/>
              </a:rPr>
              <a:t>© SeNet International Corp. 2013	</a:t>
            </a:r>
            <a:fld id="{B94A1B7E-5129-4AB1-BB0A-3DF963D48D4A}" type="slidenum">
              <a:rPr lang="en-US" sz="1200" smtClean="0">
                <a:solidFill>
                  <a:srgbClr val="024D86"/>
                </a:solidFill>
                <a:latin typeface="Verdana" panose="020B0604030504040204" pitchFamily="34" charset="0"/>
              </a:rPr>
              <a:pPr>
                <a:buSzPct val="100000"/>
                <a:defRPr/>
              </a:pPr>
              <a:t>‹#›</a:t>
            </a:fld>
            <a:r>
              <a:rPr lang="en-US" sz="1200" smtClean="0">
                <a:solidFill>
                  <a:srgbClr val="024D86"/>
                </a:solidFill>
                <a:latin typeface="Verdana" panose="020B0604030504040204" pitchFamily="34" charset="0"/>
              </a:rPr>
              <a:t>	June 2013</a:t>
            </a:r>
          </a:p>
        </p:txBody>
      </p:sp>
      <p:sp>
        <p:nvSpPr>
          <p:cNvPr id="1030" name="Line 5"/>
          <p:cNvSpPr>
            <a:spLocks noChangeShapeType="1"/>
          </p:cNvSpPr>
          <p:nvPr/>
        </p:nvSpPr>
        <p:spPr bwMode="auto">
          <a:xfrm>
            <a:off x="304800" y="6248400"/>
            <a:ext cx="8610600" cy="1588"/>
          </a:xfrm>
          <a:prstGeom prst="line">
            <a:avLst/>
          </a:prstGeom>
          <a:noFill/>
          <a:ln w="38160">
            <a:solidFill>
              <a:srgbClr val="3366CC"/>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1031" name="Rectangle 6"/>
          <p:cNvSpPr>
            <a:spLocks noGrp="1" noChangeArrowheads="1"/>
          </p:cNvSpPr>
          <p:nvPr>
            <p:ph type="title"/>
          </p:nvPr>
        </p:nvSpPr>
        <p:spPr bwMode="auto">
          <a:xfrm>
            <a:off x="2057400" y="304800"/>
            <a:ext cx="6813550" cy="531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0000" tIns="46800" rIns="90000" bIns="46800" numCol="1" anchor="ctr" anchorCtr="0" compatLnSpc="1">
            <a:prstTxWarp prst="textNoShape">
              <a:avLst/>
            </a:prstTxWarp>
          </a:bodyPr>
          <a:lstStyle/>
          <a:p>
            <a:pPr lvl="0"/>
            <a:r>
              <a:rPr lang="en-GB" smtClean="0"/>
              <a:t>Click to edit the title text format</a:t>
            </a:r>
          </a:p>
        </p:txBody>
      </p:sp>
      <p:sp>
        <p:nvSpPr>
          <p:cNvPr id="2" name="Rectangle 7"/>
          <p:cNvSpPr>
            <a:spLocks noChangeArrowheads="1"/>
          </p:cNvSpPr>
          <p:nvPr/>
        </p:nvSpPr>
        <p:spPr bwMode="auto">
          <a:xfrm>
            <a:off x="725488" y="411163"/>
            <a:ext cx="866775" cy="368300"/>
          </a:xfrm>
          <a:prstGeom prst="rect">
            <a:avLst/>
          </a:prstGeom>
          <a:noFill/>
          <a:ln>
            <a:noFill/>
          </a:ln>
          <a:effectLst/>
          <a:extLst/>
        </p:spPr>
        <p:txBody>
          <a:bodyPr wrap="none" lIns="90000" tIns="46800" rIns="90000" bIns="46800">
            <a:spAutoFit/>
          </a:bodyPr>
          <a:lstStyle/>
          <a:p>
            <a:pPr eaLnBrk="1" hangingPunct="1">
              <a:buSzPct val="1000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lang="en-US">
                <a:solidFill>
                  <a:srgbClr val="3366CC"/>
                </a:solidFill>
                <a:effectLst>
                  <a:outerShdw blurRad="38100" dist="38100" dir="2700000" algn="tl">
                    <a:srgbClr val="C0C0C0"/>
                  </a:outerShdw>
                </a:effectLst>
                <a:latin typeface="Impact" pitchFamily="32" charset="0"/>
                <a:ea typeface="+mn-ea"/>
                <a:cs typeface="DejaVu Sans" charset="0"/>
              </a:rPr>
              <a:t>SeNet</a:t>
            </a:r>
          </a:p>
        </p:txBody>
      </p:sp>
      <p:pic>
        <p:nvPicPr>
          <p:cNvPr id="1033" name="Picture 8"/>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381000" y="381000"/>
            <a:ext cx="4540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pic>
    </p:spTree>
  </p:cSld>
  <p:clrMap bg1="lt1" tx1="dk1" bg2="lt2" tx2="dk2" accent1="accent1" accent2="accent2" accent3="accent3" accent4="accent4" accent5="accent5" accent6="accent6" hlink="hlink" folHlink="folHlink"/>
  <p:sldLayoutIdLst>
    <p:sldLayoutId id="2147483650" r:id="rId1"/>
    <p:sldLayoutId id="2147483651" r:id="rId2"/>
    <p:sldLayoutId id="2147483652" r:id="rId3"/>
    <p:sldLayoutId id="2147483653" r:id="rId4"/>
    <p:sldLayoutId id="2147483654" r:id="rId5"/>
    <p:sldLayoutId id="2147483655" r:id="rId6"/>
    <p:sldLayoutId id="2147483656" r:id="rId7"/>
    <p:sldLayoutId id="2147483657" r:id="rId8"/>
    <p:sldLayoutId id="2147483658" r:id="rId9"/>
    <p:sldLayoutId id="2147483659" r:id="rId10"/>
    <p:sldLayoutId id="2147483660" r:id="rId11"/>
  </p:sldLayoutIdLst>
  <p:hf sldNum="0" hdr="0" dt="0"/>
  <p:txStyles>
    <p:titleStyle>
      <a:lvl1pPr algn="r" defTabSz="457200" rtl="0" eaLnBrk="0" fontAlgn="base" hangingPunct="0">
        <a:spcBef>
          <a:spcPct val="0"/>
        </a:spcBef>
        <a:spcAft>
          <a:spcPct val="0"/>
        </a:spcAft>
        <a:buClr>
          <a:srgbClr val="000000"/>
        </a:buClr>
        <a:buSzPct val="100000"/>
        <a:buFont typeface="Times New Roman" panose="02020603050405020304" pitchFamily="18" charset="0"/>
        <a:defRPr sz="2400" b="1">
          <a:solidFill>
            <a:srgbClr val="3366CC"/>
          </a:solidFill>
          <a:latin typeface="+mj-lt"/>
          <a:ea typeface="+mj-ea"/>
          <a:cs typeface="+mj-cs"/>
        </a:defRPr>
      </a:lvl1pPr>
      <a:lvl2pPr algn="r" defTabSz="457200" rtl="0" eaLnBrk="0" fontAlgn="base" hangingPunct="0">
        <a:spcBef>
          <a:spcPct val="0"/>
        </a:spcBef>
        <a:spcAft>
          <a:spcPct val="0"/>
        </a:spcAft>
        <a:buClr>
          <a:srgbClr val="000000"/>
        </a:buClr>
        <a:buSzPct val="100000"/>
        <a:buFont typeface="Times New Roman" panose="02020603050405020304" pitchFamily="18" charset="0"/>
        <a:defRPr sz="2400" b="1">
          <a:solidFill>
            <a:srgbClr val="3366CC"/>
          </a:solidFill>
          <a:latin typeface="Verdana" pitchFamily="32" charset="0"/>
          <a:ea typeface="DejaVu Sans" charset="0"/>
          <a:cs typeface="DejaVu Sans" charset="0"/>
        </a:defRPr>
      </a:lvl2pPr>
      <a:lvl3pPr algn="r" defTabSz="457200" rtl="0" eaLnBrk="0" fontAlgn="base" hangingPunct="0">
        <a:spcBef>
          <a:spcPct val="0"/>
        </a:spcBef>
        <a:spcAft>
          <a:spcPct val="0"/>
        </a:spcAft>
        <a:buClr>
          <a:srgbClr val="000000"/>
        </a:buClr>
        <a:buSzPct val="100000"/>
        <a:buFont typeface="Times New Roman" panose="02020603050405020304" pitchFamily="18" charset="0"/>
        <a:defRPr sz="2400" b="1">
          <a:solidFill>
            <a:srgbClr val="3366CC"/>
          </a:solidFill>
          <a:latin typeface="Verdana" pitchFamily="32" charset="0"/>
          <a:ea typeface="DejaVu Sans" charset="0"/>
          <a:cs typeface="DejaVu Sans" charset="0"/>
        </a:defRPr>
      </a:lvl3pPr>
      <a:lvl4pPr algn="r" defTabSz="457200" rtl="0" eaLnBrk="0" fontAlgn="base" hangingPunct="0">
        <a:spcBef>
          <a:spcPct val="0"/>
        </a:spcBef>
        <a:spcAft>
          <a:spcPct val="0"/>
        </a:spcAft>
        <a:buClr>
          <a:srgbClr val="000000"/>
        </a:buClr>
        <a:buSzPct val="100000"/>
        <a:buFont typeface="Times New Roman" panose="02020603050405020304" pitchFamily="18" charset="0"/>
        <a:defRPr sz="2400" b="1">
          <a:solidFill>
            <a:srgbClr val="3366CC"/>
          </a:solidFill>
          <a:latin typeface="Verdana" pitchFamily="32" charset="0"/>
          <a:ea typeface="DejaVu Sans" charset="0"/>
          <a:cs typeface="DejaVu Sans" charset="0"/>
        </a:defRPr>
      </a:lvl4pPr>
      <a:lvl5pPr algn="r" defTabSz="457200" rtl="0" eaLnBrk="0" fontAlgn="base" hangingPunct="0">
        <a:spcBef>
          <a:spcPct val="0"/>
        </a:spcBef>
        <a:spcAft>
          <a:spcPct val="0"/>
        </a:spcAft>
        <a:buClr>
          <a:srgbClr val="000000"/>
        </a:buClr>
        <a:buSzPct val="100000"/>
        <a:buFont typeface="Times New Roman" panose="02020603050405020304" pitchFamily="18" charset="0"/>
        <a:defRPr sz="2400" b="1">
          <a:solidFill>
            <a:srgbClr val="3366CC"/>
          </a:solidFill>
          <a:latin typeface="Verdana" pitchFamily="32" charset="0"/>
          <a:ea typeface="DejaVu Sans" charset="0"/>
          <a:cs typeface="DejaVu Sans" charset="0"/>
        </a:defRPr>
      </a:lvl5pPr>
      <a:lvl6pPr marL="2514600" indent="-228600" algn="r" defTabSz="457200" rtl="0" fontAlgn="base">
        <a:spcBef>
          <a:spcPct val="0"/>
        </a:spcBef>
        <a:spcAft>
          <a:spcPct val="0"/>
        </a:spcAft>
        <a:buClr>
          <a:srgbClr val="000000"/>
        </a:buClr>
        <a:buSzPct val="100000"/>
        <a:buFont typeface="Times New Roman" pitchFamily="16" charset="0"/>
        <a:defRPr sz="2400" b="1">
          <a:solidFill>
            <a:srgbClr val="3366CC"/>
          </a:solidFill>
          <a:latin typeface="Verdana" pitchFamily="32" charset="0"/>
          <a:ea typeface="DejaVu Sans" charset="0"/>
          <a:cs typeface="DejaVu Sans" charset="0"/>
        </a:defRPr>
      </a:lvl6pPr>
      <a:lvl7pPr marL="2971800" indent="-228600" algn="r" defTabSz="457200" rtl="0" fontAlgn="base">
        <a:spcBef>
          <a:spcPct val="0"/>
        </a:spcBef>
        <a:spcAft>
          <a:spcPct val="0"/>
        </a:spcAft>
        <a:buClr>
          <a:srgbClr val="000000"/>
        </a:buClr>
        <a:buSzPct val="100000"/>
        <a:buFont typeface="Times New Roman" pitchFamily="16" charset="0"/>
        <a:defRPr sz="2400" b="1">
          <a:solidFill>
            <a:srgbClr val="3366CC"/>
          </a:solidFill>
          <a:latin typeface="Verdana" pitchFamily="32" charset="0"/>
          <a:ea typeface="DejaVu Sans" charset="0"/>
          <a:cs typeface="DejaVu Sans" charset="0"/>
        </a:defRPr>
      </a:lvl7pPr>
      <a:lvl8pPr marL="3429000" indent="-228600" algn="r" defTabSz="457200" rtl="0" fontAlgn="base">
        <a:spcBef>
          <a:spcPct val="0"/>
        </a:spcBef>
        <a:spcAft>
          <a:spcPct val="0"/>
        </a:spcAft>
        <a:buClr>
          <a:srgbClr val="000000"/>
        </a:buClr>
        <a:buSzPct val="100000"/>
        <a:buFont typeface="Times New Roman" pitchFamily="16" charset="0"/>
        <a:defRPr sz="2400" b="1">
          <a:solidFill>
            <a:srgbClr val="3366CC"/>
          </a:solidFill>
          <a:latin typeface="Verdana" pitchFamily="32" charset="0"/>
          <a:ea typeface="DejaVu Sans" charset="0"/>
          <a:cs typeface="DejaVu Sans" charset="0"/>
        </a:defRPr>
      </a:lvl8pPr>
      <a:lvl9pPr marL="3886200" indent="-228600" algn="r" defTabSz="457200" rtl="0" fontAlgn="base">
        <a:spcBef>
          <a:spcPct val="0"/>
        </a:spcBef>
        <a:spcAft>
          <a:spcPct val="0"/>
        </a:spcAft>
        <a:buClr>
          <a:srgbClr val="000000"/>
        </a:buClr>
        <a:buSzPct val="100000"/>
        <a:buFont typeface="Times New Roman" pitchFamily="16" charset="0"/>
        <a:defRPr sz="2400" b="1">
          <a:solidFill>
            <a:srgbClr val="3366CC"/>
          </a:solidFill>
          <a:latin typeface="Verdana" pitchFamily="32" charset="0"/>
          <a:ea typeface="DejaVu Sans" charset="0"/>
          <a:cs typeface="DejaVu Sans" charset="0"/>
        </a:defRPr>
      </a:lvl9pPr>
    </p:titleStyle>
    <p:bodyStyle>
      <a:lvl1pPr marL="342900" indent="-342900" algn="l" defTabSz="457200" rtl="0" eaLnBrk="0" fontAlgn="base" hangingPunct="0">
        <a:spcBef>
          <a:spcPts val="350"/>
        </a:spcBef>
        <a:spcAft>
          <a:spcPct val="0"/>
        </a:spcAft>
        <a:buClr>
          <a:srgbClr val="000000"/>
        </a:buClr>
        <a:buSzPct val="100000"/>
        <a:buFont typeface="Times New Roman" panose="02020603050405020304" pitchFamily="18" charset="0"/>
        <a:buChar char="•"/>
        <a:defRPr sz="1400" b="1">
          <a:solidFill>
            <a:srgbClr val="000000"/>
          </a:solidFill>
          <a:latin typeface="+mn-lt"/>
          <a:ea typeface="+mn-ea"/>
          <a:cs typeface="+mn-cs"/>
        </a:defRPr>
      </a:lvl1pPr>
      <a:lvl2pPr marL="742950" indent="-285750" algn="l" defTabSz="457200" rtl="0" eaLnBrk="0" fontAlgn="base" hangingPunct="0">
        <a:spcBef>
          <a:spcPts val="300"/>
        </a:spcBef>
        <a:spcAft>
          <a:spcPct val="0"/>
        </a:spcAft>
        <a:buClr>
          <a:srgbClr val="000000"/>
        </a:buClr>
        <a:buSzPct val="100000"/>
        <a:buFont typeface="Times New Roman" panose="02020603050405020304" pitchFamily="18" charset="0"/>
        <a:buChar char="–"/>
        <a:defRPr sz="1200">
          <a:solidFill>
            <a:srgbClr val="000000"/>
          </a:solidFill>
          <a:latin typeface="+mn-lt"/>
          <a:ea typeface="+mn-ea"/>
          <a:cs typeface="+mn-cs"/>
        </a:defRPr>
      </a:lvl2pPr>
      <a:lvl3pPr marL="1143000" indent="-228600" algn="l" defTabSz="457200" rtl="0" eaLnBrk="0" fontAlgn="base" hangingPunct="0">
        <a:spcBef>
          <a:spcPts val="600"/>
        </a:spcBef>
        <a:spcAft>
          <a:spcPct val="0"/>
        </a:spcAft>
        <a:buClr>
          <a:srgbClr val="000000"/>
        </a:buClr>
        <a:buSzPct val="100000"/>
        <a:buFont typeface="Times New Roman" panose="02020603050405020304" pitchFamily="18" charset="0"/>
        <a:buChar char="•"/>
        <a:defRPr sz="2400">
          <a:solidFill>
            <a:srgbClr val="000000"/>
          </a:solidFill>
          <a:latin typeface="Arial" charset="0"/>
          <a:ea typeface="+mn-ea"/>
          <a:cs typeface="+mn-cs"/>
        </a:defRPr>
      </a:lvl3pPr>
      <a:lvl4pPr marL="1600200" indent="-228600" algn="l" defTabSz="457200" rtl="0" eaLnBrk="0" fontAlgn="base" hangingPunct="0">
        <a:spcBef>
          <a:spcPts val="500"/>
        </a:spcBef>
        <a:spcAft>
          <a:spcPct val="0"/>
        </a:spcAft>
        <a:buClr>
          <a:srgbClr val="000000"/>
        </a:buClr>
        <a:buSzPct val="100000"/>
        <a:buFont typeface="Times New Roman" panose="02020603050405020304" pitchFamily="18" charset="0"/>
        <a:buChar char="–"/>
        <a:defRPr sz="2000">
          <a:solidFill>
            <a:srgbClr val="000000"/>
          </a:solidFill>
          <a:latin typeface="Arial" charset="0"/>
          <a:ea typeface="+mn-ea"/>
          <a:cs typeface="+mn-cs"/>
        </a:defRPr>
      </a:lvl4pPr>
      <a:lvl5pPr marL="2057400" indent="-228600" algn="l" defTabSz="457200" rtl="0" eaLnBrk="0" fontAlgn="base" hangingPunct="0">
        <a:spcBef>
          <a:spcPts val="500"/>
        </a:spcBef>
        <a:spcAft>
          <a:spcPct val="0"/>
        </a:spcAft>
        <a:buClr>
          <a:srgbClr val="000000"/>
        </a:buClr>
        <a:buSzPct val="100000"/>
        <a:buFont typeface="Times New Roman" panose="02020603050405020304" pitchFamily="18" charset="0"/>
        <a:buChar char="»"/>
        <a:defRPr sz="2000">
          <a:solidFill>
            <a:srgbClr val="000000"/>
          </a:solidFill>
          <a:latin typeface="Arial" charset="0"/>
          <a:ea typeface="+mn-ea"/>
          <a:cs typeface="+mn-cs"/>
        </a:defRPr>
      </a:lvl5pPr>
      <a:lvl6pPr marL="2514600" indent="-228600" algn="l" defTabSz="457200" rtl="0" fontAlgn="base">
        <a:spcBef>
          <a:spcPts val="500"/>
        </a:spcBef>
        <a:spcAft>
          <a:spcPct val="0"/>
        </a:spcAft>
        <a:buClr>
          <a:srgbClr val="000000"/>
        </a:buClr>
        <a:buSzPct val="100000"/>
        <a:buFont typeface="Times New Roman" pitchFamily="16" charset="0"/>
        <a:defRPr sz="2000">
          <a:solidFill>
            <a:srgbClr val="000000"/>
          </a:solidFill>
          <a:latin typeface="Arial" charset="0"/>
          <a:ea typeface="+mn-ea"/>
          <a:cs typeface="+mn-cs"/>
        </a:defRPr>
      </a:lvl6pPr>
      <a:lvl7pPr marL="2971800" indent="-228600" algn="l" defTabSz="457200" rtl="0" fontAlgn="base">
        <a:spcBef>
          <a:spcPts val="500"/>
        </a:spcBef>
        <a:spcAft>
          <a:spcPct val="0"/>
        </a:spcAft>
        <a:buClr>
          <a:srgbClr val="000000"/>
        </a:buClr>
        <a:buSzPct val="100000"/>
        <a:buFont typeface="Times New Roman" pitchFamily="16" charset="0"/>
        <a:defRPr sz="2000">
          <a:solidFill>
            <a:srgbClr val="000000"/>
          </a:solidFill>
          <a:latin typeface="Arial" charset="0"/>
          <a:ea typeface="+mn-ea"/>
          <a:cs typeface="+mn-cs"/>
        </a:defRPr>
      </a:lvl7pPr>
      <a:lvl8pPr marL="3429000" indent="-228600" algn="l" defTabSz="457200" rtl="0" fontAlgn="base">
        <a:spcBef>
          <a:spcPts val="500"/>
        </a:spcBef>
        <a:spcAft>
          <a:spcPct val="0"/>
        </a:spcAft>
        <a:buClr>
          <a:srgbClr val="000000"/>
        </a:buClr>
        <a:buSzPct val="100000"/>
        <a:buFont typeface="Times New Roman" pitchFamily="16" charset="0"/>
        <a:defRPr sz="2000">
          <a:solidFill>
            <a:srgbClr val="000000"/>
          </a:solidFill>
          <a:latin typeface="Arial" charset="0"/>
          <a:ea typeface="+mn-ea"/>
          <a:cs typeface="+mn-cs"/>
        </a:defRPr>
      </a:lvl8pPr>
      <a:lvl9pPr marL="3886200" indent="-228600" algn="l" defTabSz="457200" rtl="0" fontAlgn="base">
        <a:spcBef>
          <a:spcPts val="500"/>
        </a:spcBef>
        <a:spcAft>
          <a:spcPct val="0"/>
        </a:spcAft>
        <a:buClr>
          <a:srgbClr val="000000"/>
        </a:buClr>
        <a:buSzPct val="100000"/>
        <a:buFont typeface="Times New Roman" pitchFamily="16" charset="0"/>
        <a:defRPr sz="2000">
          <a:solidFill>
            <a:srgbClr val="000000"/>
          </a:solidFill>
          <a:latin typeface="Arial" charset="0"/>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050" name="Rectangle 1"/>
          <p:cNvSpPr>
            <a:spLocks noChangeArrowheads="1"/>
          </p:cNvSpPr>
          <p:nvPr/>
        </p:nvSpPr>
        <p:spPr bwMode="auto">
          <a:xfrm>
            <a:off x="0" y="0"/>
            <a:ext cx="9144000" cy="228600"/>
          </a:xfrm>
          <a:prstGeom prst="rect">
            <a:avLst/>
          </a:prstGeom>
          <a:solidFill>
            <a:srgbClr val="6699CC"/>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pPr eaLnBrk="1" hangingPunct="1">
              <a:buClr>
                <a:srgbClr val="000000"/>
              </a:buClr>
              <a:buSzPct val="100000"/>
              <a:buFont typeface="Times New Roman" panose="02020603050405020304" pitchFamily="18" charset="0"/>
              <a:buNone/>
            </a:pPr>
            <a:endParaRPr lang="en-US"/>
          </a:p>
        </p:txBody>
      </p:sp>
      <p:sp>
        <p:nvSpPr>
          <p:cNvPr id="2051" name="Rectangle 2"/>
          <p:cNvSpPr>
            <a:spLocks noChangeArrowheads="1"/>
          </p:cNvSpPr>
          <p:nvPr/>
        </p:nvSpPr>
        <p:spPr bwMode="auto">
          <a:xfrm>
            <a:off x="228600" y="6221413"/>
            <a:ext cx="8686800" cy="2714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360" tIns="44280" rIns="90360" bIns="44280">
            <a:spAutoFit/>
          </a:bodyPr>
          <a:lstStyle>
            <a:lvl1pPr eaLnBrk="0" hangingPunct="0">
              <a:tabLst>
                <a:tab pos="0" algn="l"/>
                <a:tab pos="4224338" algn="ctr"/>
                <a:tab pos="8462963" algn="r"/>
                <a:tab pos="9144000" algn="l"/>
                <a:tab pos="10058400" algn="l"/>
              </a:tabLst>
              <a:defRPr>
                <a:solidFill>
                  <a:schemeClr val="bg1"/>
                </a:solidFill>
                <a:latin typeface="Arial" panose="020B0604020202020204" pitchFamily="34" charset="0"/>
                <a:ea typeface="DejaVu Sans" pitchFamily="34" charset="0"/>
                <a:cs typeface="DejaVu Sans" pitchFamily="34" charset="0"/>
              </a:defRPr>
            </a:lvl1pPr>
            <a:lvl2pPr eaLnBrk="0" hangingPunct="0">
              <a:tabLst>
                <a:tab pos="0" algn="l"/>
                <a:tab pos="4224338" algn="ctr"/>
                <a:tab pos="8462963" algn="r"/>
                <a:tab pos="9144000" algn="l"/>
                <a:tab pos="10058400" algn="l"/>
              </a:tabLst>
              <a:defRPr>
                <a:solidFill>
                  <a:schemeClr val="bg1"/>
                </a:solidFill>
                <a:latin typeface="Arial" panose="020B0604020202020204" pitchFamily="34" charset="0"/>
                <a:ea typeface="DejaVu Sans" pitchFamily="34" charset="0"/>
                <a:cs typeface="DejaVu Sans" pitchFamily="34" charset="0"/>
              </a:defRPr>
            </a:lvl2pPr>
            <a:lvl3pPr eaLnBrk="0" hangingPunct="0">
              <a:tabLst>
                <a:tab pos="0" algn="l"/>
                <a:tab pos="4224338" algn="ctr"/>
                <a:tab pos="8462963" algn="r"/>
                <a:tab pos="9144000" algn="l"/>
                <a:tab pos="10058400" algn="l"/>
              </a:tabLst>
              <a:defRPr>
                <a:solidFill>
                  <a:schemeClr val="bg1"/>
                </a:solidFill>
                <a:latin typeface="Arial" panose="020B0604020202020204" pitchFamily="34" charset="0"/>
                <a:ea typeface="DejaVu Sans" pitchFamily="34" charset="0"/>
                <a:cs typeface="DejaVu Sans" pitchFamily="34" charset="0"/>
              </a:defRPr>
            </a:lvl3pPr>
            <a:lvl4pPr eaLnBrk="0" hangingPunct="0">
              <a:tabLst>
                <a:tab pos="0" algn="l"/>
                <a:tab pos="4224338" algn="ctr"/>
                <a:tab pos="8462963" algn="r"/>
                <a:tab pos="9144000" algn="l"/>
                <a:tab pos="10058400" algn="l"/>
              </a:tabLst>
              <a:defRPr>
                <a:solidFill>
                  <a:schemeClr val="bg1"/>
                </a:solidFill>
                <a:latin typeface="Arial" panose="020B0604020202020204" pitchFamily="34" charset="0"/>
                <a:ea typeface="DejaVu Sans" pitchFamily="34" charset="0"/>
                <a:cs typeface="DejaVu Sans" pitchFamily="34" charset="0"/>
              </a:defRPr>
            </a:lvl4pPr>
            <a:lvl5pPr eaLnBrk="0" hangingPunct="0">
              <a:tabLst>
                <a:tab pos="0" algn="l"/>
                <a:tab pos="4224338" algn="ctr"/>
                <a:tab pos="8462963" algn="r"/>
                <a:tab pos="9144000" algn="l"/>
                <a:tab pos="10058400" algn="l"/>
              </a:tabLst>
              <a:defRPr>
                <a:solidFill>
                  <a:schemeClr val="bg1"/>
                </a:solidFill>
                <a:latin typeface="Arial" panose="020B0604020202020204" pitchFamily="34" charset="0"/>
                <a:ea typeface="DejaVu Sans" pitchFamily="34" charset="0"/>
                <a:cs typeface="DejaVu Sans" pitchFamily="34" charset="0"/>
              </a:defRPr>
            </a:lvl5pPr>
            <a:lvl6pPr marL="25146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224338" algn="ctr"/>
                <a:tab pos="8462963" algn="r"/>
                <a:tab pos="9144000" algn="l"/>
                <a:tab pos="10058400" algn="l"/>
              </a:tabLst>
              <a:defRPr>
                <a:solidFill>
                  <a:schemeClr val="bg1"/>
                </a:solidFill>
                <a:latin typeface="Arial" panose="020B0604020202020204" pitchFamily="34" charset="0"/>
                <a:ea typeface="DejaVu Sans" pitchFamily="34" charset="0"/>
                <a:cs typeface="DejaVu Sans" pitchFamily="34" charset="0"/>
              </a:defRPr>
            </a:lvl6pPr>
            <a:lvl7pPr marL="29718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224338" algn="ctr"/>
                <a:tab pos="8462963" algn="r"/>
                <a:tab pos="9144000" algn="l"/>
                <a:tab pos="10058400" algn="l"/>
              </a:tabLst>
              <a:defRPr>
                <a:solidFill>
                  <a:schemeClr val="bg1"/>
                </a:solidFill>
                <a:latin typeface="Arial" panose="020B0604020202020204" pitchFamily="34" charset="0"/>
                <a:ea typeface="DejaVu Sans" pitchFamily="34" charset="0"/>
                <a:cs typeface="DejaVu Sans" pitchFamily="34" charset="0"/>
              </a:defRPr>
            </a:lvl7pPr>
            <a:lvl8pPr marL="34290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224338" algn="ctr"/>
                <a:tab pos="8462963" algn="r"/>
                <a:tab pos="9144000" algn="l"/>
                <a:tab pos="10058400" algn="l"/>
              </a:tabLst>
              <a:defRPr>
                <a:solidFill>
                  <a:schemeClr val="bg1"/>
                </a:solidFill>
                <a:latin typeface="Arial" panose="020B0604020202020204" pitchFamily="34" charset="0"/>
                <a:ea typeface="DejaVu Sans" pitchFamily="34" charset="0"/>
                <a:cs typeface="DejaVu Sans" pitchFamily="34" charset="0"/>
              </a:defRPr>
            </a:lvl8pPr>
            <a:lvl9pPr marL="38862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224338" algn="ctr"/>
                <a:tab pos="8462963" algn="r"/>
                <a:tab pos="9144000" algn="l"/>
                <a:tab pos="10058400" algn="l"/>
              </a:tabLst>
              <a:defRPr>
                <a:solidFill>
                  <a:schemeClr val="bg1"/>
                </a:solidFill>
                <a:latin typeface="Arial" panose="020B0604020202020204" pitchFamily="34" charset="0"/>
                <a:ea typeface="DejaVu Sans" pitchFamily="34" charset="0"/>
                <a:cs typeface="DejaVu Sans" pitchFamily="34" charset="0"/>
              </a:defRPr>
            </a:lvl9pPr>
          </a:lstStyle>
          <a:p>
            <a:pPr>
              <a:buSzPct val="100000"/>
              <a:defRPr/>
            </a:pPr>
            <a:r>
              <a:rPr lang="en-US" sz="1200" smtClean="0">
                <a:solidFill>
                  <a:srgbClr val="024D86"/>
                </a:solidFill>
                <a:latin typeface="Verdana" panose="020B0604030504040204" pitchFamily="34" charset="0"/>
              </a:rPr>
              <a:t>	</a:t>
            </a:r>
          </a:p>
        </p:txBody>
      </p:sp>
      <p:sp>
        <p:nvSpPr>
          <p:cNvPr id="2052" name="Line 3"/>
          <p:cNvSpPr>
            <a:spLocks noChangeShapeType="1"/>
          </p:cNvSpPr>
          <p:nvPr/>
        </p:nvSpPr>
        <p:spPr bwMode="auto">
          <a:xfrm>
            <a:off x="304800" y="6248400"/>
            <a:ext cx="8610600" cy="1588"/>
          </a:xfrm>
          <a:prstGeom prst="line">
            <a:avLst/>
          </a:prstGeom>
          <a:noFill/>
          <a:ln w="38160">
            <a:solidFill>
              <a:srgbClr val="3366CC"/>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2053" name="Rectangle 4"/>
          <p:cNvSpPr>
            <a:spLocks noGrp="1" noChangeArrowheads="1"/>
          </p:cNvSpPr>
          <p:nvPr>
            <p:ph type="title"/>
          </p:nvPr>
        </p:nvSpPr>
        <p:spPr bwMode="auto">
          <a:xfrm>
            <a:off x="685800" y="2130425"/>
            <a:ext cx="7770813" cy="1468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0000" tIns="46800" rIns="90000" bIns="46800" numCol="1" anchor="ctr" anchorCtr="0" compatLnSpc="1">
            <a:prstTxWarp prst="textNoShape">
              <a:avLst/>
            </a:prstTxWarp>
          </a:bodyPr>
          <a:lstStyle/>
          <a:p>
            <a:pPr lvl="0"/>
            <a:r>
              <a:rPr lang="en-GB" smtClean="0"/>
              <a:t>Click to edit the title text format</a:t>
            </a:r>
          </a:p>
        </p:txBody>
      </p:sp>
      <p:sp>
        <p:nvSpPr>
          <p:cNvPr id="2054" name="Rectangle 5"/>
          <p:cNvSpPr>
            <a:spLocks noGrp="1" noChangeArrowheads="1"/>
          </p:cNvSpPr>
          <p:nvPr>
            <p:ph type="body" idx="1"/>
          </p:nvPr>
        </p:nvSpPr>
        <p:spPr bwMode="auto">
          <a:xfrm>
            <a:off x="457200" y="1604963"/>
            <a:ext cx="8228013" cy="4524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0" tIns="0" rIns="0" bIns="0" numCol="1" anchor="t" anchorCtr="0" compatLnSpc="1">
            <a:prstTxWarp prst="textNoShape">
              <a:avLst/>
            </a:prstTxWarp>
          </a:bodyPr>
          <a:lstStyle/>
          <a:p>
            <a:pPr lvl="0"/>
            <a:r>
              <a:rPr lang="en-GB" smtClean="0"/>
              <a:t>Click to edit the outline text format</a:t>
            </a:r>
          </a:p>
          <a:p>
            <a:pPr lvl="1"/>
            <a:r>
              <a:rPr lang="en-GB" smtClean="0"/>
              <a:t>Second Outline Level</a:t>
            </a:r>
          </a:p>
          <a:p>
            <a:pPr lvl="2"/>
            <a:r>
              <a:rPr lang="en-GB" smtClean="0"/>
              <a:t>Third Outline Level</a:t>
            </a:r>
          </a:p>
          <a:p>
            <a:pPr lvl="3"/>
            <a:r>
              <a:rPr lang="en-GB" smtClean="0"/>
              <a:t>Fourth Outline Level</a:t>
            </a:r>
          </a:p>
          <a:p>
            <a:pPr lvl="4"/>
            <a:r>
              <a:rPr lang="en-GB" smtClean="0"/>
              <a:t>Fifth Outline Level</a:t>
            </a:r>
          </a:p>
          <a:p>
            <a:pPr lvl="4"/>
            <a:r>
              <a:rPr lang="en-GB" smtClean="0"/>
              <a:t>Sixth Outline Level</a:t>
            </a:r>
          </a:p>
          <a:p>
            <a:pPr lvl="4"/>
            <a:r>
              <a:rPr lang="en-GB" smtClean="0"/>
              <a:t>Seventh Outline Level</a:t>
            </a:r>
          </a:p>
          <a:p>
            <a:pPr lvl="4"/>
            <a:r>
              <a:rPr lang="en-GB" smtClean="0"/>
              <a:t>Eighth Outline Level</a:t>
            </a:r>
          </a:p>
          <a:p>
            <a:pPr lvl="4"/>
            <a:r>
              <a:rPr lang="en-GB" smtClean="0"/>
              <a:t>Ninth Outline Level</a:t>
            </a: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Lst>
  <p:hf sldNum="0" hdr="0" dt="0"/>
  <p:txStyles>
    <p:titleStyle>
      <a:lvl1pPr algn="r" defTabSz="457200" rtl="0" eaLnBrk="0" fontAlgn="base" hangingPunct="0">
        <a:spcBef>
          <a:spcPct val="0"/>
        </a:spcBef>
        <a:spcAft>
          <a:spcPct val="0"/>
        </a:spcAft>
        <a:buClr>
          <a:srgbClr val="000000"/>
        </a:buClr>
        <a:buSzPct val="100000"/>
        <a:buFont typeface="Times New Roman" panose="02020603050405020304" pitchFamily="18" charset="0"/>
        <a:defRPr sz="2400" b="1">
          <a:solidFill>
            <a:srgbClr val="3366CC"/>
          </a:solidFill>
          <a:latin typeface="+mj-lt"/>
          <a:ea typeface="+mj-ea"/>
          <a:cs typeface="+mj-cs"/>
        </a:defRPr>
      </a:lvl1pPr>
      <a:lvl2pPr algn="r" defTabSz="457200" rtl="0" eaLnBrk="0" fontAlgn="base" hangingPunct="0">
        <a:spcBef>
          <a:spcPct val="0"/>
        </a:spcBef>
        <a:spcAft>
          <a:spcPct val="0"/>
        </a:spcAft>
        <a:buClr>
          <a:srgbClr val="000000"/>
        </a:buClr>
        <a:buSzPct val="100000"/>
        <a:buFont typeface="Times New Roman" panose="02020603050405020304" pitchFamily="18" charset="0"/>
        <a:defRPr sz="2400" b="1">
          <a:solidFill>
            <a:srgbClr val="3366CC"/>
          </a:solidFill>
          <a:latin typeface="Verdana" pitchFamily="32" charset="0"/>
          <a:ea typeface="DejaVu Sans" charset="0"/>
          <a:cs typeface="DejaVu Sans" charset="0"/>
        </a:defRPr>
      </a:lvl2pPr>
      <a:lvl3pPr algn="r" defTabSz="457200" rtl="0" eaLnBrk="0" fontAlgn="base" hangingPunct="0">
        <a:spcBef>
          <a:spcPct val="0"/>
        </a:spcBef>
        <a:spcAft>
          <a:spcPct val="0"/>
        </a:spcAft>
        <a:buClr>
          <a:srgbClr val="000000"/>
        </a:buClr>
        <a:buSzPct val="100000"/>
        <a:buFont typeface="Times New Roman" panose="02020603050405020304" pitchFamily="18" charset="0"/>
        <a:defRPr sz="2400" b="1">
          <a:solidFill>
            <a:srgbClr val="3366CC"/>
          </a:solidFill>
          <a:latin typeface="Verdana" pitchFamily="32" charset="0"/>
          <a:ea typeface="DejaVu Sans" charset="0"/>
          <a:cs typeface="DejaVu Sans" charset="0"/>
        </a:defRPr>
      </a:lvl3pPr>
      <a:lvl4pPr algn="r" defTabSz="457200" rtl="0" eaLnBrk="0" fontAlgn="base" hangingPunct="0">
        <a:spcBef>
          <a:spcPct val="0"/>
        </a:spcBef>
        <a:spcAft>
          <a:spcPct val="0"/>
        </a:spcAft>
        <a:buClr>
          <a:srgbClr val="000000"/>
        </a:buClr>
        <a:buSzPct val="100000"/>
        <a:buFont typeface="Times New Roman" panose="02020603050405020304" pitchFamily="18" charset="0"/>
        <a:defRPr sz="2400" b="1">
          <a:solidFill>
            <a:srgbClr val="3366CC"/>
          </a:solidFill>
          <a:latin typeface="Verdana" pitchFamily="32" charset="0"/>
          <a:ea typeface="DejaVu Sans" charset="0"/>
          <a:cs typeface="DejaVu Sans" charset="0"/>
        </a:defRPr>
      </a:lvl4pPr>
      <a:lvl5pPr algn="r" defTabSz="457200" rtl="0" eaLnBrk="0" fontAlgn="base" hangingPunct="0">
        <a:spcBef>
          <a:spcPct val="0"/>
        </a:spcBef>
        <a:spcAft>
          <a:spcPct val="0"/>
        </a:spcAft>
        <a:buClr>
          <a:srgbClr val="000000"/>
        </a:buClr>
        <a:buSzPct val="100000"/>
        <a:buFont typeface="Times New Roman" panose="02020603050405020304" pitchFamily="18" charset="0"/>
        <a:defRPr sz="2400" b="1">
          <a:solidFill>
            <a:srgbClr val="3366CC"/>
          </a:solidFill>
          <a:latin typeface="Verdana" pitchFamily="32" charset="0"/>
          <a:ea typeface="DejaVu Sans" charset="0"/>
          <a:cs typeface="DejaVu Sans" charset="0"/>
        </a:defRPr>
      </a:lvl5pPr>
      <a:lvl6pPr marL="2514600" indent="-228600" algn="r" defTabSz="457200" rtl="0" fontAlgn="base">
        <a:spcBef>
          <a:spcPct val="0"/>
        </a:spcBef>
        <a:spcAft>
          <a:spcPct val="0"/>
        </a:spcAft>
        <a:buClr>
          <a:srgbClr val="000000"/>
        </a:buClr>
        <a:buSzPct val="100000"/>
        <a:buFont typeface="Times New Roman" pitchFamily="16" charset="0"/>
        <a:defRPr sz="2400" b="1">
          <a:solidFill>
            <a:srgbClr val="3366CC"/>
          </a:solidFill>
          <a:latin typeface="Verdana" pitchFamily="32" charset="0"/>
          <a:ea typeface="DejaVu Sans" charset="0"/>
          <a:cs typeface="DejaVu Sans" charset="0"/>
        </a:defRPr>
      </a:lvl6pPr>
      <a:lvl7pPr marL="2971800" indent="-228600" algn="r" defTabSz="457200" rtl="0" fontAlgn="base">
        <a:spcBef>
          <a:spcPct val="0"/>
        </a:spcBef>
        <a:spcAft>
          <a:spcPct val="0"/>
        </a:spcAft>
        <a:buClr>
          <a:srgbClr val="000000"/>
        </a:buClr>
        <a:buSzPct val="100000"/>
        <a:buFont typeface="Times New Roman" pitchFamily="16" charset="0"/>
        <a:defRPr sz="2400" b="1">
          <a:solidFill>
            <a:srgbClr val="3366CC"/>
          </a:solidFill>
          <a:latin typeface="Verdana" pitchFamily="32" charset="0"/>
          <a:ea typeface="DejaVu Sans" charset="0"/>
          <a:cs typeface="DejaVu Sans" charset="0"/>
        </a:defRPr>
      </a:lvl7pPr>
      <a:lvl8pPr marL="3429000" indent="-228600" algn="r" defTabSz="457200" rtl="0" fontAlgn="base">
        <a:spcBef>
          <a:spcPct val="0"/>
        </a:spcBef>
        <a:spcAft>
          <a:spcPct val="0"/>
        </a:spcAft>
        <a:buClr>
          <a:srgbClr val="000000"/>
        </a:buClr>
        <a:buSzPct val="100000"/>
        <a:buFont typeface="Times New Roman" pitchFamily="16" charset="0"/>
        <a:defRPr sz="2400" b="1">
          <a:solidFill>
            <a:srgbClr val="3366CC"/>
          </a:solidFill>
          <a:latin typeface="Verdana" pitchFamily="32" charset="0"/>
          <a:ea typeface="DejaVu Sans" charset="0"/>
          <a:cs typeface="DejaVu Sans" charset="0"/>
        </a:defRPr>
      </a:lvl8pPr>
      <a:lvl9pPr marL="3886200" indent="-228600" algn="r" defTabSz="457200" rtl="0" fontAlgn="base">
        <a:spcBef>
          <a:spcPct val="0"/>
        </a:spcBef>
        <a:spcAft>
          <a:spcPct val="0"/>
        </a:spcAft>
        <a:buClr>
          <a:srgbClr val="000000"/>
        </a:buClr>
        <a:buSzPct val="100000"/>
        <a:buFont typeface="Times New Roman" pitchFamily="16" charset="0"/>
        <a:defRPr sz="2400" b="1">
          <a:solidFill>
            <a:srgbClr val="3366CC"/>
          </a:solidFill>
          <a:latin typeface="Verdana" pitchFamily="32" charset="0"/>
          <a:ea typeface="DejaVu Sans" charset="0"/>
          <a:cs typeface="DejaVu Sans" charset="0"/>
        </a:defRPr>
      </a:lvl9pPr>
    </p:titleStyle>
    <p:bodyStyle>
      <a:lvl1pPr marL="342900" indent="-342900" algn="l" defTabSz="457200" rtl="0" eaLnBrk="0" fontAlgn="base" hangingPunct="0">
        <a:spcBef>
          <a:spcPts val="350"/>
        </a:spcBef>
        <a:spcAft>
          <a:spcPct val="0"/>
        </a:spcAft>
        <a:buClr>
          <a:srgbClr val="000000"/>
        </a:buClr>
        <a:buSzPct val="100000"/>
        <a:buFont typeface="Times New Roman" panose="02020603050405020304" pitchFamily="18" charset="0"/>
        <a:buChar char="•"/>
        <a:defRPr sz="1400" b="1">
          <a:solidFill>
            <a:srgbClr val="000000"/>
          </a:solidFill>
          <a:latin typeface="+mn-lt"/>
          <a:ea typeface="+mn-ea"/>
          <a:cs typeface="+mn-cs"/>
        </a:defRPr>
      </a:lvl1pPr>
      <a:lvl2pPr marL="742950" indent="-285750" algn="l" defTabSz="457200" rtl="0" eaLnBrk="0" fontAlgn="base" hangingPunct="0">
        <a:spcBef>
          <a:spcPts val="300"/>
        </a:spcBef>
        <a:spcAft>
          <a:spcPct val="0"/>
        </a:spcAft>
        <a:buClr>
          <a:srgbClr val="000000"/>
        </a:buClr>
        <a:buSzPct val="100000"/>
        <a:buFont typeface="Times New Roman" panose="02020603050405020304" pitchFamily="18" charset="0"/>
        <a:buChar char="–"/>
        <a:defRPr sz="1200">
          <a:solidFill>
            <a:srgbClr val="000000"/>
          </a:solidFill>
          <a:latin typeface="+mn-lt"/>
          <a:ea typeface="+mn-ea"/>
          <a:cs typeface="+mn-cs"/>
        </a:defRPr>
      </a:lvl2pPr>
      <a:lvl3pPr marL="1143000" indent="-228600" algn="l" defTabSz="457200" rtl="0" eaLnBrk="0" fontAlgn="base" hangingPunct="0">
        <a:spcBef>
          <a:spcPts val="600"/>
        </a:spcBef>
        <a:spcAft>
          <a:spcPct val="0"/>
        </a:spcAft>
        <a:buClr>
          <a:srgbClr val="000000"/>
        </a:buClr>
        <a:buSzPct val="100000"/>
        <a:buFont typeface="Times New Roman" panose="02020603050405020304" pitchFamily="18" charset="0"/>
        <a:buChar char="•"/>
        <a:defRPr sz="2400">
          <a:solidFill>
            <a:srgbClr val="000000"/>
          </a:solidFill>
          <a:latin typeface="Arial" charset="0"/>
          <a:ea typeface="+mn-ea"/>
          <a:cs typeface="+mn-cs"/>
        </a:defRPr>
      </a:lvl3pPr>
      <a:lvl4pPr marL="1600200" indent="-228600" algn="l" defTabSz="457200" rtl="0" eaLnBrk="0" fontAlgn="base" hangingPunct="0">
        <a:spcBef>
          <a:spcPts val="500"/>
        </a:spcBef>
        <a:spcAft>
          <a:spcPct val="0"/>
        </a:spcAft>
        <a:buClr>
          <a:srgbClr val="000000"/>
        </a:buClr>
        <a:buSzPct val="100000"/>
        <a:buFont typeface="Times New Roman" panose="02020603050405020304" pitchFamily="18" charset="0"/>
        <a:buChar char="–"/>
        <a:defRPr sz="2000">
          <a:solidFill>
            <a:srgbClr val="000000"/>
          </a:solidFill>
          <a:latin typeface="Arial" charset="0"/>
          <a:ea typeface="+mn-ea"/>
          <a:cs typeface="+mn-cs"/>
        </a:defRPr>
      </a:lvl4pPr>
      <a:lvl5pPr marL="2057400" indent="-228600" algn="l" defTabSz="457200" rtl="0" eaLnBrk="0" fontAlgn="base" hangingPunct="0">
        <a:spcBef>
          <a:spcPts val="500"/>
        </a:spcBef>
        <a:spcAft>
          <a:spcPct val="0"/>
        </a:spcAft>
        <a:buClr>
          <a:srgbClr val="000000"/>
        </a:buClr>
        <a:buSzPct val="100000"/>
        <a:buFont typeface="Times New Roman" panose="02020603050405020304" pitchFamily="18" charset="0"/>
        <a:buChar char="»"/>
        <a:defRPr sz="2000">
          <a:solidFill>
            <a:srgbClr val="000000"/>
          </a:solidFill>
          <a:latin typeface="Arial" charset="0"/>
          <a:ea typeface="+mn-ea"/>
          <a:cs typeface="+mn-cs"/>
        </a:defRPr>
      </a:lvl5pPr>
      <a:lvl6pPr marL="2514600" indent="-228600" algn="l" defTabSz="457200" rtl="0" fontAlgn="base">
        <a:spcBef>
          <a:spcPts val="500"/>
        </a:spcBef>
        <a:spcAft>
          <a:spcPct val="0"/>
        </a:spcAft>
        <a:buClr>
          <a:srgbClr val="000000"/>
        </a:buClr>
        <a:buSzPct val="100000"/>
        <a:buFont typeface="Times New Roman" pitchFamily="16" charset="0"/>
        <a:defRPr sz="2000">
          <a:solidFill>
            <a:srgbClr val="000000"/>
          </a:solidFill>
          <a:latin typeface="Arial" charset="0"/>
          <a:ea typeface="+mn-ea"/>
          <a:cs typeface="+mn-cs"/>
        </a:defRPr>
      </a:lvl6pPr>
      <a:lvl7pPr marL="2971800" indent="-228600" algn="l" defTabSz="457200" rtl="0" fontAlgn="base">
        <a:spcBef>
          <a:spcPts val="500"/>
        </a:spcBef>
        <a:spcAft>
          <a:spcPct val="0"/>
        </a:spcAft>
        <a:buClr>
          <a:srgbClr val="000000"/>
        </a:buClr>
        <a:buSzPct val="100000"/>
        <a:buFont typeface="Times New Roman" pitchFamily="16" charset="0"/>
        <a:defRPr sz="2000">
          <a:solidFill>
            <a:srgbClr val="000000"/>
          </a:solidFill>
          <a:latin typeface="Arial" charset="0"/>
          <a:ea typeface="+mn-ea"/>
          <a:cs typeface="+mn-cs"/>
        </a:defRPr>
      </a:lvl7pPr>
      <a:lvl8pPr marL="3429000" indent="-228600" algn="l" defTabSz="457200" rtl="0" fontAlgn="base">
        <a:spcBef>
          <a:spcPts val="500"/>
        </a:spcBef>
        <a:spcAft>
          <a:spcPct val="0"/>
        </a:spcAft>
        <a:buClr>
          <a:srgbClr val="000000"/>
        </a:buClr>
        <a:buSzPct val="100000"/>
        <a:buFont typeface="Times New Roman" pitchFamily="16" charset="0"/>
        <a:defRPr sz="2000">
          <a:solidFill>
            <a:srgbClr val="000000"/>
          </a:solidFill>
          <a:latin typeface="Arial" charset="0"/>
          <a:ea typeface="+mn-ea"/>
          <a:cs typeface="+mn-cs"/>
        </a:defRPr>
      </a:lvl8pPr>
      <a:lvl9pPr marL="3886200" indent="-228600" algn="l" defTabSz="457200" rtl="0" fontAlgn="base">
        <a:spcBef>
          <a:spcPts val="500"/>
        </a:spcBef>
        <a:spcAft>
          <a:spcPct val="0"/>
        </a:spcAft>
        <a:buClr>
          <a:srgbClr val="000000"/>
        </a:buClr>
        <a:buSzPct val="100000"/>
        <a:buFont typeface="Times New Roman" pitchFamily="16" charset="0"/>
        <a:defRPr sz="2000">
          <a:solidFill>
            <a:srgbClr val="000000"/>
          </a:solidFill>
          <a:latin typeface="Arial" charset="0"/>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xml"/><Relationship Id="rId1" Type="http://schemas.openxmlformats.org/officeDocument/2006/relationships/slideLayout" Target="../slideLayouts/slideLayout23.xml"/><Relationship Id="rId5" Type="http://schemas.openxmlformats.org/officeDocument/2006/relationships/image" Target="../media/image4.gif"/><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2.xml"/><Relationship Id="rId1" Type="http://schemas.openxmlformats.org/officeDocument/2006/relationships/themeOverride" Target="../theme/themeOverride1.xml"/><Relationship Id="rId4" Type="http://schemas.openxmlformats.org/officeDocument/2006/relationships/image" Target="../media/image5.png"/></Relationships>
</file>

<file path=ppt/slides/_rels/slide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7" Type="http://schemas.openxmlformats.org/officeDocument/2006/relationships/image" Target="../media/image15.png"/><Relationship Id="rId2" Type="http://schemas.openxmlformats.org/officeDocument/2006/relationships/notesSlide" Target="../notesSlides/notesSlide10.xml"/><Relationship Id="rId1" Type="http://schemas.openxmlformats.org/officeDocument/2006/relationships/slideLayout" Target="../slideLayouts/slideLayout2.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2.png"/></Relationships>
</file>

<file path=ppt/slides/_rels/slide12.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1"/>
          <p:cNvSpPr>
            <a:spLocks noGrp="1" noChangeArrowheads="1"/>
          </p:cNvSpPr>
          <p:nvPr>
            <p:ph type="title"/>
          </p:nvPr>
        </p:nvSpPr>
        <p:spPr>
          <a:xfrm>
            <a:off x="708025" y="3243263"/>
            <a:ext cx="7772400" cy="1470025"/>
          </a:xfrm>
        </p:spPr>
        <p:txBody>
          <a:bodyPr/>
          <a:lstStyle/>
          <a:p>
            <a:pPr algn="ctr" eaLnBrk="1" hangingPunct="1">
              <a:buClr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800" smtClean="0"/>
              <a:t/>
            </a:r>
            <a:br>
              <a:rPr lang="en-US" sz="2800" smtClean="0"/>
            </a:br>
            <a:r>
              <a:rPr lang="en-US" sz="2800" smtClean="0"/>
              <a:t>How to Defend Against FISMA</a:t>
            </a:r>
            <a:br>
              <a:rPr lang="en-US" sz="2800" smtClean="0"/>
            </a:br>
            <a:r>
              <a:rPr lang="en-US" sz="1800" smtClean="0"/>
              <a:t/>
            </a:r>
            <a:br>
              <a:rPr lang="en-US" sz="1800" smtClean="0"/>
            </a:br>
            <a:r>
              <a:rPr lang="en-US" smtClean="0"/>
              <a:t>Gus Fritschie and Andrew Du</a:t>
            </a:r>
            <a:r>
              <a:rPr lang="en-US" sz="1800" smtClean="0"/>
              <a:t/>
            </a:r>
            <a:br>
              <a:rPr lang="en-US" sz="1800" smtClean="0"/>
            </a:br>
            <a:r>
              <a:rPr lang="en-US" sz="1800" smtClean="0"/>
              <a:t/>
            </a:r>
            <a:br>
              <a:rPr lang="en-US" sz="1800" smtClean="0"/>
            </a:br>
            <a:r>
              <a:rPr lang="en-US" sz="1800" smtClean="0"/>
              <a:t/>
            </a:r>
            <a:br>
              <a:rPr lang="en-US" sz="1800" smtClean="0"/>
            </a:br>
            <a:r>
              <a:rPr lang="en-US" sz="1800" smtClean="0"/>
              <a:t> </a:t>
            </a:r>
          </a:p>
        </p:txBody>
      </p:sp>
      <p:sp>
        <p:nvSpPr>
          <p:cNvPr id="4099" name="Rectangle 2"/>
          <p:cNvSpPr>
            <a:spLocks noGrp="1" noChangeArrowheads="1"/>
          </p:cNvSpPr>
          <p:nvPr>
            <p:ph type="subTitle" idx="4294967295"/>
          </p:nvPr>
        </p:nvSpPr>
        <p:spPr>
          <a:xfrm>
            <a:off x="1387475" y="4419600"/>
            <a:ext cx="6400800" cy="1143000"/>
          </a:xfrm>
        </p:spPr>
        <p:txBody>
          <a:bodyPr lIns="90000" tIns="46800" rIns="90000" bIns="46800"/>
          <a:lstStyle/>
          <a:p>
            <a:pPr marL="0" indent="0" algn="ctr" eaLnBrk="1" hangingPunct="1">
              <a:buClr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mtClean="0"/>
              <a:t>June 1st, 2013</a:t>
            </a:r>
          </a:p>
        </p:txBody>
      </p:sp>
      <p:pic>
        <p:nvPicPr>
          <p:cNvPr id="4100" name="Picture 5" descr="SIGL logo"/>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627313" y="4953000"/>
            <a:ext cx="3933825" cy="723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101" name="Picture 3"/>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1752600" y="228600"/>
            <a:ext cx="4238625" cy="304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102" name="TextBox 6"/>
          <p:cNvSpPr txBox="1">
            <a:spLocks noChangeArrowheads="1"/>
          </p:cNvSpPr>
          <p:nvPr/>
        </p:nvSpPr>
        <p:spPr bwMode="auto">
          <a:xfrm>
            <a:off x="5715000" y="938213"/>
            <a:ext cx="2390775" cy="9540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1" hangingPunct="1">
              <a:buClr>
                <a:srgbClr val="000000"/>
              </a:buClr>
              <a:buSzPct val="100000"/>
              <a:buFont typeface="Times New Roman" panose="02020603050405020304" pitchFamily="18" charset="0"/>
              <a:buNone/>
            </a:pPr>
            <a:r>
              <a:rPr lang="en-US" sz="2800">
                <a:solidFill>
                  <a:srgbClr val="FF0000"/>
                </a:solidFill>
              </a:rPr>
              <a:t>FISMA Compliance</a:t>
            </a:r>
          </a:p>
        </p:txBody>
      </p:sp>
      <p:pic>
        <p:nvPicPr>
          <p:cNvPr id="4103" name="Picture 2"/>
          <p:cNvPicPr>
            <a:picLocks noChangeAspect="1"/>
          </p:cNvPicPr>
          <p:nvPr/>
        </p:nvPicPr>
        <p:blipFill>
          <a:blip r:embed="rId5">
            <a:extLst>
              <a:ext uri="{28A0092B-C50C-407E-A947-70E740481C1C}">
                <a14:useLocalDpi xmlns:a14="http://schemas.microsoft.com/office/drawing/2010/main" val="0"/>
              </a:ext>
            </a:extLst>
          </a:blip>
          <a:srcRect/>
          <a:stretch>
            <a:fillRect/>
          </a:stretch>
        </p:blipFill>
        <p:spPr bwMode="auto">
          <a:xfrm>
            <a:off x="5699125" y="1524000"/>
            <a:ext cx="1997075" cy="952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1"/>
          <p:cNvSpPr>
            <a:spLocks noGrp="1" noChangeArrowheads="1"/>
          </p:cNvSpPr>
          <p:nvPr>
            <p:ph type="title"/>
          </p:nvPr>
        </p:nvSpPr>
        <p:spPr>
          <a:xfrm>
            <a:off x="2057400" y="304800"/>
            <a:ext cx="6815138" cy="533400"/>
          </a:xfrm>
        </p:spPr>
        <p:txBody>
          <a:bodyPr/>
          <a:lstStyle/>
          <a:p>
            <a:pPr eaLnBrk="1" hangingPunct="1">
              <a:buClr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mtClean="0"/>
              <a:t>Presentation Overview</a:t>
            </a:r>
          </a:p>
        </p:txBody>
      </p:sp>
      <p:sp>
        <p:nvSpPr>
          <p:cNvPr id="6147" name="TextBox 1"/>
          <p:cNvSpPr txBox="1">
            <a:spLocks noChangeArrowheads="1"/>
          </p:cNvSpPr>
          <p:nvPr/>
        </p:nvSpPr>
        <p:spPr bwMode="auto">
          <a:xfrm>
            <a:off x="777875" y="1524000"/>
            <a:ext cx="7696200" cy="3970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a:spcBef>
                <a:spcPts val="350"/>
              </a:spcBef>
              <a:buClr>
                <a:srgbClr val="000000"/>
              </a:buClr>
              <a:buSzPct val="100000"/>
              <a:buFont typeface="Times New Roman" panose="02020603050405020304" pitchFamily="18" charset="0"/>
              <a:buChar char="•"/>
              <a:defRPr sz="1400" b="1">
                <a:solidFill>
                  <a:srgbClr val="000000"/>
                </a:solidFill>
                <a:latin typeface="Verdana" panose="020B0604030504040204" pitchFamily="34" charset="0"/>
                <a:ea typeface="DejaVu Sans" pitchFamily="34" charset="0"/>
                <a:cs typeface="DejaVu Sans" pitchFamily="34" charset="0"/>
              </a:defRPr>
            </a:lvl1pPr>
            <a:lvl2pPr>
              <a:spcBef>
                <a:spcPts val="300"/>
              </a:spcBef>
              <a:buClr>
                <a:srgbClr val="000000"/>
              </a:buClr>
              <a:buSzPct val="100000"/>
              <a:buFont typeface="Times New Roman" panose="02020603050405020304" pitchFamily="18" charset="0"/>
              <a:buChar char="–"/>
              <a:defRPr sz="1200">
                <a:solidFill>
                  <a:srgbClr val="000000"/>
                </a:solidFill>
                <a:latin typeface="Verdana" panose="020B0604030504040204" pitchFamily="34" charset="0"/>
                <a:ea typeface="DejaVu Sans" pitchFamily="34" charset="0"/>
                <a:cs typeface="DejaVu Sans" pitchFamily="34" charset="0"/>
              </a:defRPr>
            </a:lvl2pPr>
            <a:lvl3pPr>
              <a:spcBef>
                <a:spcPts val="600"/>
              </a:spcBef>
              <a:buClr>
                <a:srgbClr val="000000"/>
              </a:buClr>
              <a:buSzPct val="100000"/>
              <a:buFont typeface="Times New Roman" panose="02020603050405020304" pitchFamily="18" charset="0"/>
              <a:buChar char="•"/>
              <a:defRPr sz="2400">
                <a:solidFill>
                  <a:srgbClr val="000000"/>
                </a:solidFill>
                <a:latin typeface="Arial" panose="020B0604020202020204" pitchFamily="34" charset="0"/>
                <a:ea typeface="DejaVu Sans" pitchFamily="34" charset="0"/>
                <a:cs typeface="DejaVu Sans" pitchFamily="34" charset="0"/>
              </a:defRPr>
            </a:lvl3pPr>
            <a:lvl4pPr>
              <a:spcBef>
                <a:spcPts val="500"/>
              </a:spcBef>
              <a:buClr>
                <a:srgbClr val="000000"/>
              </a:buClr>
              <a:buSzPct val="100000"/>
              <a:buFont typeface="Times New Roman" panose="02020603050405020304" pitchFamily="18" charset="0"/>
              <a:buChar char="–"/>
              <a:defRPr sz="2000">
                <a:solidFill>
                  <a:srgbClr val="000000"/>
                </a:solidFill>
                <a:latin typeface="Arial" panose="020B0604020202020204" pitchFamily="34" charset="0"/>
                <a:ea typeface="DejaVu Sans" pitchFamily="34" charset="0"/>
                <a:cs typeface="DejaVu Sans" pitchFamily="34" charset="0"/>
              </a:defRPr>
            </a:lvl4pPr>
            <a:lvl5pPr>
              <a:spcBef>
                <a:spcPts val="500"/>
              </a:spcBef>
              <a:buClr>
                <a:srgbClr val="000000"/>
              </a:buClr>
              <a:buSzPct val="100000"/>
              <a:buFont typeface="Times New Roman" panose="02020603050405020304" pitchFamily="18" charset="0"/>
              <a:buChar char="»"/>
              <a:defRPr sz="2000">
                <a:solidFill>
                  <a:srgbClr val="000000"/>
                </a:solidFill>
                <a:latin typeface="Arial" panose="020B0604020202020204" pitchFamily="34" charset="0"/>
                <a:ea typeface="DejaVu Sans" pitchFamily="34" charset="0"/>
                <a:cs typeface="DejaVu Sans" pitchFamily="34" charset="0"/>
              </a:defRPr>
            </a:lvl5pPr>
            <a:lvl6pPr marL="2514600" indent="-228600" defTabSz="457200" eaLnBrk="0" fontAlgn="base" hangingPunct="0">
              <a:spcBef>
                <a:spcPts val="500"/>
              </a:spcBef>
              <a:spcAft>
                <a:spcPct val="0"/>
              </a:spcAft>
              <a:buClr>
                <a:srgbClr val="000000"/>
              </a:buClr>
              <a:buSzPct val="100000"/>
              <a:buFont typeface="Times New Roman" panose="02020603050405020304" pitchFamily="18" charset="0"/>
              <a:buChar char="»"/>
              <a:defRPr sz="2000">
                <a:solidFill>
                  <a:srgbClr val="000000"/>
                </a:solidFill>
                <a:latin typeface="Arial" panose="020B0604020202020204" pitchFamily="34" charset="0"/>
                <a:ea typeface="DejaVu Sans" pitchFamily="34" charset="0"/>
                <a:cs typeface="DejaVu Sans" pitchFamily="34" charset="0"/>
              </a:defRPr>
            </a:lvl6pPr>
            <a:lvl7pPr marL="2971800" indent="-228600" defTabSz="457200" eaLnBrk="0" fontAlgn="base" hangingPunct="0">
              <a:spcBef>
                <a:spcPts val="500"/>
              </a:spcBef>
              <a:spcAft>
                <a:spcPct val="0"/>
              </a:spcAft>
              <a:buClr>
                <a:srgbClr val="000000"/>
              </a:buClr>
              <a:buSzPct val="100000"/>
              <a:buFont typeface="Times New Roman" panose="02020603050405020304" pitchFamily="18" charset="0"/>
              <a:buChar char="»"/>
              <a:defRPr sz="2000">
                <a:solidFill>
                  <a:srgbClr val="000000"/>
                </a:solidFill>
                <a:latin typeface="Arial" panose="020B0604020202020204" pitchFamily="34" charset="0"/>
                <a:ea typeface="DejaVu Sans" pitchFamily="34" charset="0"/>
                <a:cs typeface="DejaVu Sans" pitchFamily="34" charset="0"/>
              </a:defRPr>
            </a:lvl7pPr>
            <a:lvl8pPr marL="3429000" indent="-228600" defTabSz="457200" eaLnBrk="0" fontAlgn="base" hangingPunct="0">
              <a:spcBef>
                <a:spcPts val="500"/>
              </a:spcBef>
              <a:spcAft>
                <a:spcPct val="0"/>
              </a:spcAft>
              <a:buClr>
                <a:srgbClr val="000000"/>
              </a:buClr>
              <a:buSzPct val="100000"/>
              <a:buFont typeface="Times New Roman" panose="02020603050405020304" pitchFamily="18" charset="0"/>
              <a:buChar char="»"/>
              <a:defRPr sz="2000">
                <a:solidFill>
                  <a:srgbClr val="000000"/>
                </a:solidFill>
                <a:latin typeface="Arial" panose="020B0604020202020204" pitchFamily="34" charset="0"/>
                <a:ea typeface="DejaVu Sans" pitchFamily="34" charset="0"/>
                <a:cs typeface="DejaVu Sans" pitchFamily="34" charset="0"/>
              </a:defRPr>
            </a:lvl8pPr>
            <a:lvl9pPr marL="3886200" indent="-228600" defTabSz="457200" eaLnBrk="0" fontAlgn="base" hangingPunct="0">
              <a:spcBef>
                <a:spcPts val="500"/>
              </a:spcBef>
              <a:spcAft>
                <a:spcPct val="0"/>
              </a:spcAft>
              <a:buClr>
                <a:srgbClr val="000000"/>
              </a:buClr>
              <a:buSzPct val="100000"/>
              <a:buFont typeface="Times New Roman" panose="02020603050405020304" pitchFamily="18" charset="0"/>
              <a:buChar char="»"/>
              <a:defRPr sz="2000">
                <a:solidFill>
                  <a:srgbClr val="000000"/>
                </a:solidFill>
                <a:latin typeface="Arial" panose="020B0604020202020204" pitchFamily="34" charset="0"/>
                <a:ea typeface="DejaVu Sans" pitchFamily="34" charset="0"/>
                <a:cs typeface="DejaVu Sans" pitchFamily="34" charset="0"/>
              </a:defRPr>
            </a:lvl9pPr>
          </a:lstStyle>
          <a:p>
            <a:pPr eaLnBrk="1" hangingPunct="1">
              <a:spcBef>
                <a:spcPct val="0"/>
              </a:spcBef>
              <a:buFont typeface="Verdana" panose="020B0604030504040204" pitchFamily="34" charset="0"/>
              <a:buAutoNum type="arabicPeriod"/>
            </a:pPr>
            <a:r>
              <a:rPr lang="en-US" sz="1800" b="0" dirty="0">
                <a:solidFill>
                  <a:schemeClr val="tx1"/>
                </a:solidFill>
                <a:latin typeface="Arial" panose="020B0604020202020204" pitchFamily="34" charset="0"/>
              </a:rPr>
              <a:t>Who we are</a:t>
            </a:r>
          </a:p>
          <a:p>
            <a:pPr eaLnBrk="1" hangingPunct="1">
              <a:spcBef>
                <a:spcPct val="0"/>
              </a:spcBef>
              <a:buFont typeface="Verdana" panose="020B0604030504040204" pitchFamily="34" charset="0"/>
              <a:buAutoNum type="arabicPeriod"/>
            </a:pPr>
            <a:endParaRPr lang="en-US" sz="1800" b="0" dirty="0">
              <a:solidFill>
                <a:schemeClr val="tx1"/>
              </a:solidFill>
              <a:latin typeface="Arial" panose="020B0604020202020204" pitchFamily="34" charset="0"/>
            </a:endParaRPr>
          </a:p>
          <a:p>
            <a:pPr eaLnBrk="1" hangingPunct="1">
              <a:spcBef>
                <a:spcPct val="0"/>
              </a:spcBef>
              <a:buFont typeface="Verdana" panose="020B0604030504040204" pitchFamily="34" charset="0"/>
              <a:buAutoNum type="arabicPeriod"/>
            </a:pPr>
            <a:r>
              <a:rPr lang="en-US" sz="1800" b="0" dirty="0">
                <a:solidFill>
                  <a:schemeClr val="tx1"/>
                </a:solidFill>
                <a:latin typeface="Arial" panose="020B0604020202020204" pitchFamily="34" charset="0"/>
              </a:rPr>
              <a:t>Why this talk </a:t>
            </a:r>
          </a:p>
          <a:p>
            <a:pPr eaLnBrk="1" hangingPunct="1">
              <a:spcBef>
                <a:spcPct val="0"/>
              </a:spcBef>
              <a:buFont typeface="Verdana" panose="020B0604030504040204" pitchFamily="34" charset="0"/>
              <a:buAutoNum type="arabicPeriod"/>
            </a:pPr>
            <a:endParaRPr lang="en-US" sz="1800" b="0" dirty="0">
              <a:solidFill>
                <a:schemeClr val="tx1"/>
              </a:solidFill>
              <a:latin typeface="Arial" panose="020B0604020202020204" pitchFamily="34" charset="0"/>
            </a:endParaRPr>
          </a:p>
          <a:p>
            <a:pPr eaLnBrk="1" hangingPunct="1">
              <a:spcBef>
                <a:spcPct val="0"/>
              </a:spcBef>
              <a:buFont typeface="Verdana" panose="020B0604030504040204" pitchFamily="34" charset="0"/>
              <a:buAutoNum type="arabicPeriod"/>
            </a:pPr>
            <a:r>
              <a:rPr lang="en-US" sz="1800" b="0" dirty="0">
                <a:solidFill>
                  <a:schemeClr val="tx1"/>
                </a:solidFill>
                <a:latin typeface="Arial" panose="020B0604020202020204" pitchFamily="34" charset="0"/>
              </a:rPr>
              <a:t>FISMA 101</a:t>
            </a:r>
          </a:p>
          <a:p>
            <a:pPr eaLnBrk="1" hangingPunct="1">
              <a:spcBef>
                <a:spcPct val="0"/>
              </a:spcBef>
              <a:buFont typeface="Verdana" panose="020B0604030504040204" pitchFamily="34" charset="0"/>
              <a:buAutoNum type="arabicPeriod"/>
            </a:pPr>
            <a:endParaRPr lang="en-US" sz="1800" b="0" dirty="0">
              <a:solidFill>
                <a:schemeClr val="tx1"/>
              </a:solidFill>
              <a:latin typeface="Arial" panose="020B0604020202020204" pitchFamily="34" charset="0"/>
            </a:endParaRPr>
          </a:p>
          <a:p>
            <a:pPr eaLnBrk="1" hangingPunct="1">
              <a:spcBef>
                <a:spcPct val="0"/>
              </a:spcBef>
              <a:buFont typeface="Verdana" panose="020B0604030504040204" pitchFamily="34" charset="0"/>
              <a:buAutoNum type="arabicPeriod"/>
            </a:pPr>
            <a:r>
              <a:rPr lang="en-US" sz="1800" b="0" dirty="0">
                <a:solidFill>
                  <a:schemeClr val="tx1"/>
                </a:solidFill>
                <a:latin typeface="Arial" panose="020B0604020202020204" pitchFamily="34" charset="0"/>
              </a:rPr>
              <a:t>What is good about FISMA</a:t>
            </a:r>
          </a:p>
          <a:p>
            <a:pPr eaLnBrk="1" hangingPunct="1">
              <a:spcBef>
                <a:spcPct val="0"/>
              </a:spcBef>
              <a:buFont typeface="Verdana" panose="020B0604030504040204" pitchFamily="34" charset="0"/>
              <a:buAutoNum type="arabicPeriod"/>
            </a:pPr>
            <a:endParaRPr lang="en-US" sz="1800" b="0" dirty="0">
              <a:solidFill>
                <a:schemeClr val="tx1"/>
              </a:solidFill>
              <a:latin typeface="Arial" panose="020B0604020202020204" pitchFamily="34" charset="0"/>
            </a:endParaRPr>
          </a:p>
          <a:p>
            <a:pPr eaLnBrk="1" hangingPunct="1">
              <a:spcBef>
                <a:spcPct val="0"/>
              </a:spcBef>
              <a:buFont typeface="Verdana" panose="020B0604030504040204" pitchFamily="34" charset="0"/>
              <a:buAutoNum type="arabicPeriod"/>
            </a:pPr>
            <a:r>
              <a:rPr lang="en-US" sz="1800" b="0" dirty="0">
                <a:solidFill>
                  <a:schemeClr val="tx1"/>
                </a:solidFill>
                <a:latin typeface="Arial" panose="020B0604020202020204" pitchFamily="34" charset="0"/>
              </a:rPr>
              <a:t>What is bad about FISMA</a:t>
            </a:r>
          </a:p>
          <a:p>
            <a:pPr eaLnBrk="1" hangingPunct="1">
              <a:spcBef>
                <a:spcPct val="0"/>
              </a:spcBef>
              <a:buFont typeface="Verdana" panose="020B0604030504040204" pitchFamily="34" charset="0"/>
              <a:buAutoNum type="arabicPeriod"/>
            </a:pPr>
            <a:endParaRPr lang="en-US" sz="1800" b="0" dirty="0">
              <a:solidFill>
                <a:schemeClr val="tx1"/>
              </a:solidFill>
              <a:latin typeface="Arial" panose="020B0604020202020204" pitchFamily="34" charset="0"/>
            </a:endParaRPr>
          </a:p>
          <a:p>
            <a:pPr eaLnBrk="1" hangingPunct="1">
              <a:spcBef>
                <a:spcPct val="0"/>
              </a:spcBef>
              <a:buFont typeface="Verdana" panose="020B0604030504040204" pitchFamily="34" charset="0"/>
              <a:buAutoNum type="arabicPeriod"/>
            </a:pPr>
            <a:r>
              <a:rPr lang="en-US" sz="1800" b="0" dirty="0">
                <a:solidFill>
                  <a:schemeClr val="tx1"/>
                </a:solidFill>
                <a:latin typeface="Arial" panose="020B0604020202020204" pitchFamily="34" charset="0"/>
              </a:rPr>
              <a:t>Organizational view of FISMA</a:t>
            </a:r>
          </a:p>
          <a:p>
            <a:pPr eaLnBrk="1" hangingPunct="1">
              <a:spcBef>
                <a:spcPct val="0"/>
              </a:spcBef>
              <a:buFont typeface="Verdana" panose="020B0604030504040204" pitchFamily="34" charset="0"/>
              <a:buAutoNum type="arabicPeriod"/>
            </a:pPr>
            <a:endParaRPr lang="en-US" sz="1800" b="0" dirty="0">
              <a:solidFill>
                <a:schemeClr val="tx1"/>
              </a:solidFill>
              <a:latin typeface="Arial" panose="020B0604020202020204" pitchFamily="34" charset="0"/>
            </a:endParaRPr>
          </a:p>
          <a:p>
            <a:pPr eaLnBrk="1" hangingPunct="1">
              <a:spcBef>
                <a:spcPct val="0"/>
              </a:spcBef>
              <a:buFont typeface="Verdana" panose="020B0604030504040204" pitchFamily="34" charset="0"/>
              <a:buAutoNum type="arabicPeriod"/>
            </a:pPr>
            <a:r>
              <a:rPr lang="en-US" sz="1800" b="0" dirty="0">
                <a:solidFill>
                  <a:schemeClr val="tx1"/>
                </a:solidFill>
                <a:latin typeface="Arial" panose="020B0604020202020204" pitchFamily="34" charset="0"/>
              </a:rPr>
              <a:t>Assessor view of FISMA</a:t>
            </a:r>
          </a:p>
          <a:p>
            <a:pPr eaLnBrk="1" hangingPunct="1">
              <a:spcBef>
                <a:spcPct val="0"/>
              </a:spcBef>
              <a:buFont typeface="Verdana" panose="020B0604030504040204" pitchFamily="34" charset="0"/>
              <a:buAutoNum type="arabicPeriod"/>
            </a:pPr>
            <a:endParaRPr lang="en-US" sz="1800" b="0" dirty="0">
              <a:solidFill>
                <a:schemeClr val="tx1"/>
              </a:solidFill>
              <a:latin typeface="Arial" panose="020B0604020202020204" pitchFamily="34" charset="0"/>
            </a:endParaRPr>
          </a:p>
        </p:txBody>
      </p:sp>
    </p:spTree>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194" name="Rectangle 1"/>
          <p:cNvSpPr>
            <a:spLocks noGrp="1" noChangeArrowheads="1"/>
          </p:cNvSpPr>
          <p:nvPr>
            <p:ph type="title"/>
          </p:nvPr>
        </p:nvSpPr>
        <p:spPr>
          <a:xfrm>
            <a:off x="2057400" y="304800"/>
            <a:ext cx="6815138" cy="533400"/>
          </a:xfrm>
        </p:spPr>
        <p:txBody>
          <a:bodyPr/>
          <a:lstStyle/>
          <a:p>
            <a:pPr eaLnBrk="1" hangingPunct="1">
              <a:buClr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mtClean="0"/>
              <a:t>Who We Are – SeNet International</a:t>
            </a:r>
          </a:p>
        </p:txBody>
      </p:sp>
      <p:pic>
        <p:nvPicPr>
          <p:cNvPr id="8195" name="Picture 1"/>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457200" y="1077913"/>
            <a:ext cx="8229600" cy="4702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overrideClrMapping bg1="lt1" tx1="dk1" bg2="lt2" tx2="dk2" accent1="accent1" accent2="accent2" accent3="accent3" accent4="accent4" accent5="accent5" accent6="accent6" hlink="hlink" folHlink="folHlink"/>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Content Placeholder 1"/>
          <p:cNvSpPr>
            <a:spLocks noGrp="1"/>
          </p:cNvSpPr>
          <p:nvPr>
            <p:ph idx="1"/>
          </p:nvPr>
        </p:nvSpPr>
        <p:spPr>
          <a:xfrm>
            <a:off x="304800" y="1295400"/>
            <a:ext cx="8566150" cy="2743200"/>
          </a:xfrm>
        </p:spPr>
        <p:txBody>
          <a:bodyPr/>
          <a:lstStyle/>
          <a:p>
            <a:pPr marL="0" indent="0">
              <a:buFont typeface="Times New Roman" panose="02020603050405020304" pitchFamily="18" charset="0"/>
              <a:buNone/>
            </a:pPr>
            <a:r>
              <a:rPr lang="en-US" sz="1800" b="0" dirty="0" smtClean="0">
                <a:latin typeface="Arial" pitchFamily="34" charset="0"/>
                <a:cs typeface="Arial" pitchFamily="34" charset="0"/>
              </a:rPr>
              <a:t>The opinions expressed in this presentation are our own personal opinions and do not represent our employer’s view in any way. All examples in this presentation have been redacted and in some cases modified.  We really enjoy doing FISMA and C&amp;A work and would like to continue that (maybe).</a:t>
            </a:r>
          </a:p>
        </p:txBody>
      </p:sp>
      <p:sp>
        <p:nvSpPr>
          <p:cNvPr id="10243" name="Title 2"/>
          <p:cNvSpPr>
            <a:spLocks noGrp="1"/>
          </p:cNvSpPr>
          <p:nvPr>
            <p:ph type="title"/>
          </p:nvPr>
        </p:nvSpPr>
        <p:spPr/>
        <p:txBody>
          <a:bodyPr/>
          <a:lstStyle/>
          <a:p>
            <a:r>
              <a:rPr lang="en-US" smtClean="0"/>
              <a:t>Disclaimer </a:t>
            </a:r>
          </a:p>
        </p:txBody>
      </p:sp>
      <p:pic>
        <p:nvPicPr>
          <p:cNvPr id="10244" name="Picture 3"/>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5943600" y="2286000"/>
            <a:ext cx="2705100" cy="3905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1"/>
          <p:cNvSpPr>
            <a:spLocks noGrp="1" noChangeArrowheads="1"/>
          </p:cNvSpPr>
          <p:nvPr>
            <p:ph type="title"/>
          </p:nvPr>
        </p:nvSpPr>
        <p:spPr>
          <a:xfrm>
            <a:off x="2057400" y="304800"/>
            <a:ext cx="6815138" cy="533400"/>
          </a:xfrm>
        </p:spPr>
        <p:txBody>
          <a:bodyPr/>
          <a:lstStyle/>
          <a:p>
            <a:pPr eaLnBrk="1" hangingPunct="1">
              <a:buClr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mtClean="0"/>
              <a:t>Who We Are – Gus Fritschie</a:t>
            </a:r>
          </a:p>
        </p:txBody>
      </p:sp>
      <p:pic>
        <p:nvPicPr>
          <p:cNvPr id="11267" name="Picture 1"/>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4876800" y="1143000"/>
            <a:ext cx="4076700" cy="495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TextBox 2"/>
          <p:cNvSpPr txBox="1"/>
          <p:nvPr/>
        </p:nvSpPr>
        <p:spPr>
          <a:xfrm>
            <a:off x="457200" y="1219200"/>
            <a:ext cx="4114800" cy="4247317"/>
          </a:xfrm>
          <a:prstGeom prst="rect">
            <a:avLst/>
          </a:prstGeom>
          <a:noFill/>
        </p:spPr>
        <p:txBody>
          <a:bodyPr>
            <a:spAutoFit/>
          </a:bodyPr>
          <a:lstStyle>
            <a:lvl1pPr marL="285750" indent="-285750">
              <a:defRPr>
                <a:solidFill>
                  <a:schemeClr val="bg1"/>
                </a:solidFill>
                <a:latin typeface="Arial" panose="020B0604020202020204" pitchFamily="34" charset="0"/>
                <a:ea typeface="DejaVu Sans" pitchFamily="34" charset="0"/>
                <a:cs typeface="DejaVu Sans" pitchFamily="34" charset="0"/>
              </a:defRPr>
            </a:lvl1pPr>
            <a:lvl2pPr>
              <a:defRPr>
                <a:solidFill>
                  <a:schemeClr val="bg1"/>
                </a:solidFill>
                <a:latin typeface="Arial" panose="020B0604020202020204" pitchFamily="34" charset="0"/>
                <a:ea typeface="DejaVu Sans" pitchFamily="34" charset="0"/>
                <a:cs typeface="DejaVu Sans" pitchFamily="34" charset="0"/>
              </a:defRPr>
            </a:lvl2pPr>
            <a:lvl3pPr>
              <a:defRPr>
                <a:solidFill>
                  <a:schemeClr val="bg1"/>
                </a:solidFill>
                <a:latin typeface="Arial" panose="020B0604020202020204" pitchFamily="34" charset="0"/>
                <a:ea typeface="DejaVu Sans" pitchFamily="34" charset="0"/>
                <a:cs typeface="DejaVu Sans" pitchFamily="34" charset="0"/>
              </a:defRPr>
            </a:lvl3pPr>
            <a:lvl4pPr>
              <a:defRPr>
                <a:solidFill>
                  <a:schemeClr val="bg1"/>
                </a:solidFill>
                <a:latin typeface="Arial" panose="020B0604020202020204" pitchFamily="34" charset="0"/>
                <a:ea typeface="DejaVu Sans" pitchFamily="34" charset="0"/>
                <a:cs typeface="DejaVu Sans" pitchFamily="34" charset="0"/>
              </a:defRPr>
            </a:lvl4pPr>
            <a:lvl5pPr>
              <a:defRPr>
                <a:solidFill>
                  <a:schemeClr val="bg1"/>
                </a:solidFill>
                <a:latin typeface="Arial" panose="020B0604020202020204" pitchFamily="34" charset="0"/>
                <a:ea typeface="DejaVu Sans" pitchFamily="34" charset="0"/>
                <a:cs typeface="DejaVu Sans" pitchFamily="34" charset="0"/>
              </a:defRPr>
            </a:lvl5pPr>
            <a:lvl6pPr marL="2514600" indent="-228600" defTabSz="457200" eaLnBrk="0" fontAlgn="base" hangingPunct="0">
              <a:spcBef>
                <a:spcPct val="0"/>
              </a:spcBef>
              <a:spcAft>
                <a:spcPct val="0"/>
              </a:spcAft>
              <a:defRPr>
                <a:solidFill>
                  <a:schemeClr val="bg1"/>
                </a:solidFill>
                <a:latin typeface="Arial" panose="020B0604020202020204" pitchFamily="34" charset="0"/>
                <a:ea typeface="DejaVu Sans" pitchFamily="34" charset="0"/>
                <a:cs typeface="DejaVu Sans" pitchFamily="34" charset="0"/>
              </a:defRPr>
            </a:lvl6pPr>
            <a:lvl7pPr marL="2971800" indent="-228600" defTabSz="457200" eaLnBrk="0" fontAlgn="base" hangingPunct="0">
              <a:spcBef>
                <a:spcPct val="0"/>
              </a:spcBef>
              <a:spcAft>
                <a:spcPct val="0"/>
              </a:spcAft>
              <a:defRPr>
                <a:solidFill>
                  <a:schemeClr val="bg1"/>
                </a:solidFill>
                <a:latin typeface="Arial" panose="020B0604020202020204" pitchFamily="34" charset="0"/>
                <a:ea typeface="DejaVu Sans" pitchFamily="34" charset="0"/>
                <a:cs typeface="DejaVu Sans" pitchFamily="34" charset="0"/>
              </a:defRPr>
            </a:lvl7pPr>
            <a:lvl8pPr marL="3429000" indent="-228600" defTabSz="457200" eaLnBrk="0" fontAlgn="base" hangingPunct="0">
              <a:spcBef>
                <a:spcPct val="0"/>
              </a:spcBef>
              <a:spcAft>
                <a:spcPct val="0"/>
              </a:spcAft>
              <a:defRPr>
                <a:solidFill>
                  <a:schemeClr val="bg1"/>
                </a:solidFill>
                <a:latin typeface="Arial" panose="020B0604020202020204" pitchFamily="34" charset="0"/>
                <a:ea typeface="DejaVu Sans" pitchFamily="34" charset="0"/>
                <a:cs typeface="DejaVu Sans" pitchFamily="34" charset="0"/>
              </a:defRPr>
            </a:lvl8pPr>
            <a:lvl9pPr marL="3886200" indent="-228600" defTabSz="457200" eaLnBrk="0" fontAlgn="base" hangingPunct="0">
              <a:spcBef>
                <a:spcPct val="0"/>
              </a:spcBef>
              <a:spcAft>
                <a:spcPct val="0"/>
              </a:spcAft>
              <a:defRPr>
                <a:solidFill>
                  <a:schemeClr val="bg1"/>
                </a:solidFill>
                <a:latin typeface="Arial" panose="020B0604020202020204" pitchFamily="34" charset="0"/>
                <a:ea typeface="DejaVu Sans" pitchFamily="34" charset="0"/>
                <a:cs typeface="DejaVu Sans" pitchFamily="34" charset="0"/>
              </a:defRPr>
            </a:lvl9pPr>
          </a:lstStyle>
          <a:p>
            <a:pPr eaLnBrk="1" hangingPunct="1">
              <a:buClr>
                <a:srgbClr val="000000"/>
              </a:buClr>
              <a:buSzPct val="100000"/>
              <a:buFont typeface="Arial" panose="020B0604020202020204" pitchFamily="34" charset="0"/>
              <a:buChar char="•"/>
            </a:pPr>
            <a:r>
              <a:rPr lang="en-US" dirty="0">
                <a:solidFill>
                  <a:schemeClr val="tx1"/>
                </a:solidFill>
              </a:rPr>
              <a:t>CTO of </a:t>
            </a:r>
            <a:r>
              <a:rPr lang="en-US" dirty="0" err="1">
                <a:solidFill>
                  <a:schemeClr val="tx1"/>
                </a:solidFill>
              </a:rPr>
              <a:t>SeNet</a:t>
            </a:r>
            <a:r>
              <a:rPr lang="en-US" dirty="0">
                <a:solidFill>
                  <a:schemeClr val="tx1"/>
                </a:solidFill>
              </a:rPr>
              <a:t> International</a:t>
            </a:r>
          </a:p>
          <a:p>
            <a:pPr eaLnBrk="1" hangingPunct="1">
              <a:buClr>
                <a:srgbClr val="000000"/>
              </a:buClr>
              <a:buSzPct val="100000"/>
              <a:buFont typeface="Times New Roman" panose="02020603050405020304" pitchFamily="18" charset="0"/>
              <a:buNone/>
            </a:pPr>
            <a:endParaRPr lang="en-US" dirty="0">
              <a:solidFill>
                <a:schemeClr val="tx1"/>
              </a:solidFill>
            </a:endParaRPr>
          </a:p>
          <a:p>
            <a:pPr eaLnBrk="1" hangingPunct="1">
              <a:buClr>
                <a:srgbClr val="000000"/>
              </a:buClr>
              <a:buSzPct val="100000"/>
              <a:buFont typeface="Arial" panose="020B0604020202020204" pitchFamily="34" charset="0"/>
              <a:buChar char="•"/>
            </a:pPr>
            <a:r>
              <a:rPr lang="en-US" dirty="0">
                <a:solidFill>
                  <a:schemeClr val="tx1"/>
                </a:solidFill>
              </a:rPr>
              <a:t>Knows  more about FISMA and C&amp;A then I like to admit</a:t>
            </a:r>
          </a:p>
          <a:p>
            <a:pPr eaLnBrk="1" hangingPunct="1">
              <a:buClr>
                <a:srgbClr val="000000"/>
              </a:buClr>
              <a:buSzPct val="100000"/>
              <a:buFont typeface="Arial" panose="020B0604020202020204" pitchFamily="34" charset="0"/>
              <a:buChar char="•"/>
            </a:pPr>
            <a:endParaRPr lang="en-US" dirty="0">
              <a:solidFill>
                <a:schemeClr val="tx1"/>
              </a:solidFill>
            </a:endParaRPr>
          </a:p>
          <a:p>
            <a:pPr eaLnBrk="1" hangingPunct="1">
              <a:buClr>
                <a:srgbClr val="000000"/>
              </a:buClr>
              <a:buSzPct val="100000"/>
              <a:buFont typeface="Arial" panose="020B0604020202020204" pitchFamily="34" charset="0"/>
              <a:buChar char="•"/>
            </a:pPr>
            <a:r>
              <a:rPr lang="en-US" dirty="0">
                <a:solidFill>
                  <a:schemeClr val="tx1"/>
                </a:solidFill>
              </a:rPr>
              <a:t>Have lost count on the number of times have gotten drawn into arguments on whether a vulnerability maps to CM-6 or CM-7</a:t>
            </a:r>
          </a:p>
          <a:p>
            <a:pPr eaLnBrk="1" hangingPunct="1">
              <a:buClr>
                <a:srgbClr val="000000"/>
              </a:buClr>
              <a:buSzPct val="100000"/>
              <a:buFont typeface="Arial" panose="020B0604020202020204" pitchFamily="34" charset="0"/>
              <a:buChar char="•"/>
            </a:pPr>
            <a:endParaRPr lang="en-US" dirty="0">
              <a:solidFill>
                <a:schemeClr val="tx1"/>
              </a:solidFill>
            </a:endParaRPr>
          </a:p>
          <a:p>
            <a:pPr eaLnBrk="1" hangingPunct="1">
              <a:buClr>
                <a:srgbClr val="000000"/>
              </a:buClr>
              <a:buSzPct val="100000"/>
              <a:buFont typeface="Arial" panose="020B0604020202020204" pitchFamily="34" charset="0"/>
              <a:buChar char="•"/>
            </a:pPr>
            <a:r>
              <a:rPr lang="en-US" dirty="0">
                <a:solidFill>
                  <a:schemeClr val="tx1"/>
                </a:solidFill>
              </a:rPr>
              <a:t>Most importantly hold the highly coveted CAP certification &lt;</a:t>
            </a:r>
            <a:r>
              <a:rPr lang="en-US">
                <a:solidFill>
                  <a:schemeClr val="tx1"/>
                </a:solidFill>
              </a:rPr>
              <a:t>sarcasm</a:t>
            </a:r>
            <a:r>
              <a:rPr lang="en-US" smtClean="0">
                <a:solidFill>
                  <a:schemeClr val="tx1"/>
                </a:solidFill>
              </a:rPr>
              <a:t>&gt;</a:t>
            </a:r>
          </a:p>
          <a:p>
            <a:pPr marL="0" indent="0" eaLnBrk="1" hangingPunct="1">
              <a:buClr>
                <a:srgbClr val="000000"/>
              </a:buClr>
              <a:buSzPct val="100000"/>
            </a:pPr>
            <a:endParaRPr lang="en-US" dirty="0" smtClean="0">
              <a:solidFill>
                <a:schemeClr val="tx1"/>
              </a:solidFill>
            </a:endParaRPr>
          </a:p>
          <a:p>
            <a:pPr eaLnBrk="1" hangingPunct="1">
              <a:buClr>
                <a:srgbClr val="000000"/>
              </a:buClr>
              <a:buSzPct val="100000"/>
              <a:buFont typeface="Arial" panose="020B0604020202020204" pitchFamily="34" charset="0"/>
              <a:buChar char="•"/>
            </a:pPr>
            <a:r>
              <a:rPr lang="en-US" dirty="0" smtClean="0">
                <a:solidFill>
                  <a:schemeClr val="tx1"/>
                </a:solidFill>
              </a:rPr>
              <a:t>@</a:t>
            </a:r>
            <a:r>
              <a:rPr lang="en-US" dirty="0" err="1" smtClean="0">
                <a:solidFill>
                  <a:schemeClr val="tx1"/>
                </a:solidFill>
              </a:rPr>
              <a:t>gfritschie</a:t>
            </a:r>
            <a:endParaRPr lang="en-US" dirty="0">
              <a:solidFill>
                <a:schemeClr val="tx1"/>
              </a:solidFill>
            </a:endParaRPr>
          </a:p>
        </p:txBody>
      </p:sp>
    </p:spTree>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421961_210811489027028_2085035032_n.jpg"/>
          <p:cNvPicPr>
            <a:picLocks noChangeAspect="1"/>
          </p:cNvPicPr>
          <p:nvPr/>
        </p:nvPicPr>
        <p:blipFill>
          <a:blip r:embed="rId3"/>
          <a:stretch>
            <a:fillRect/>
          </a:stretch>
        </p:blipFill>
        <p:spPr>
          <a:xfrm>
            <a:off x="6037346" y="2871569"/>
            <a:ext cx="2743200" cy="2890396"/>
          </a:xfrm>
          <a:prstGeom prst="rect">
            <a:avLst/>
          </a:prstGeom>
        </p:spPr>
      </p:pic>
      <p:sp>
        <p:nvSpPr>
          <p:cNvPr id="13314" name="Text Box 1"/>
          <p:cNvSpPr txBox="1">
            <a:spLocks noChangeArrowheads="1"/>
          </p:cNvSpPr>
          <p:nvPr/>
        </p:nvSpPr>
        <p:spPr bwMode="auto">
          <a:xfrm>
            <a:off x="2057400" y="304800"/>
            <a:ext cx="6813550" cy="531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000" tIns="46800" rIns="90000" bIns="46800" anchor="ctr"/>
          <a:lstStyle>
            <a:lvl1pPr>
              <a:spcBef>
                <a:spcPts val="350"/>
              </a:spcBef>
              <a:buClr>
                <a:srgbClr val="000000"/>
              </a:buClr>
              <a:buSzPct val="100000"/>
              <a:buFont typeface="Times New Roman" panose="02020603050405020304" pitchFamily="18"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400" b="1">
                <a:solidFill>
                  <a:srgbClr val="000000"/>
                </a:solidFill>
                <a:latin typeface="Verdana" panose="020B0604030504040204" pitchFamily="34" charset="0"/>
                <a:ea typeface="DejaVu Sans" pitchFamily="34" charset="0"/>
                <a:cs typeface="DejaVu Sans" pitchFamily="34" charset="0"/>
              </a:defRPr>
            </a:lvl1pPr>
            <a:lvl2pPr>
              <a:spcBef>
                <a:spcPts val="300"/>
              </a:spcBef>
              <a:buClr>
                <a:srgbClr val="000000"/>
              </a:buClr>
              <a:buSzPct val="100000"/>
              <a:buFont typeface="Times New Roman" panose="02020603050405020304" pitchFamily="18"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Verdana" panose="020B0604030504040204" pitchFamily="34" charset="0"/>
                <a:ea typeface="DejaVu Sans" pitchFamily="34" charset="0"/>
                <a:cs typeface="DejaVu Sans" pitchFamily="34" charset="0"/>
              </a:defRPr>
            </a:lvl2pPr>
            <a:lvl3pPr>
              <a:spcBef>
                <a:spcPts val="600"/>
              </a:spcBef>
              <a:buClr>
                <a:srgbClr val="000000"/>
              </a:buClr>
              <a:buSzPct val="100000"/>
              <a:buFont typeface="Times New Roman" panose="02020603050405020304" pitchFamily="18"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000000"/>
                </a:solidFill>
                <a:latin typeface="Arial" panose="020B0604020202020204" pitchFamily="34" charset="0"/>
                <a:ea typeface="DejaVu Sans" pitchFamily="34" charset="0"/>
                <a:cs typeface="DejaVu Sans" pitchFamily="34" charset="0"/>
              </a:defRPr>
            </a:lvl3pPr>
            <a:lvl4pPr>
              <a:spcBef>
                <a:spcPts val="500"/>
              </a:spcBef>
              <a:buClr>
                <a:srgbClr val="000000"/>
              </a:buClr>
              <a:buSzPct val="100000"/>
              <a:buFont typeface="Times New Roman" panose="02020603050405020304" pitchFamily="18"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rgbClr val="000000"/>
                </a:solidFill>
                <a:latin typeface="Arial" panose="020B0604020202020204" pitchFamily="34" charset="0"/>
                <a:ea typeface="DejaVu Sans" pitchFamily="34" charset="0"/>
                <a:cs typeface="DejaVu Sans" pitchFamily="34" charset="0"/>
              </a:defRPr>
            </a:lvl4pPr>
            <a:lvl5pPr>
              <a:spcBef>
                <a:spcPts val="500"/>
              </a:spcBef>
              <a:buClr>
                <a:srgbClr val="000000"/>
              </a:buClr>
              <a:buSzPct val="100000"/>
              <a:buFont typeface="Times New Roman" panose="02020603050405020304" pitchFamily="18"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rgbClr val="000000"/>
                </a:solidFill>
                <a:latin typeface="Arial" panose="020B0604020202020204" pitchFamily="34" charset="0"/>
                <a:ea typeface="DejaVu Sans" pitchFamily="34" charset="0"/>
                <a:cs typeface="DejaVu Sans" pitchFamily="34" charset="0"/>
              </a:defRPr>
            </a:lvl5pPr>
            <a:lvl6pPr marL="2514600" indent="-228600" defTabSz="457200" eaLnBrk="0" fontAlgn="base" hangingPunct="0">
              <a:spcBef>
                <a:spcPts val="500"/>
              </a:spcBef>
              <a:spcAft>
                <a:spcPct val="0"/>
              </a:spcAft>
              <a:buClr>
                <a:srgbClr val="000000"/>
              </a:buClr>
              <a:buSzPct val="100000"/>
              <a:buFont typeface="Times New Roman" panose="02020603050405020304" pitchFamily="18"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rgbClr val="000000"/>
                </a:solidFill>
                <a:latin typeface="Arial" panose="020B0604020202020204" pitchFamily="34" charset="0"/>
                <a:ea typeface="DejaVu Sans" pitchFamily="34" charset="0"/>
                <a:cs typeface="DejaVu Sans" pitchFamily="34" charset="0"/>
              </a:defRPr>
            </a:lvl6pPr>
            <a:lvl7pPr marL="2971800" indent="-228600" defTabSz="457200" eaLnBrk="0" fontAlgn="base" hangingPunct="0">
              <a:spcBef>
                <a:spcPts val="500"/>
              </a:spcBef>
              <a:spcAft>
                <a:spcPct val="0"/>
              </a:spcAft>
              <a:buClr>
                <a:srgbClr val="000000"/>
              </a:buClr>
              <a:buSzPct val="100000"/>
              <a:buFont typeface="Times New Roman" panose="02020603050405020304" pitchFamily="18"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rgbClr val="000000"/>
                </a:solidFill>
                <a:latin typeface="Arial" panose="020B0604020202020204" pitchFamily="34" charset="0"/>
                <a:ea typeface="DejaVu Sans" pitchFamily="34" charset="0"/>
                <a:cs typeface="DejaVu Sans" pitchFamily="34" charset="0"/>
              </a:defRPr>
            </a:lvl7pPr>
            <a:lvl8pPr marL="3429000" indent="-228600" defTabSz="457200" eaLnBrk="0" fontAlgn="base" hangingPunct="0">
              <a:spcBef>
                <a:spcPts val="500"/>
              </a:spcBef>
              <a:spcAft>
                <a:spcPct val="0"/>
              </a:spcAft>
              <a:buClr>
                <a:srgbClr val="000000"/>
              </a:buClr>
              <a:buSzPct val="100000"/>
              <a:buFont typeface="Times New Roman" panose="02020603050405020304" pitchFamily="18"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rgbClr val="000000"/>
                </a:solidFill>
                <a:latin typeface="Arial" panose="020B0604020202020204" pitchFamily="34" charset="0"/>
                <a:ea typeface="DejaVu Sans" pitchFamily="34" charset="0"/>
                <a:cs typeface="DejaVu Sans" pitchFamily="34" charset="0"/>
              </a:defRPr>
            </a:lvl8pPr>
            <a:lvl9pPr marL="3886200" indent="-228600" defTabSz="457200" eaLnBrk="0" fontAlgn="base" hangingPunct="0">
              <a:spcBef>
                <a:spcPts val="500"/>
              </a:spcBef>
              <a:spcAft>
                <a:spcPct val="0"/>
              </a:spcAft>
              <a:buClr>
                <a:srgbClr val="000000"/>
              </a:buClr>
              <a:buSzPct val="100000"/>
              <a:buFont typeface="Times New Roman" panose="02020603050405020304" pitchFamily="18"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rgbClr val="000000"/>
                </a:solidFill>
                <a:latin typeface="Arial" panose="020B0604020202020204" pitchFamily="34" charset="0"/>
                <a:ea typeface="DejaVu Sans" pitchFamily="34" charset="0"/>
                <a:cs typeface="DejaVu Sans" pitchFamily="34" charset="0"/>
              </a:defRPr>
            </a:lvl9pPr>
          </a:lstStyle>
          <a:p>
            <a:pPr algn="r" eaLnBrk="1" hangingPunct="1">
              <a:spcBef>
                <a:spcPct val="0"/>
              </a:spcBef>
              <a:buFont typeface="Times New Roman" panose="02020603050405020304" pitchFamily="18" charset="0"/>
              <a:buNone/>
            </a:pPr>
            <a:r>
              <a:rPr lang="en-US" sz="2400">
                <a:solidFill>
                  <a:srgbClr val="3366CC"/>
                </a:solidFill>
              </a:rPr>
              <a:t>Who We Are – Andrew Du</a:t>
            </a:r>
          </a:p>
        </p:txBody>
      </p:sp>
      <p:sp>
        <p:nvSpPr>
          <p:cNvPr id="13315" name="TextBox 2"/>
          <p:cNvSpPr txBox="1">
            <a:spLocks noChangeArrowheads="1"/>
          </p:cNvSpPr>
          <p:nvPr/>
        </p:nvSpPr>
        <p:spPr bwMode="auto">
          <a:xfrm>
            <a:off x="533400" y="1903413"/>
            <a:ext cx="5715000" cy="1477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285750" indent="-285750">
              <a:spcBef>
                <a:spcPts val="350"/>
              </a:spcBef>
              <a:buClr>
                <a:srgbClr val="000000"/>
              </a:buClr>
              <a:buSzPct val="100000"/>
              <a:buFont typeface="Times New Roman" panose="02020603050405020304" pitchFamily="18" charset="0"/>
              <a:buChar char="•"/>
              <a:defRPr sz="1400" b="1">
                <a:solidFill>
                  <a:srgbClr val="000000"/>
                </a:solidFill>
                <a:latin typeface="Verdana" panose="020B0604030504040204" pitchFamily="34" charset="0"/>
                <a:ea typeface="DejaVu Sans" pitchFamily="34" charset="0"/>
                <a:cs typeface="DejaVu Sans" pitchFamily="34" charset="0"/>
              </a:defRPr>
            </a:lvl1pPr>
            <a:lvl2pPr>
              <a:spcBef>
                <a:spcPts val="300"/>
              </a:spcBef>
              <a:buClr>
                <a:srgbClr val="000000"/>
              </a:buClr>
              <a:buSzPct val="100000"/>
              <a:buFont typeface="Times New Roman" panose="02020603050405020304" pitchFamily="18" charset="0"/>
              <a:buChar char="–"/>
              <a:defRPr sz="1200">
                <a:solidFill>
                  <a:srgbClr val="000000"/>
                </a:solidFill>
                <a:latin typeface="Verdana" panose="020B0604030504040204" pitchFamily="34" charset="0"/>
                <a:ea typeface="DejaVu Sans" pitchFamily="34" charset="0"/>
                <a:cs typeface="DejaVu Sans" pitchFamily="34" charset="0"/>
              </a:defRPr>
            </a:lvl2pPr>
            <a:lvl3pPr>
              <a:spcBef>
                <a:spcPts val="600"/>
              </a:spcBef>
              <a:buClr>
                <a:srgbClr val="000000"/>
              </a:buClr>
              <a:buSzPct val="100000"/>
              <a:buFont typeface="Times New Roman" panose="02020603050405020304" pitchFamily="18" charset="0"/>
              <a:buChar char="•"/>
              <a:defRPr sz="2400">
                <a:solidFill>
                  <a:srgbClr val="000000"/>
                </a:solidFill>
                <a:latin typeface="Arial" panose="020B0604020202020204" pitchFamily="34" charset="0"/>
                <a:ea typeface="DejaVu Sans" pitchFamily="34" charset="0"/>
                <a:cs typeface="DejaVu Sans" pitchFamily="34" charset="0"/>
              </a:defRPr>
            </a:lvl3pPr>
            <a:lvl4pPr>
              <a:spcBef>
                <a:spcPts val="500"/>
              </a:spcBef>
              <a:buClr>
                <a:srgbClr val="000000"/>
              </a:buClr>
              <a:buSzPct val="100000"/>
              <a:buFont typeface="Times New Roman" panose="02020603050405020304" pitchFamily="18" charset="0"/>
              <a:buChar char="–"/>
              <a:defRPr sz="2000">
                <a:solidFill>
                  <a:srgbClr val="000000"/>
                </a:solidFill>
                <a:latin typeface="Arial" panose="020B0604020202020204" pitchFamily="34" charset="0"/>
                <a:ea typeface="DejaVu Sans" pitchFamily="34" charset="0"/>
                <a:cs typeface="DejaVu Sans" pitchFamily="34" charset="0"/>
              </a:defRPr>
            </a:lvl4pPr>
            <a:lvl5pPr>
              <a:spcBef>
                <a:spcPts val="500"/>
              </a:spcBef>
              <a:buClr>
                <a:srgbClr val="000000"/>
              </a:buClr>
              <a:buSzPct val="100000"/>
              <a:buFont typeface="Times New Roman" panose="02020603050405020304" pitchFamily="18" charset="0"/>
              <a:buChar char="»"/>
              <a:defRPr sz="2000">
                <a:solidFill>
                  <a:srgbClr val="000000"/>
                </a:solidFill>
                <a:latin typeface="Arial" panose="020B0604020202020204" pitchFamily="34" charset="0"/>
                <a:ea typeface="DejaVu Sans" pitchFamily="34" charset="0"/>
                <a:cs typeface="DejaVu Sans" pitchFamily="34" charset="0"/>
              </a:defRPr>
            </a:lvl5pPr>
            <a:lvl6pPr marL="2514600" indent="-228600" defTabSz="457200" eaLnBrk="0" fontAlgn="base" hangingPunct="0">
              <a:spcBef>
                <a:spcPts val="500"/>
              </a:spcBef>
              <a:spcAft>
                <a:spcPct val="0"/>
              </a:spcAft>
              <a:buClr>
                <a:srgbClr val="000000"/>
              </a:buClr>
              <a:buSzPct val="100000"/>
              <a:buFont typeface="Times New Roman" panose="02020603050405020304" pitchFamily="18" charset="0"/>
              <a:buChar char="»"/>
              <a:defRPr sz="2000">
                <a:solidFill>
                  <a:srgbClr val="000000"/>
                </a:solidFill>
                <a:latin typeface="Arial" panose="020B0604020202020204" pitchFamily="34" charset="0"/>
                <a:ea typeface="DejaVu Sans" pitchFamily="34" charset="0"/>
                <a:cs typeface="DejaVu Sans" pitchFamily="34" charset="0"/>
              </a:defRPr>
            </a:lvl6pPr>
            <a:lvl7pPr marL="2971800" indent="-228600" defTabSz="457200" eaLnBrk="0" fontAlgn="base" hangingPunct="0">
              <a:spcBef>
                <a:spcPts val="500"/>
              </a:spcBef>
              <a:spcAft>
                <a:spcPct val="0"/>
              </a:spcAft>
              <a:buClr>
                <a:srgbClr val="000000"/>
              </a:buClr>
              <a:buSzPct val="100000"/>
              <a:buFont typeface="Times New Roman" panose="02020603050405020304" pitchFamily="18" charset="0"/>
              <a:buChar char="»"/>
              <a:defRPr sz="2000">
                <a:solidFill>
                  <a:srgbClr val="000000"/>
                </a:solidFill>
                <a:latin typeface="Arial" panose="020B0604020202020204" pitchFamily="34" charset="0"/>
                <a:ea typeface="DejaVu Sans" pitchFamily="34" charset="0"/>
                <a:cs typeface="DejaVu Sans" pitchFamily="34" charset="0"/>
              </a:defRPr>
            </a:lvl7pPr>
            <a:lvl8pPr marL="3429000" indent="-228600" defTabSz="457200" eaLnBrk="0" fontAlgn="base" hangingPunct="0">
              <a:spcBef>
                <a:spcPts val="500"/>
              </a:spcBef>
              <a:spcAft>
                <a:spcPct val="0"/>
              </a:spcAft>
              <a:buClr>
                <a:srgbClr val="000000"/>
              </a:buClr>
              <a:buSzPct val="100000"/>
              <a:buFont typeface="Times New Roman" panose="02020603050405020304" pitchFamily="18" charset="0"/>
              <a:buChar char="»"/>
              <a:defRPr sz="2000">
                <a:solidFill>
                  <a:srgbClr val="000000"/>
                </a:solidFill>
                <a:latin typeface="Arial" panose="020B0604020202020204" pitchFamily="34" charset="0"/>
                <a:ea typeface="DejaVu Sans" pitchFamily="34" charset="0"/>
                <a:cs typeface="DejaVu Sans" pitchFamily="34" charset="0"/>
              </a:defRPr>
            </a:lvl8pPr>
            <a:lvl9pPr marL="3886200" indent="-228600" defTabSz="457200" eaLnBrk="0" fontAlgn="base" hangingPunct="0">
              <a:spcBef>
                <a:spcPts val="500"/>
              </a:spcBef>
              <a:spcAft>
                <a:spcPct val="0"/>
              </a:spcAft>
              <a:buClr>
                <a:srgbClr val="000000"/>
              </a:buClr>
              <a:buSzPct val="100000"/>
              <a:buFont typeface="Times New Roman" panose="02020603050405020304" pitchFamily="18" charset="0"/>
              <a:buChar char="»"/>
              <a:defRPr sz="2000">
                <a:solidFill>
                  <a:srgbClr val="000000"/>
                </a:solidFill>
                <a:latin typeface="Arial" panose="020B0604020202020204" pitchFamily="34" charset="0"/>
                <a:ea typeface="DejaVu Sans" pitchFamily="34" charset="0"/>
                <a:cs typeface="DejaVu Sans" pitchFamily="34" charset="0"/>
              </a:defRPr>
            </a:lvl9pPr>
          </a:lstStyle>
          <a:p>
            <a:pPr eaLnBrk="1" hangingPunct="1">
              <a:spcBef>
                <a:spcPct val="0"/>
              </a:spcBef>
              <a:buFont typeface="Arial" panose="020B0604020202020204" pitchFamily="34" charset="0"/>
              <a:buChar char="•"/>
            </a:pPr>
            <a:r>
              <a:rPr lang="en-US" sz="1800" b="0" dirty="0">
                <a:solidFill>
                  <a:schemeClr val="tx1"/>
                </a:solidFill>
                <a:latin typeface="Arial" panose="020B0604020202020204" pitchFamily="34" charset="0"/>
              </a:rPr>
              <a:t>Work for a Richmond-based federal contractor.</a:t>
            </a:r>
          </a:p>
          <a:p>
            <a:pPr eaLnBrk="1" hangingPunct="1">
              <a:spcBef>
                <a:spcPct val="0"/>
              </a:spcBef>
              <a:buFont typeface="Arial" panose="020B0604020202020204" pitchFamily="34" charset="0"/>
              <a:buChar char="•"/>
            </a:pPr>
            <a:endParaRPr lang="en-US" sz="1800" b="0" dirty="0">
              <a:solidFill>
                <a:schemeClr val="tx1"/>
              </a:solidFill>
              <a:latin typeface="Arial" panose="020B0604020202020204" pitchFamily="34" charset="0"/>
            </a:endParaRPr>
          </a:p>
          <a:p>
            <a:pPr eaLnBrk="1" hangingPunct="1">
              <a:spcBef>
                <a:spcPct val="0"/>
              </a:spcBef>
              <a:buFont typeface="Arial" panose="020B0604020202020204" pitchFamily="34" charset="0"/>
              <a:buChar char="•"/>
            </a:pPr>
            <a:r>
              <a:rPr lang="en-US" sz="1800" b="0" dirty="0">
                <a:solidFill>
                  <a:schemeClr val="tx1"/>
                </a:solidFill>
                <a:latin typeface="Arial" panose="020B0604020202020204" pitchFamily="34" charset="0"/>
              </a:rPr>
              <a:t>A security "hobbyist" since childhood, security architecture by profession, reverse engineer by passion.</a:t>
            </a:r>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1"/>
          <p:cNvSpPr>
            <a:spLocks noGrp="1" noChangeArrowheads="1"/>
          </p:cNvSpPr>
          <p:nvPr>
            <p:ph type="title"/>
          </p:nvPr>
        </p:nvSpPr>
        <p:spPr>
          <a:xfrm>
            <a:off x="2057400" y="304800"/>
            <a:ext cx="6815138" cy="533400"/>
          </a:xfrm>
        </p:spPr>
        <p:txBody>
          <a:bodyPr/>
          <a:lstStyle/>
          <a:p>
            <a:pPr eaLnBrk="1" hangingPunct="1">
              <a:buClr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mtClean="0"/>
              <a:t>Why This Talk?</a:t>
            </a:r>
          </a:p>
        </p:txBody>
      </p:sp>
      <p:sp>
        <p:nvSpPr>
          <p:cNvPr id="3" name="TextBox 2"/>
          <p:cNvSpPr txBox="1"/>
          <p:nvPr/>
        </p:nvSpPr>
        <p:spPr>
          <a:xfrm>
            <a:off x="1066800" y="1295400"/>
            <a:ext cx="6934200" cy="3140075"/>
          </a:xfrm>
          <a:prstGeom prst="rect">
            <a:avLst/>
          </a:prstGeom>
          <a:noFill/>
        </p:spPr>
        <p:txBody>
          <a:bodyPr>
            <a:spAutoFit/>
          </a:bodyPr>
          <a:lstStyle>
            <a:lvl1pPr marL="285750" indent="-285750">
              <a:defRPr>
                <a:solidFill>
                  <a:schemeClr val="bg1"/>
                </a:solidFill>
                <a:latin typeface="Arial" panose="020B0604020202020204" pitchFamily="34" charset="0"/>
                <a:ea typeface="DejaVu Sans" pitchFamily="34" charset="0"/>
                <a:cs typeface="DejaVu Sans" pitchFamily="34" charset="0"/>
              </a:defRPr>
            </a:lvl1pPr>
            <a:lvl2pPr>
              <a:defRPr>
                <a:solidFill>
                  <a:schemeClr val="bg1"/>
                </a:solidFill>
                <a:latin typeface="Arial" panose="020B0604020202020204" pitchFamily="34" charset="0"/>
                <a:ea typeface="DejaVu Sans" pitchFamily="34" charset="0"/>
                <a:cs typeface="DejaVu Sans" pitchFamily="34" charset="0"/>
              </a:defRPr>
            </a:lvl2pPr>
            <a:lvl3pPr>
              <a:defRPr>
                <a:solidFill>
                  <a:schemeClr val="bg1"/>
                </a:solidFill>
                <a:latin typeface="Arial" panose="020B0604020202020204" pitchFamily="34" charset="0"/>
                <a:ea typeface="DejaVu Sans" pitchFamily="34" charset="0"/>
                <a:cs typeface="DejaVu Sans" pitchFamily="34" charset="0"/>
              </a:defRPr>
            </a:lvl3pPr>
            <a:lvl4pPr>
              <a:defRPr>
                <a:solidFill>
                  <a:schemeClr val="bg1"/>
                </a:solidFill>
                <a:latin typeface="Arial" panose="020B0604020202020204" pitchFamily="34" charset="0"/>
                <a:ea typeface="DejaVu Sans" pitchFamily="34" charset="0"/>
                <a:cs typeface="DejaVu Sans" pitchFamily="34" charset="0"/>
              </a:defRPr>
            </a:lvl4pPr>
            <a:lvl5pPr>
              <a:defRPr>
                <a:solidFill>
                  <a:schemeClr val="bg1"/>
                </a:solidFill>
                <a:latin typeface="Arial" panose="020B0604020202020204" pitchFamily="34" charset="0"/>
                <a:ea typeface="DejaVu Sans" pitchFamily="34" charset="0"/>
                <a:cs typeface="DejaVu Sans" pitchFamily="34" charset="0"/>
              </a:defRPr>
            </a:lvl5pPr>
            <a:lvl6pPr marL="2514600" indent="-228600" defTabSz="457200" eaLnBrk="0" fontAlgn="base" hangingPunct="0">
              <a:spcBef>
                <a:spcPct val="0"/>
              </a:spcBef>
              <a:spcAft>
                <a:spcPct val="0"/>
              </a:spcAft>
              <a:defRPr>
                <a:solidFill>
                  <a:schemeClr val="bg1"/>
                </a:solidFill>
                <a:latin typeface="Arial" panose="020B0604020202020204" pitchFamily="34" charset="0"/>
                <a:ea typeface="DejaVu Sans" pitchFamily="34" charset="0"/>
                <a:cs typeface="DejaVu Sans" pitchFamily="34" charset="0"/>
              </a:defRPr>
            </a:lvl6pPr>
            <a:lvl7pPr marL="2971800" indent="-228600" defTabSz="457200" eaLnBrk="0" fontAlgn="base" hangingPunct="0">
              <a:spcBef>
                <a:spcPct val="0"/>
              </a:spcBef>
              <a:spcAft>
                <a:spcPct val="0"/>
              </a:spcAft>
              <a:defRPr>
                <a:solidFill>
                  <a:schemeClr val="bg1"/>
                </a:solidFill>
                <a:latin typeface="Arial" panose="020B0604020202020204" pitchFamily="34" charset="0"/>
                <a:ea typeface="DejaVu Sans" pitchFamily="34" charset="0"/>
                <a:cs typeface="DejaVu Sans" pitchFamily="34" charset="0"/>
              </a:defRPr>
            </a:lvl7pPr>
            <a:lvl8pPr marL="3429000" indent="-228600" defTabSz="457200" eaLnBrk="0" fontAlgn="base" hangingPunct="0">
              <a:spcBef>
                <a:spcPct val="0"/>
              </a:spcBef>
              <a:spcAft>
                <a:spcPct val="0"/>
              </a:spcAft>
              <a:defRPr>
                <a:solidFill>
                  <a:schemeClr val="bg1"/>
                </a:solidFill>
                <a:latin typeface="Arial" panose="020B0604020202020204" pitchFamily="34" charset="0"/>
                <a:ea typeface="DejaVu Sans" pitchFamily="34" charset="0"/>
                <a:cs typeface="DejaVu Sans" pitchFamily="34" charset="0"/>
              </a:defRPr>
            </a:lvl8pPr>
            <a:lvl9pPr marL="3886200" indent="-228600" defTabSz="457200" eaLnBrk="0" fontAlgn="base" hangingPunct="0">
              <a:spcBef>
                <a:spcPct val="0"/>
              </a:spcBef>
              <a:spcAft>
                <a:spcPct val="0"/>
              </a:spcAft>
              <a:defRPr>
                <a:solidFill>
                  <a:schemeClr val="bg1"/>
                </a:solidFill>
                <a:latin typeface="Arial" panose="020B0604020202020204" pitchFamily="34" charset="0"/>
                <a:ea typeface="DejaVu Sans" pitchFamily="34" charset="0"/>
                <a:cs typeface="DejaVu Sans" pitchFamily="34" charset="0"/>
              </a:defRPr>
            </a:lvl9pPr>
          </a:lstStyle>
          <a:p>
            <a:pPr eaLnBrk="1" hangingPunct="1">
              <a:buClr>
                <a:srgbClr val="000000"/>
              </a:buClr>
              <a:buSzPct val="100000"/>
              <a:buFont typeface="Arial" panose="020B0604020202020204" pitchFamily="34" charset="0"/>
              <a:buChar char="•"/>
            </a:pPr>
            <a:r>
              <a:rPr lang="en-US" dirty="0">
                <a:solidFill>
                  <a:schemeClr val="tx1"/>
                </a:solidFill>
              </a:rPr>
              <a:t>First, nobody is here for Department of Commerce right?</a:t>
            </a:r>
          </a:p>
          <a:p>
            <a:pPr eaLnBrk="1" hangingPunct="1">
              <a:buClr>
                <a:srgbClr val="000000"/>
              </a:buClr>
              <a:buSzPct val="100000"/>
              <a:buFont typeface="Arial" panose="020B0604020202020204" pitchFamily="34" charset="0"/>
              <a:buChar char="•"/>
            </a:pPr>
            <a:endParaRPr lang="en-US" dirty="0">
              <a:solidFill>
                <a:schemeClr val="tx1"/>
              </a:solidFill>
            </a:endParaRPr>
          </a:p>
          <a:p>
            <a:pPr eaLnBrk="1" hangingPunct="1">
              <a:buClr>
                <a:srgbClr val="000000"/>
              </a:buClr>
              <a:buSzPct val="100000"/>
              <a:buFont typeface="Arial" panose="020B0604020202020204" pitchFamily="34" charset="0"/>
              <a:buChar char="•"/>
            </a:pPr>
            <a:r>
              <a:rPr lang="en-US" dirty="0">
                <a:solidFill>
                  <a:schemeClr val="tx1"/>
                </a:solidFill>
              </a:rPr>
              <a:t>We don’t really dislike FISMA (really we don’t)!</a:t>
            </a:r>
          </a:p>
          <a:p>
            <a:pPr eaLnBrk="1" hangingPunct="1">
              <a:buClr>
                <a:srgbClr val="000000"/>
              </a:buClr>
              <a:buSzPct val="100000"/>
              <a:buFont typeface="Times New Roman" panose="02020603050405020304" pitchFamily="18" charset="0"/>
              <a:buNone/>
            </a:pPr>
            <a:endParaRPr lang="en-US" dirty="0">
              <a:solidFill>
                <a:schemeClr val="tx1"/>
              </a:solidFill>
            </a:endParaRPr>
          </a:p>
          <a:p>
            <a:pPr eaLnBrk="1" hangingPunct="1">
              <a:buClr>
                <a:srgbClr val="000000"/>
              </a:buClr>
              <a:buSzPct val="100000"/>
              <a:buFont typeface="Arial" panose="020B0604020202020204" pitchFamily="34" charset="0"/>
              <a:buChar char="•"/>
            </a:pPr>
            <a:r>
              <a:rPr lang="en-US" dirty="0">
                <a:solidFill>
                  <a:schemeClr val="tx1"/>
                </a:solidFill>
              </a:rPr>
              <a:t>But because you, or someone you know, relative, or significant other, currently, recently, or in the future will be tasked to certify your system because it supports or integrates with some sort of federal information somewhere somehow.</a:t>
            </a:r>
          </a:p>
          <a:p>
            <a:pPr eaLnBrk="1" hangingPunct="1">
              <a:buClr>
                <a:srgbClr val="000000"/>
              </a:buClr>
              <a:buSzPct val="100000"/>
              <a:buFont typeface="Arial" panose="020B0604020202020204" pitchFamily="34" charset="0"/>
              <a:buChar char="•"/>
            </a:pPr>
            <a:endParaRPr lang="en-US" dirty="0">
              <a:solidFill>
                <a:schemeClr val="tx1"/>
              </a:solidFill>
            </a:endParaRPr>
          </a:p>
          <a:p>
            <a:pPr eaLnBrk="1" hangingPunct="1">
              <a:buClr>
                <a:srgbClr val="000000"/>
              </a:buClr>
              <a:buSzPct val="100000"/>
              <a:buFont typeface="Arial" panose="020B0604020202020204" pitchFamily="34" charset="0"/>
              <a:buChar char="•"/>
            </a:pPr>
            <a:r>
              <a:rPr lang="en-US" dirty="0">
                <a:solidFill>
                  <a:schemeClr val="tx1"/>
                </a:solidFill>
              </a:rPr>
              <a:t>We want you to know the pros and cons and how to best “defend” against FISMA and get real value out of the process.</a:t>
            </a:r>
          </a:p>
        </p:txBody>
      </p:sp>
    </p:spTree>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1"/>
          <p:cNvSpPr>
            <a:spLocks noGrp="1" noChangeArrowheads="1"/>
          </p:cNvSpPr>
          <p:nvPr>
            <p:ph type="title"/>
          </p:nvPr>
        </p:nvSpPr>
        <p:spPr>
          <a:xfrm>
            <a:off x="2057400" y="304800"/>
            <a:ext cx="6815138" cy="533400"/>
          </a:xfrm>
        </p:spPr>
        <p:txBody>
          <a:bodyPr/>
          <a:lstStyle/>
          <a:p>
            <a:pPr eaLnBrk="1" hangingPunct="1">
              <a:buClr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mtClean="0"/>
              <a:t>What is FISMA?</a:t>
            </a:r>
          </a:p>
        </p:txBody>
      </p:sp>
      <p:pic>
        <p:nvPicPr>
          <p:cNvPr id="16387" name="Picture 1"/>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524000" y="1066800"/>
            <a:ext cx="5715000" cy="5000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1"/>
          <p:cNvSpPr>
            <a:spLocks noGrp="1" noChangeArrowheads="1"/>
          </p:cNvSpPr>
          <p:nvPr>
            <p:ph type="title"/>
          </p:nvPr>
        </p:nvSpPr>
        <p:spPr>
          <a:xfrm>
            <a:off x="2057400" y="304800"/>
            <a:ext cx="6815138" cy="533400"/>
          </a:xfrm>
        </p:spPr>
        <p:txBody>
          <a:bodyPr/>
          <a:lstStyle/>
          <a:p>
            <a:pPr eaLnBrk="1" hangingPunct="1">
              <a:buClr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mtClean="0"/>
              <a:t>Brief History of FISMA</a:t>
            </a:r>
          </a:p>
        </p:txBody>
      </p:sp>
      <p:sp>
        <p:nvSpPr>
          <p:cNvPr id="2" name="TextBox 1"/>
          <p:cNvSpPr txBox="1"/>
          <p:nvPr/>
        </p:nvSpPr>
        <p:spPr>
          <a:xfrm>
            <a:off x="685800" y="1219200"/>
            <a:ext cx="8153400" cy="2586038"/>
          </a:xfrm>
          <a:prstGeom prst="rect">
            <a:avLst/>
          </a:prstGeom>
          <a:noFill/>
        </p:spPr>
        <p:txBody>
          <a:bodyPr>
            <a:spAutoFit/>
          </a:bodyPr>
          <a:lstStyle>
            <a:lvl1pPr marL="285750" indent="-285750">
              <a:defRPr>
                <a:solidFill>
                  <a:schemeClr val="bg1"/>
                </a:solidFill>
                <a:latin typeface="Arial" panose="020B0604020202020204" pitchFamily="34" charset="0"/>
                <a:ea typeface="DejaVu Sans" pitchFamily="34" charset="0"/>
                <a:cs typeface="DejaVu Sans" pitchFamily="34" charset="0"/>
              </a:defRPr>
            </a:lvl1pPr>
            <a:lvl2pPr>
              <a:defRPr>
                <a:solidFill>
                  <a:schemeClr val="bg1"/>
                </a:solidFill>
                <a:latin typeface="Arial" panose="020B0604020202020204" pitchFamily="34" charset="0"/>
                <a:ea typeface="DejaVu Sans" pitchFamily="34" charset="0"/>
                <a:cs typeface="DejaVu Sans" pitchFamily="34" charset="0"/>
              </a:defRPr>
            </a:lvl2pPr>
            <a:lvl3pPr>
              <a:defRPr>
                <a:solidFill>
                  <a:schemeClr val="bg1"/>
                </a:solidFill>
                <a:latin typeface="Arial" panose="020B0604020202020204" pitchFamily="34" charset="0"/>
                <a:ea typeface="DejaVu Sans" pitchFamily="34" charset="0"/>
                <a:cs typeface="DejaVu Sans" pitchFamily="34" charset="0"/>
              </a:defRPr>
            </a:lvl3pPr>
            <a:lvl4pPr>
              <a:defRPr>
                <a:solidFill>
                  <a:schemeClr val="bg1"/>
                </a:solidFill>
                <a:latin typeface="Arial" panose="020B0604020202020204" pitchFamily="34" charset="0"/>
                <a:ea typeface="DejaVu Sans" pitchFamily="34" charset="0"/>
                <a:cs typeface="DejaVu Sans" pitchFamily="34" charset="0"/>
              </a:defRPr>
            </a:lvl4pPr>
            <a:lvl5pPr>
              <a:defRPr>
                <a:solidFill>
                  <a:schemeClr val="bg1"/>
                </a:solidFill>
                <a:latin typeface="Arial" panose="020B0604020202020204" pitchFamily="34" charset="0"/>
                <a:ea typeface="DejaVu Sans" pitchFamily="34" charset="0"/>
                <a:cs typeface="DejaVu Sans" pitchFamily="34" charset="0"/>
              </a:defRPr>
            </a:lvl5pPr>
            <a:lvl6pPr marL="2514600" indent="-228600" defTabSz="457200" eaLnBrk="0" fontAlgn="base" hangingPunct="0">
              <a:spcBef>
                <a:spcPct val="0"/>
              </a:spcBef>
              <a:spcAft>
                <a:spcPct val="0"/>
              </a:spcAft>
              <a:defRPr>
                <a:solidFill>
                  <a:schemeClr val="bg1"/>
                </a:solidFill>
                <a:latin typeface="Arial" panose="020B0604020202020204" pitchFamily="34" charset="0"/>
                <a:ea typeface="DejaVu Sans" pitchFamily="34" charset="0"/>
                <a:cs typeface="DejaVu Sans" pitchFamily="34" charset="0"/>
              </a:defRPr>
            </a:lvl6pPr>
            <a:lvl7pPr marL="2971800" indent="-228600" defTabSz="457200" eaLnBrk="0" fontAlgn="base" hangingPunct="0">
              <a:spcBef>
                <a:spcPct val="0"/>
              </a:spcBef>
              <a:spcAft>
                <a:spcPct val="0"/>
              </a:spcAft>
              <a:defRPr>
                <a:solidFill>
                  <a:schemeClr val="bg1"/>
                </a:solidFill>
                <a:latin typeface="Arial" panose="020B0604020202020204" pitchFamily="34" charset="0"/>
                <a:ea typeface="DejaVu Sans" pitchFamily="34" charset="0"/>
                <a:cs typeface="DejaVu Sans" pitchFamily="34" charset="0"/>
              </a:defRPr>
            </a:lvl7pPr>
            <a:lvl8pPr marL="3429000" indent="-228600" defTabSz="457200" eaLnBrk="0" fontAlgn="base" hangingPunct="0">
              <a:spcBef>
                <a:spcPct val="0"/>
              </a:spcBef>
              <a:spcAft>
                <a:spcPct val="0"/>
              </a:spcAft>
              <a:defRPr>
                <a:solidFill>
                  <a:schemeClr val="bg1"/>
                </a:solidFill>
                <a:latin typeface="Arial" panose="020B0604020202020204" pitchFamily="34" charset="0"/>
                <a:ea typeface="DejaVu Sans" pitchFamily="34" charset="0"/>
                <a:cs typeface="DejaVu Sans" pitchFamily="34" charset="0"/>
              </a:defRPr>
            </a:lvl8pPr>
            <a:lvl9pPr marL="3886200" indent="-228600" defTabSz="457200" eaLnBrk="0" fontAlgn="base" hangingPunct="0">
              <a:spcBef>
                <a:spcPct val="0"/>
              </a:spcBef>
              <a:spcAft>
                <a:spcPct val="0"/>
              </a:spcAft>
              <a:defRPr>
                <a:solidFill>
                  <a:schemeClr val="bg1"/>
                </a:solidFill>
                <a:latin typeface="Arial" panose="020B0604020202020204" pitchFamily="34" charset="0"/>
                <a:ea typeface="DejaVu Sans" pitchFamily="34" charset="0"/>
                <a:cs typeface="DejaVu Sans" pitchFamily="34" charset="0"/>
              </a:defRPr>
            </a:lvl9pPr>
          </a:lstStyle>
          <a:p>
            <a:pPr eaLnBrk="1" hangingPunct="1">
              <a:buClr>
                <a:srgbClr val="000000"/>
              </a:buClr>
              <a:buSzPct val="100000"/>
              <a:buFont typeface="Arial" panose="020B0604020202020204" pitchFamily="34" charset="0"/>
              <a:buChar char="•"/>
            </a:pPr>
            <a:r>
              <a:rPr lang="en-US" dirty="0">
                <a:solidFill>
                  <a:schemeClr val="tx1"/>
                </a:solidFill>
              </a:rPr>
              <a:t>Federal Information Security Management Act of 2002 (FISMA) is a United States federal law enacted in 2002 as Title III of the E-Government Act of 2002</a:t>
            </a:r>
          </a:p>
          <a:p>
            <a:pPr eaLnBrk="1" hangingPunct="1">
              <a:buClr>
                <a:srgbClr val="000000"/>
              </a:buClr>
              <a:buSzPct val="100000"/>
              <a:buFont typeface="Times New Roman" panose="02020603050405020304" pitchFamily="18" charset="0"/>
              <a:buNone/>
            </a:pPr>
            <a:endParaRPr lang="en-US" dirty="0">
              <a:solidFill>
                <a:schemeClr val="tx1"/>
              </a:solidFill>
            </a:endParaRPr>
          </a:p>
          <a:p>
            <a:pPr eaLnBrk="1" hangingPunct="1">
              <a:buClr>
                <a:srgbClr val="000000"/>
              </a:buClr>
              <a:buSzPct val="100000"/>
              <a:buFont typeface="Arial" panose="020B0604020202020204" pitchFamily="34" charset="0"/>
              <a:buChar char="•"/>
            </a:pPr>
            <a:r>
              <a:rPr lang="en-US" dirty="0">
                <a:solidFill>
                  <a:schemeClr val="tx1"/>
                </a:solidFill>
              </a:rPr>
              <a:t>Prior to this we had OMB A-130, which is still valid and started this whole mess</a:t>
            </a:r>
          </a:p>
          <a:p>
            <a:pPr eaLnBrk="1" hangingPunct="1">
              <a:buClr>
                <a:srgbClr val="000000"/>
              </a:buClr>
              <a:buSzPct val="100000"/>
              <a:buFont typeface="Times New Roman" panose="02020603050405020304" pitchFamily="18" charset="0"/>
              <a:buNone/>
            </a:pPr>
            <a:endParaRPr lang="en-US" dirty="0">
              <a:solidFill>
                <a:schemeClr val="tx1"/>
              </a:solidFill>
            </a:endParaRPr>
          </a:p>
          <a:p>
            <a:pPr eaLnBrk="1" hangingPunct="1">
              <a:buClr>
                <a:srgbClr val="000000"/>
              </a:buClr>
              <a:buSzPct val="100000"/>
              <a:buFont typeface="Arial" panose="020B0604020202020204" pitchFamily="34" charset="0"/>
              <a:buChar char="•"/>
            </a:pPr>
            <a:r>
              <a:rPr lang="en-US" dirty="0">
                <a:solidFill>
                  <a:schemeClr val="tx1"/>
                </a:solidFill>
              </a:rPr>
              <a:t>NIST was given the authority to establish guidelines and have releases a series of the Special Publications and FIPS</a:t>
            </a:r>
          </a:p>
        </p:txBody>
      </p:sp>
    </p:spTree>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1"/>
          <p:cNvSpPr>
            <a:spLocks noGrp="1" noChangeArrowheads="1"/>
          </p:cNvSpPr>
          <p:nvPr>
            <p:ph type="title"/>
          </p:nvPr>
        </p:nvSpPr>
        <p:spPr>
          <a:xfrm>
            <a:off x="2057400" y="304800"/>
            <a:ext cx="6815138" cy="533400"/>
          </a:xfrm>
        </p:spPr>
        <p:txBody>
          <a:bodyPr/>
          <a:lstStyle/>
          <a:p>
            <a:pPr eaLnBrk="1" hangingPunct="1">
              <a:buClr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mtClean="0"/>
              <a:t>Brief History of FISMA (Cont.)</a:t>
            </a:r>
          </a:p>
        </p:txBody>
      </p:sp>
      <p:sp>
        <p:nvSpPr>
          <p:cNvPr id="2" name="TextBox 1"/>
          <p:cNvSpPr txBox="1"/>
          <p:nvPr/>
        </p:nvSpPr>
        <p:spPr>
          <a:xfrm>
            <a:off x="228600" y="1600200"/>
            <a:ext cx="2514600" cy="1200329"/>
          </a:xfrm>
          <a:prstGeom prst="rect">
            <a:avLst/>
          </a:prstGeom>
          <a:noFill/>
        </p:spPr>
        <p:txBody>
          <a:bodyPr>
            <a:spAutoFit/>
          </a:bodyPr>
          <a:lstStyle>
            <a:lvl1pPr marL="285750" indent="-285750">
              <a:defRPr>
                <a:solidFill>
                  <a:schemeClr val="bg1"/>
                </a:solidFill>
                <a:latin typeface="Arial" panose="020B0604020202020204" pitchFamily="34" charset="0"/>
                <a:ea typeface="DejaVu Sans" pitchFamily="34" charset="0"/>
                <a:cs typeface="DejaVu Sans" pitchFamily="34" charset="0"/>
              </a:defRPr>
            </a:lvl1pPr>
            <a:lvl2pPr>
              <a:defRPr>
                <a:solidFill>
                  <a:schemeClr val="bg1"/>
                </a:solidFill>
                <a:latin typeface="Arial" panose="020B0604020202020204" pitchFamily="34" charset="0"/>
                <a:ea typeface="DejaVu Sans" pitchFamily="34" charset="0"/>
                <a:cs typeface="DejaVu Sans" pitchFamily="34" charset="0"/>
              </a:defRPr>
            </a:lvl2pPr>
            <a:lvl3pPr>
              <a:defRPr>
                <a:solidFill>
                  <a:schemeClr val="bg1"/>
                </a:solidFill>
                <a:latin typeface="Arial" panose="020B0604020202020204" pitchFamily="34" charset="0"/>
                <a:ea typeface="DejaVu Sans" pitchFamily="34" charset="0"/>
                <a:cs typeface="DejaVu Sans" pitchFamily="34" charset="0"/>
              </a:defRPr>
            </a:lvl3pPr>
            <a:lvl4pPr>
              <a:defRPr>
                <a:solidFill>
                  <a:schemeClr val="bg1"/>
                </a:solidFill>
                <a:latin typeface="Arial" panose="020B0604020202020204" pitchFamily="34" charset="0"/>
                <a:ea typeface="DejaVu Sans" pitchFamily="34" charset="0"/>
                <a:cs typeface="DejaVu Sans" pitchFamily="34" charset="0"/>
              </a:defRPr>
            </a:lvl4pPr>
            <a:lvl5pPr>
              <a:defRPr>
                <a:solidFill>
                  <a:schemeClr val="bg1"/>
                </a:solidFill>
                <a:latin typeface="Arial" panose="020B0604020202020204" pitchFamily="34" charset="0"/>
                <a:ea typeface="DejaVu Sans" pitchFamily="34" charset="0"/>
                <a:cs typeface="DejaVu Sans" pitchFamily="34" charset="0"/>
              </a:defRPr>
            </a:lvl5pPr>
            <a:lvl6pPr marL="2514600" indent="-228600" defTabSz="457200" eaLnBrk="0" fontAlgn="base" hangingPunct="0">
              <a:spcBef>
                <a:spcPct val="0"/>
              </a:spcBef>
              <a:spcAft>
                <a:spcPct val="0"/>
              </a:spcAft>
              <a:defRPr>
                <a:solidFill>
                  <a:schemeClr val="bg1"/>
                </a:solidFill>
                <a:latin typeface="Arial" panose="020B0604020202020204" pitchFamily="34" charset="0"/>
                <a:ea typeface="DejaVu Sans" pitchFamily="34" charset="0"/>
                <a:cs typeface="DejaVu Sans" pitchFamily="34" charset="0"/>
              </a:defRPr>
            </a:lvl6pPr>
            <a:lvl7pPr marL="2971800" indent="-228600" defTabSz="457200" eaLnBrk="0" fontAlgn="base" hangingPunct="0">
              <a:spcBef>
                <a:spcPct val="0"/>
              </a:spcBef>
              <a:spcAft>
                <a:spcPct val="0"/>
              </a:spcAft>
              <a:defRPr>
                <a:solidFill>
                  <a:schemeClr val="bg1"/>
                </a:solidFill>
                <a:latin typeface="Arial" panose="020B0604020202020204" pitchFamily="34" charset="0"/>
                <a:ea typeface="DejaVu Sans" pitchFamily="34" charset="0"/>
                <a:cs typeface="DejaVu Sans" pitchFamily="34" charset="0"/>
              </a:defRPr>
            </a:lvl7pPr>
            <a:lvl8pPr marL="3429000" indent="-228600" defTabSz="457200" eaLnBrk="0" fontAlgn="base" hangingPunct="0">
              <a:spcBef>
                <a:spcPct val="0"/>
              </a:spcBef>
              <a:spcAft>
                <a:spcPct val="0"/>
              </a:spcAft>
              <a:defRPr>
                <a:solidFill>
                  <a:schemeClr val="bg1"/>
                </a:solidFill>
                <a:latin typeface="Arial" panose="020B0604020202020204" pitchFamily="34" charset="0"/>
                <a:ea typeface="DejaVu Sans" pitchFamily="34" charset="0"/>
                <a:cs typeface="DejaVu Sans" pitchFamily="34" charset="0"/>
              </a:defRPr>
            </a:lvl8pPr>
            <a:lvl9pPr marL="3886200" indent="-228600" defTabSz="457200" eaLnBrk="0" fontAlgn="base" hangingPunct="0">
              <a:spcBef>
                <a:spcPct val="0"/>
              </a:spcBef>
              <a:spcAft>
                <a:spcPct val="0"/>
              </a:spcAft>
              <a:defRPr>
                <a:solidFill>
                  <a:schemeClr val="bg1"/>
                </a:solidFill>
                <a:latin typeface="Arial" panose="020B0604020202020204" pitchFamily="34" charset="0"/>
                <a:ea typeface="DejaVu Sans" pitchFamily="34" charset="0"/>
                <a:cs typeface="DejaVu Sans" pitchFamily="34" charset="0"/>
              </a:defRPr>
            </a:lvl9pPr>
          </a:lstStyle>
          <a:p>
            <a:pPr eaLnBrk="1" hangingPunct="1">
              <a:buClr>
                <a:srgbClr val="000000"/>
              </a:buClr>
              <a:buSzPct val="100000"/>
              <a:buFont typeface="Arial" panose="020B0604020202020204" pitchFamily="34" charset="0"/>
              <a:buChar char="•"/>
            </a:pPr>
            <a:r>
              <a:rPr lang="en-US" dirty="0">
                <a:solidFill>
                  <a:schemeClr val="tx1"/>
                </a:solidFill>
              </a:rPr>
              <a:t>FIPS 199 and </a:t>
            </a:r>
            <a:r>
              <a:rPr lang="en-US" dirty="0" smtClean="0">
                <a:solidFill>
                  <a:schemeClr val="tx1"/>
                </a:solidFill>
              </a:rPr>
              <a:t>200</a:t>
            </a:r>
          </a:p>
          <a:p>
            <a:pPr eaLnBrk="1" hangingPunct="1">
              <a:buClr>
                <a:srgbClr val="000000"/>
              </a:buClr>
              <a:buSzPct val="100000"/>
              <a:buFont typeface="Arial" panose="020B0604020202020204" pitchFamily="34" charset="0"/>
              <a:buChar char="•"/>
            </a:pPr>
            <a:endParaRPr lang="en-US" dirty="0">
              <a:solidFill>
                <a:schemeClr val="tx1"/>
              </a:solidFill>
            </a:endParaRPr>
          </a:p>
          <a:p>
            <a:pPr eaLnBrk="1" hangingPunct="1">
              <a:buClr>
                <a:srgbClr val="000000"/>
              </a:buClr>
              <a:buSzPct val="100000"/>
              <a:buFont typeface="Arial" panose="020B0604020202020204" pitchFamily="34" charset="0"/>
              <a:buChar char="•"/>
            </a:pPr>
            <a:r>
              <a:rPr lang="en-US" dirty="0" smtClean="0">
                <a:solidFill>
                  <a:schemeClr val="tx1"/>
                </a:solidFill>
              </a:rPr>
              <a:t>FIPS vs. SP’s</a:t>
            </a:r>
            <a:endParaRPr lang="en-US" dirty="0">
              <a:solidFill>
                <a:schemeClr val="tx1"/>
              </a:solidFill>
            </a:endParaRPr>
          </a:p>
          <a:p>
            <a:pPr eaLnBrk="1" hangingPunct="1">
              <a:buClr>
                <a:srgbClr val="000000"/>
              </a:buClr>
              <a:buSzPct val="100000"/>
              <a:buFont typeface="Times New Roman" panose="02020603050405020304" pitchFamily="18" charset="0"/>
              <a:buNone/>
            </a:pPr>
            <a:endParaRPr lang="en-US" dirty="0">
              <a:solidFill>
                <a:schemeClr val="tx1"/>
              </a:solidFill>
            </a:endParaRPr>
          </a:p>
        </p:txBody>
      </p:sp>
      <p:pic>
        <p:nvPicPr>
          <p:cNvPr id="20484" name="Picture 2"/>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2895600" y="1371600"/>
            <a:ext cx="6019800" cy="4710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1"/>
          <p:cNvSpPr>
            <a:spLocks noGrp="1" noChangeArrowheads="1"/>
          </p:cNvSpPr>
          <p:nvPr>
            <p:ph type="title"/>
          </p:nvPr>
        </p:nvSpPr>
        <p:spPr>
          <a:xfrm>
            <a:off x="2057400" y="304800"/>
            <a:ext cx="6815138" cy="533400"/>
          </a:xfrm>
        </p:spPr>
        <p:txBody>
          <a:bodyPr/>
          <a:lstStyle/>
          <a:p>
            <a:pPr eaLnBrk="1" hangingPunct="1">
              <a:buClr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mtClean="0"/>
              <a:t>Other Compliance Standards</a:t>
            </a:r>
          </a:p>
        </p:txBody>
      </p:sp>
      <p:pic>
        <p:nvPicPr>
          <p:cNvPr id="22531" name="Picture 1"/>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343025" y="3998913"/>
            <a:ext cx="1990725" cy="1019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2532" name="Picture 2"/>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5514975" y="3200400"/>
            <a:ext cx="3200400" cy="2614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2533" name="Picture 3"/>
          <p:cNvPicPr>
            <a:picLocks noChangeAspect="1"/>
          </p:cNvPicPr>
          <p:nvPr/>
        </p:nvPicPr>
        <p:blipFill>
          <a:blip r:embed="rId5">
            <a:extLst>
              <a:ext uri="{28A0092B-C50C-407E-A947-70E740481C1C}">
                <a14:useLocalDpi xmlns:a14="http://schemas.microsoft.com/office/drawing/2010/main" val="0"/>
              </a:ext>
            </a:extLst>
          </a:blip>
          <a:srcRect/>
          <a:stretch>
            <a:fillRect/>
          </a:stretch>
        </p:blipFill>
        <p:spPr bwMode="auto">
          <a:xfrm>
            <a:off x="1143000" y="1028700"/>
            <a:ext cx="2390775" cy="1543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2534" name="Picture 4"/>
          <p:cNvPicPr>
            <a:picLocks noChangeAspect="1"/>
          </p:cNvPicPr>
          <p:nvPr/>
        </p:nvPicPr>
        <p:blipFill>
          <a:blip r:embed="rId6">
            <a:extLst>
              <a:ext uri="{28A0092B-C50C-407E-A947-70E740481C1C}">
                <a14:useLocalDpi xmlns:a14="http://schemas.microsoft.com/office/drawing/2010/main" val="0"/>
              </a:ext>
            </a:extLst>
          </a:blip>
          <a:srcRect/>
          <a:stretch>
            <a:fillRect/>
          </a:stretch>
        </p:blipFill>
        <p:spPr bwMode="auto">
          <a:xfrm>
            <a:off x="3657600" y="2571750"/>
            <a:ext cx="1971675" cy="1171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 name="Picture 1"/>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6286500" y="1061357"/>
            <a:ext cx="1657350" cy="1638300"/>
          </a:xfrm>
          <a:prstGeom prst="rect">
            <a:avLst/>
          </a:prstGeom>
        </p:spPr>
      </p:pic>
    </p:spTree>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1"/>
          <p:cNvSpPr>
            <a:spLocks noGrp="1" noChangeArrowheads="1"/>
          </p:cNvSpPr>
          <p:nvPr>
            <p:ph type="title"/>
          </p:nvPr>
        </p:nvSpPr>
        <p:spPr>
          <a:xfrm>
            <a:off x="2057400" y="304800"/>
            <a:ext cx="6815138" cy="533400"/>
          </a:xfrm>
        </p:spPr>
        <p:txBody>
          <a:bodyPr/>
          <a:lstStyle/>
          <a:p>
            <a:pPr eaLnBrk="1" hangingPunct="1">
              <a:buClr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mtClean="0"/>
              <a:t>Other Compliance Standards (Cont.)</a:t>
            </a:r>
          </a:p>
        </p:txBody>
      </p:sp>
      <p:sp>
        <p:nvSpPr>
          <p:cNvPr id="24579" name="TextBox 5"/>
          <p:cNvSpPr txBox="1">
            <a:spLocks noChangeArrowheads="1"/>
          </p:cNvSpPr>
          <p:nvPr/>
        </p:nvSpPr>
        <p:spPr bwMode="auto">
          <a:xfrm>
            <a:off x="1295400" y="1214438"/>
            <a:ext cx="7391400" cy="923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285750" indent="-285750">
              <a:spcBef>
                <a:spcPts val="350"/>
              </a:spcBef>
              <a:buClr>
                <a:srgbClr val="000000"/>
              </a:buClr>
              <a:buSzPct val="100000"/>
              <a:buFont typeface="Times New Roman" panose="02020603050405020304" pitchFamily="18" charset="0"/>
              <a:buChar char="•"/>
              <a:defRPr sz="1400" b="1">
                <a:solidFill>
                  <a:srgbClr val="000000"/>
                </a:solidFill>
                <a:latin typeface="Verdana" panose="020B0604030504040204" pitchFamily="34" charset="0"/>
                <a:ea typeface="DejaVu Sans" pitchFamily="34" charset="0"/>
                <a:cs typeface="DejaVu Sans" pitchFamily="34" charset="0"/>
              </a:defRPr>
            </a:lvl1pPr>
            <a:lvl2pPr>
              <a:spcBef>
                <a:spcPts val="300"/>
              </a:spcBef>
              <a:buClr>
                <a:srgbClr val="000000"/>
              </a:buClr>
              <a:buSzPct val="100000"/>
              <a:buFont typeface="Times New Roman" panose="02020603050405020304" pitchFamily="18" charset="0"/>
              <a:buChar char="–"/>
              <a:defRPr sz="1200">
                <a:solidFill>
                  <a:srgbClr val="000000"/>
                </a:solidFill>
                <a:latin typeface="Verdana" panose="020B0604030504040204" pitchFamily="34" charset="0"/>
                <a:ea typeface="DejaVu Sans" pitchFamily="34" charset="0"/>
                <a:cs typeface="DejaVu Sans" pitchFamily="34" charset="0"/>
              </a:defRPr>
            </a:lvl2pPr>
            <a:lvl3pPr>
              <a:spcBef>
                <a:spcPts val="600"/>
              </a:spcBef>
              <a:buClr>
                <a:srgbClr val="000000"/>
              </a:buClr>
              <a:buSzPct val="100000"/>
              <a:buFont typeface="Times New Roman" panose="02020603050405020304" pitchFamily="18" charset="0"/>
              <a:buChar char="•"/>
              <a:defRPr sz="2400">
                <a:solidFill>
                  <a:srgbClr val="000000"/>
                </a:solidFill>
                <a:latin typeface="Arial" panose="020B0604020202020204" pitchFamily="34" charset="0"/>
                <a:ea typeface="DejaVu Sans" pitchFamily="34" charset="0"/>
                <a:cs typeface="DejaVu Sans" pitchFamily="34" charset="0"/>
              </a:defRPr>
            </a:lvl3pPr>
            <a:lvl4pPr>
              <a:spcBef>
                <a:spcPts val="500"/>
              </a:spcBef>
              <a:buClr>
                <a:srgbClr val="000000"/>
              </a:buClr>
              <a:buSzPct val="100000"/>
              <a:buFont typeface="Times New Roman" panose="02020603050405020304" pitchFamily="18" charset="0"/>
              <a:buChar char="–"/>
              <a:defRPr sz="2000">
                <a:solidFill>
                  <a:srgbClr val="000000"/>
                </a:solidFill>
                <a:latin typeface="Arial" panose="020B0604020202020204" pitchFamily="34" charset="0"/>
                <a:ea typeface="DejaVu Sans" pitchFamily="34" charset="0"/>
                <a:cs typeface="DejaVu Sans" pitchFamily="34" charset="0"/>
              </a:defRPr>
            </a:lvl4pPr>
            <a:lvl5pPr>
              <a:spcBef>
                <a:spcPts val="500"/>
              </a:spcBef>
              <a:buClr>
                <a:srgbClr val="000000"/>
              </a:buClr>
              <a:buSzPct val="100000"/>
              <a:buFont typeface="Times New Roman" panose="02020603050405020304" pitchFamily="18" charset="0"/>
              <a:buChar char="»"/>
              <a:defRPr sz="2000">
                <a:solidFill>
                  <a:srgbClr val="000000"/>
                </a:solidFill>
                <a:latin typeface="Arial" panose="020B0604020202020204" pitchFamily="34" charset="0"/>
                <a:ea typeface="DejaVu Sans" pitchFamily="34" charset="0"/>
                <a:cs typeface="DejaVu Sans" pitchFamily="34" charset="0"/>
              </a:defRPr>
            </a:lvl5pPr>
            <a:lvl6pPr marL="2514600" indent="-228600" defTabSz="457200" eaLnBrk="0" fontAlgn="base" hangingPunct="0">
              <a:spcBef>
                <a:spcPts val="500"/>
              </a:spcBef>
              <a:spcAft>
                <a:spcPct val="0"/>
              </a:spcAft>
              <a:buClr>
                <a:srgbClr val="000000"/>
              </a:buClr>
              <a:buSzPct val="100000"/>
              <a:buFont typeface="Times New Roman" panose="02020603050405020304" pitchFamily="18" charset="0"/>
              <a:buChar char="»"/>
              <a:defRPr sz="2000">
                <a:solidFill>
                  <a:srgbClr val="000000"/>
                </a:solidFill>
                <a:latin typeface="Arial" panose="020B0604020202020204" pitchFamily="34" charset="0"/>
                <a:ea typeface="DejaVu Sans" pitchFamily="34" charset="0"/>
                <a:cs typeface="DejaVu Sans" pitchFamily="34" charset="0"/>
              </a:defRPr>
            </a:lvl6pPr>
            <a:lvl7pPr marL="2971800" indent="-228600" defTabSz="457200" eaLnBrk="0" fontAlgn="base" hangingPunct="0">
              <a:spcBef>
                <a:spcPts val="500"/>
              </a:spcBef>
              <a:spcAft>
                <a:spcPct val="0"/>
              </a:spcAft>
              <a:buClr>
                <a:srgbClr val="000000"/>
              </a:buClr>
              <a:buSzPct val="100000"/>
              <a:buFont typeface="Times New Roman" panose="02020603050405020304" pitchFamily="18" charset="0"/>
              <a:buChar char="»"/>
              <a:defRPr sz="2000">
                <a:solidFill>
                  <a:srgbClr val="000000"/>
                </a:solidFill>
                <a:latin typeface="Arial" panose="020B0604020202020204" pitchFamily="34" charset="0"/>
                <a:ea typeface="DejaVu Sans" pitchFamily="34" charset="0"/>
                <a:cs typeface="DejaVu Sans" pitchFamily="34" charset="0"/>
              </a:defRPr>
            </a:lvl7pPr>
            <a:lvl8pPr marL="3429000" indent="-228600" defTabSz="457200" eaLnBrk="0" fontAlgn="base" hangingPunct="0">
              <a:spcBef>
                <a:spcPts val="500"/>
              </a:spcBef>
              <a:spcAft>
                <a:spcPct val="0"/>
              </a:spcAft>
              <a:buClr>
                <a:srgbClr val="000000"/>
              </a:buClr>
              <a:buSzPct val="100000"/>
              <a:buFont typeface="Times New Roman" panose="02020603050405020304" pitchFamily="18" charset="0"/>
              <a:buChar char="»"/>
              <a:defRPr sz="2000">
                <a:solidFill>
                  <a:srgbClr val="000000"/>
                </a:solidFill>
                <a:latin typeface="Arial" panose="020B0604020202020204" pitchFamily="34" charset="0"/>
                <a:ea typeface="DejaVu Sans" pitchFamily="34" charset="0"/>
                <a:cs typeface="DejaVu Sans" pitchFamily="34" charset="0"/>
              </a:defRPr>
            </a:lvl8pPr>
            <a:lvl9pPr marL="3886200" indent="-228600" defTabSz="457200" eaLnBrk="0" fontAlgn="base" hangingPunct="0">
              <a:spcBef>
                <a:spcPts val="500"/>
              </a:spcBef>
              <a:spcAft>
                <a:spcPct val="0"/>
              </a:spcAft>
              <a:buClr>
                <a:srgbClr val="000000"/>
              </a:buClr>
              <a:buSzPct val="100000"/>
              <a:buFont typeface="Times New Roman" panose="02020603050405020304" pitchFamily="18" charset="0"/>
              <a:buChar char="»"/>
              <a:defRPr sz="2000">
                <a:solidFill>
                  <a:srgbClr val="000000"/>
                </a:solidFill>
                <a:latin typeface="Arial" panose="020B0604020202020204" pitchFamily="34" charset="0"/>
                <a:ea typeface="DejaVu Sans" pitchFamily="34" charset="0"/>
                <a:cs typeface="DejaVu Sans" pitchFamily="34" charset="0"/>
              </a:defRPr>
            </a:lvl9pPr>
          </a:lstStyle>
          <a:p>
            <a:pPr eaLnBrk="1" hangingPunct="1">
              <a:spcBef>
                <a:spcPct val="0"/>
              </a:spcBef>
              <a:buFont typeface="Arial" panose="020B0604020202020204" pitchFamily="34" charset="0"/>
              <a:buChar char="•"/>
            </a:pPr>
            <a:r>
              <a:rPr lang="en-US" sz="1800" b="0">
                <a:solidFill>
                  <a:schemeClr val="tx1"/>
                </a:solidFill>
                <a:latin typeface="Arial" panose="020B0604020202020204" pitchFamily="34" charset="0"/>
              </a:rPr>
              <a:t>What is different about these standards?</a:t>
            </a:r>
          </a:p>
          <a:p>
            <a:pPr eaLnBrk="1" hangingPunct="1">
              <a:spcBef>
                <a:spcPct val="0"/>
              </a:spcBef>
              <a:buFont typeface="Arial" panose="020B0604020202020204" pitchFamily="34" charset="0"/>
              <a:buChar char="•"/>
            </a:pPr>
            <a:endParaRPr lang="en-US" sz="1800" b="0">
              <a:solidFill>
                <a:schemeClr val="tx1"/>
              </a:solidFill>
              <a:latin typeface="Arial" panose="020B0604020202020204" pitchFamily="34" charset="0"/>
            </a:endParaRPr>
          </a:p>
          <a:p>
            <a:pPr eaLnBrk="1" hangingPunct="1">
              <a:spcBef>
                <a:spcPct val="0"/>
              </a:spcBef>
              <a:buFont typeface="Arial" panose="020B0604020202020204" pitchFamily="34" charset="0"/>
              <a:buChar char="•"/>
            </a:pPr>
            <a:r>
              <a:rPr lang="en-US" sz="1800" b="0">
                <a:solidFill>
                  <a:schemeClr val="tx1"/>
                </a:solidFill>
                <a:latin typeface="Arial" panose="020B0604020202020204" pitchFamily="34" charset="0"/>
              </a:rPr>
              <a:t>Have you ever had to do a cross-walk between them?</a:t>
            </a:r>
          </a:p>
        </p:txBody>
      </p:sp>
      <p:pic>
        <p:nvPicPr>
          <p:cNvPr id="24580" name="Picture 6"/>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533400" y="2286000"/>
            <a:ext cx="8001000" cy="3843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Title 1"/>
          <p:cNvSpPr>
            <a:spLocks noGrp="1"/>
          </p:cNvSpPr>
          <p:nvPr>
            <p:ph type="title"/>
          </p:nvPr>
        </p:nvSpPr>
        <p:spPr/>
        <p:txBody>
          <a:bodyPr/>
          <a:lstStyle/>
          <a:p>
            <a:r>
              <a:rPr lang="en-US" smtClean="0"/>
              <a:t>Current State of FISMA</a:t>
            </a:r>
          </a:p>
        </p:txBody>
      </p:sp>
      <p:sp>
        <p:nvSpPr>
          <p:cNvPr id="26627" name="TextBox 1"/>
          <p:cNvSpPr txBox="1">
            <a:spLocks noChangeArrowheads="1"/>
          </p:cNvSpPr>
          <p:nvPr/>
        </p:nvSpPr>
        <p:spPr bwMode="auto">
          <a:xfrm>
            <a:off x="1066800" y="1371600"/>
            <a:ext cx="7620000" cy="42473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285750" indent="-285750">
              <a:spcBef>
                <a:spcPts val="350"/>
              </a:spcBef>
              <a:buClr>
                <a:srgbClr val="000000"/>
              </a:buClr>
              <a:buSzPct val="100000"/>
              <a:buFont typeface="Times New Roman" panose="02020603050405020304" pitchFamily="18" charset="0"/>
              <a:buChar char="•"/>
              <a:defRPr sz="1400" b="1">
                <a:solidFill>
                  <a:srgbClr val="000000"/>
                </a:solidFill>
                <a:latin typeface="Verdana" panose="020B0604030504040204" pitchFamily="34" charset="0"/>
                <a:ea typeface="DejaVu Sans" pitchFamily="34" charset="0"/>
                <a:cs typeface="DejaVu Sans" pitchFamily="34" charset="0"/>
              </a:defRPr>
            </a:lvl1pPr>
            <a:lvl2pPr>
              <a:spcBef>
                <a:spcPts val="300"/>
              </a:spcBef>
              <a:buClr>
                <a:srgbClr val="000000"/>
              </a:buClr>
              <a:buSzPct val="100000"/>
              <a:buFont typeface="Times New Roman" panose="02020603050405020304" pitchFamily="18" charset="0"/>
              <a:buChar char="–"/>
              <a:defRPr sz="1200">
                <a:solidFill>
                  <a:srgbClr val="000000"/>
                </a:solidFill>
                <a:latin typeface="Verdana" panose="020B0604030504040204" pitchFamily="34" charset="0"/>
                <a:ea typeface="DejaVu Sans" pitchFamily="34" charset="0"/>
                <a:cs typeface="DejaVu Sans" pitchFamily="34" charset="0"/>
              </a:defRPr>
            </a:lvl2pPr>
            <a:lvl3pPr>
              <a:spcBef>
                <a:spcPts val="600"/>
              </a:spcBef>
              <a:buClr>
                <a:srgbClr val="000000"/>
              </a:buClr>
              <a:buSzPct val="100000"/>
              <a:buFont typeface="Times New Roman" panose="02020603050405020304" pitchFamily="18" charset="0"/>
              <a:buChar char="•"/>
              <a:defRPr sz="2400">
                <a:solidFill>
                  <a:srgbClr val="000000"/>
                </a:solidFill>
                <a:latin typeface="Arial" panose="020B0604020202020204" pitchFamily="34" charset="0"/>
                <a:ea typeface="DejaVu Sans" pitchFamily="34" charset="0"/>
                <a:cs typeface="DejaVu Sans" pitchFamily="34" charset="0"/>
              </a:defRPr>
            </a:lvl3pPr>
            <a:lvl4pPr>
              <a:spcBef>
                <a:spcPts val="500"/>
              </a:spcBef>
              <a:buClr>
                <a:srgbClr val="000000"/>
              </a:buClr>
              <a:buSzPct val="100000"/>
              <a:buFont typeface="Times New Roman" panose="02020603050405020304" pitchFamily="18" charset="0"/>
              <a:buChar char="–"/>
              <a:defRPr sz="2000">
                <a:solidFill>
                  <a:srgbClr val="000000"/>
                </a:solidFill>
                <a:latin typeface="Arial" panose="020B0604020202020204" pitchFamily="34" charset="0"/>
                <a:ea typeface="DejaVu Sans" pitchFamily="34" charset="0"/>
                <a:cs typeface="DejaVu Sans" pitchFamily="34" charset="0"/>
              </a:defRPr>
            </a:lvl4pPr>
            <a:lvl5pPr>
              <a:spcBef>
                <a:spcPts val="500"/>
              </a:spcBef>
              <a:buClr>
                <a:srgbClr val="000000"/>
              </a:buClr>
              <a:buSzPct val="100000"/>
              <a:buFont typeface="Times New Roman" panose="02020603050405020304" pitchFamily="18" charset="0"/>
              <a:buChar char="»"/>
              <a:defRPr sz="2000">
                <a:solidFill>
                  <a:srgbClr val="000000"/>
                </a:solidFill>
                <a:latin typeface="Arial" panose="020B0604020202020204" pitchFamily="34" charset="0"/>
                <a:ea typeface="DejaVu Sans" pitchFamily="34" charset="0"/>
                <a:cs typeface="DejaVu Sans" pitchFamily="34" charset="0"/>
              </a:defRPr>
            </a:lvl5pPr>
            <a:lvl6pPr marL="2514600" indent="-228600" defTabSz="457200" eaLnBrk="0" fontAlgn="base" hangingPunct="0">
              <a:spcBef>
                <a:spcPts val="500"/>
              </a:spcBef>
              <a:spcAft>
                <a:spcPct val="0"/>
              </a:spcAft>
              <a:buClr>
                <a:srgbClr val="000000"/>
              </a:buClr>
              <a:buSzPct val="100000"/>
              <a:buFont typeface="Times New Roman" panose="02020603050405020304" pitchFamily="18" charset="0"/>
              <a:buChar char="»"/>
              <a:defRPr sz="2000">
                <a:solidFill>
                  <a:srgbClr val="000000"/>
                </a:solidFill>
                <a:latin typeface="Arial" panose="020B0604020202020204" pitchFamily="34" charset="0"/>
                <a:ea typeface="DejaVu Sans" pitchFamily="34" charset="0"/>
                <a:cs typeface="DejaVu Sans" pitchFamily="34" charset="0"/>
              </a:defRPr>
            </a:lvl6pPr>
            <a:lvl7pPr marL="2971800" indent="-228600" defTabSz="457200" eaLnBrk="0" fontAlgn="base" hangingPunct="0">
              <a:spcBef>
                <a:spcPts val="500"/>
              </a:spcBef>
              <a:spcAft>
                <a:spcPct val="0"/>
              </a:spcAft>
              <a:buClr>
                <a:srgbClr val="000000"/>
              </a:buClr>
              <a:buSzPct val="100000"/>
              <a:buFont typeface="Times New Roman" panose="02020603050405020304" pitchFamily="18" charset="0"/>
              <a:buChar char="»"/>
              <a:defRPr sz="2000">
                <a:solidFill>
                  <a:srgbClr val="000000"/>
                </a:solidFill>
                <a:latin typeface="Arial" panose="020B0604020202020204" pitchFamily="34" charset="0"/>
                <a:ea typeface="DejaVu Sans" pitchFamily="34" charset="0"/>
                <a:cs typeface="DejaVu Sans" pitchFamily="34" charset="0"/>
              </a:defRPr>
            </a:lvl7pPr>
            <a:lvl8pPr marL="3429000" indent="-228600" defTabSz="457200" eaLnBrk="0" fontAlgn="base" hangingPunct="0">
              <a:spcBef>
                <a:spcPts val="500"/>
              </a:spcBef>
              <a:spcAft>
                <a:spcPct val="0"/>
              </a:spcAft>
              <a:buClr>
                <a:srgbClr val="000000"/>
              </a:buClr>
              <a:buSzPct val="100000"/>
              <a:buFont typeface="Times New Roman" panose="02020603050405020304" pitchFamily="18" charset="0"/>
              <a:buChar char="»"/>
              <a:defRPr sz="2000">
                <a:solidFill>
                  <a:srgbClr val="000000"/>
                </a:solidFill>
                <a:latin typeface="Arial" panose="020B0604020202020204" pitchFamily="34" charset="0"/>
                <a:ea typeface="DejaVu Sans" pitchFamily="34" charset="0"/>
                <a:cs typeface="DejaVu Sans" pitchFamily="34" charset="0"/>
              </a:defRPr>
            </a:lvl8pPr>
            <a:lvl9pPr marL="3886200" indent="-228600" defTabSz="457200" eaLnBrk="0" fontAlgn="base" hangingPunct="0">
              <a:spcBef>
                <a:spcPts val="500"/>
              </a:spcBef>
              <a:spcAft>
                <a:spcPct val="0"/>
              </a:spcAft>
              <a:buClr>
                <a:srgbClr val="000000"/>
              </a:buClr>
              <a:buSzPct val="100000"/>
              <a:buFont typeface="Times New Roman" panose="02020603050405020304" pitchFamily="18" charset="0"/>
              <a:buChar char="»"/>
              <a:defRPr sz="2000">
                <a:solidFill>
                  <a:srgbClr val="000000"/>
                </a:solidFill>
                <a:latin typeface="Arial" panose="020B0604020202020204" pitchFamily="34" charset="0"/>
                <a:ea typeface="DejaVu Sans" pitchFamily="34" charset="0"/>
                <a:cs typeface="DejaVu Sans" pitchFamily="34" charset="0"/>
              </a:defRPr>
            </a:lvl9pPr>
          </a:lstStyle>
          <a:p>
            <a:pPr eaLnBrk="1" hangingPunct="1">
              <a:spcBef>
                <a:spcPct val="0"/>
              </a:spcBef>
              <a:buFont typeface="Arial" panose="020B0604020202020204" pitchFamily="34" charset="0"/>
              <a:buChar char="•"/>
            </a:pPr>
            <a:r>
              <a:rPr lang="en-US" sz="1800" b="0" dirty="0" smtClean="0">
                <a:solidFill>
                  <a:schemeClr val="tx1"/>
                </a:solidFill>
                <a:latin typeface="Arial" panose="020B0604020202020204" pitchFamily="34" charset="0"/>
              </a:rPr>
              <a:t>800-137 </a:t>
            </a:r>
            <a:r>
              <a:rPr lang="en-US" sz="1800" b="0" i="1" dirty="0" smtClean="0">
                <a:solidFill>
                  <a:schemeClr val="tx1"/>
                </a:solidFill>
                <a:latin typeface="Arial" panose="020B0604020202020204" pitchFamily="34" charset="0"/>
              </a:rPr>
              <a:t>Continuous Monitoring  </a:t>
            </a:r>
          </a:p>
          <a:p>
            <a:pPr eaLnBrk="1" hangingPunct="1">
              <a:spcBef>
                <a:spcPct val="0"/>
              </a:spcBef>
              <a:buFont typeface="Arial" panose="020B0604020202020204" pitchFamily="34" charset="0"/>
              <a:buChar char="•"/>
            </a:pPr>
            <a:endParaRPr lang="en-US" sz="1800" b="0" dirty="0">
              <a:solidFill>
                <a:schemeClr val="tx1"/>
              </a:solidFill>
              <a:latin typeface="Arial" panose="020B0604020202020204" pitchFamily="34" charset="0"/>
            </a:endParaRPr>
          </a:p>
          <a:p>
            <a:pPr eaLnBrk="1" hangingPunct="1">
              <a:spcBef>
                <a:spcPct val="0"/>
              </a:spcBef>
              <a:buFont typeface="Arial" panose="020B0604020202020204" pitchFamily="34" charset="0"/>
              <a:buChar char="•"/>
            </a:pPr>
            <a:r>
              <a:rPr lang="en-US" sz="1800" b="0" dirty="0">
                <a:solidFill>
                  <a:schemeClr val="tx1"/>
                </a:solidFill>
                <a:latin typeface="Arial" panose="020B0604020202020204" pitchFamily="34" charset="0"/>
              </a:rPr>
              <a:t>800-60 </a:t>
            </a:r>
            <a:r>
              <a:rPr lang="en-US" sz="1800" b="0" dirty="0" smtClean="0">
                <a:solidFill>
                  <a:schemeClr val="tx1"/>
                </a:solidFill>
                <a:latin typeface="Arial" panose="020B0604020202020204" pitchFamily="34" charset="0"/>
              </a:rPr>
              <a:t>Rev1 </a:t>
            </a:r>
            <a:r>
              <a:rPr lang="en-US" sz="1800" b="0" i="1" dirty="0" smtClean="0">
                <a:solidFill>
                  <a:schemeClr val="tx1"/>
                </a:solidFill>
                <a:latin typeface="Arial" panose="020B0604020202020204" pitchFamily="34" charset="0"/>
              </a:rPr>
              <a:t>Security Categorization </a:t>
            </a:r>
          </a:p>
          <a:p>
            <a:pPr marL="0" indent="0" eaLnBrk="1" hangingPunct="1">
              <a:spcBef>
                <a:spcPct val="0"/>
              </a:spcBef>
              <a:buNone/>
            </a:pPr>
            <a:endParaRPr lang="en-US" sz="1800" b="0" dirty="0">
              <a:solidFill>
                <a:schemeClr val="tx1"/>
              </a:solidFill>
              <a:latin typeface="Arial" panose="020B0604020202020204" pitchFamily="34" charset="0"/>
            </a:endParaRPr>
          </a:p>
          <a:p>
            <a:pPr eaLnBrk="1" hangingPunct="1">
              <a:spcBef>
                <a:spcPct val="0"/>
              </a:spcBef>
              <a:buFont typeface="Arial" panose="020B0604020202020204" pitchFamily="34" charset="0"/>
              <a:buChar char="•"/>
            </a:pPr>
            <a:r>
              <a:rPr lang="en-US" sz="1800" b="0" dirty="0">
                <a:solidFill>
                  <a:schemeClr val="tx1"/>
                </a:solidFill>
                <a:latin typeface="Arial" panose="020B0604020202020204" pitchFamily="34" charset="0"/>
              </a:rPr>
              <a:t>800-53 Rev3 </a:t>
            </a:r>
            <a:r>
              <a:rPr lang="en-US" sz="1800" b="0" dirty="0" smtClean="0">
                <a:solidFill>
                  <a:schemeClr val="tx1"/>
                </a:solidFill>
                <a:latin typeface="Arial" panose="020B0604020202020204" pitchFamily="34" charset="0"/>
              </a:rPr>
              <a:t> </a:t>
            </a:r>
            <a:r>
              <a:rPr lang="en-US" sz="1800" b="0" i="1" dirty="0" smtClean="0">
                <a:solidFill>
                  <a:schemeClr val="tx1"/>
                </a:solidFill>
                <a:latin typeface="Arial" panose="020B0604020202020204" pitchFamily="34" charset="0"/>
              </a:rPr>
              <a:t>Security Controls </a:t>
            </a:r>
            <a:r>
              <a:rPr lang="en-US" sz="1800" b="0" dirty="0" smtClean="0">
                <a:solidFill>
                  <a:schemeClr val="tx1"/>
                </a:solidFill>
                <a:latin typeface="Arial" panose="020B0604020202020204" pitchFamily="34" charset="0"/>
              </a:rPr>
              <a:t>(Rev4 </a:t>
            </a:r>
            <a:r>
              <a:rPr lang="en-US" sz="1800" b="0" dirty="0">
                <a:solidFill>
                  <a:schemeClr val="tx1"/>
                </a:solidFill>
                <a:latin typeface="Arial" panose="020B0604020202020204" pitchFamily="34" charset="0"/>
              </a:rPr>
              <a:t>just released April 2013</a:t>
            </a:r>
            <a:r>
              <a:rPr lang="en-US" sz="1800" b="0" dirty="0" smtClean="0">
                <a:solidFill>
                  <a:schemeClr val="tx1"/>
                </a:solidFill>
                <a:latin typeface="Arial" panose="020B0604020202020204" pitchFamily="34" charset="0"/>
              </a:rPr>
              <a:t>)</a:t>
            </a:r>
          </a:p>
          <a:p>
            <a:pPr marL="0" indent="0" eaLnBrk="1" hangingPunct="1">
              <a:spcBef>
                <a:spcPct val="0"/>
              </a:spcBef>
              <a:buNone/>
            </a:pPr>
            <a:endParaRPr lang="en-US" sz="1800" b="0" dirty="0">
              <a:solidFill>
                <a:schemeClr val="tx1"/>
              </a:solidFill>
              <a:latin typeface="Arial" panose="020B0604020202020204" pitchFamily="34" charset="0"/>
            </a:endParaRPr>
          </a:p>
          <a:p>
            <a:pPr eaLnBrk="1" hangingPunct="1">
              <a:spcBef>
                <a:spcPct val="0"/>
              </a:spcBef>
              <a:buFont typeface="Arial" panose="020B0604020202020204" pitchFamily="34" charset="0"/>
              <a:buChar char="•"/>
            </a:pPr>
            <a:r>
              <a:rPr lang="en-US" sz="1800" b="0" dirty="0" smtClean="0">
                <a:solidFill>
                  <a:schemeClr val="tx1"/>
                </a:solidFill>
                <a:latin typeface="Arial" panose="020B0604020202020204" pitchFamily="34" charset="0"/>
              </a:rPr>
              <a:t>800-53A</a:t>
            </a:r>
          </a:p>
          <a:p>
            <a:pPr marL="0" indent="0" eaLnBrk="1" hangingPunct="1">
              <a:spcBef>
                <a:spcPct val="0"/>
              </a:spcBef>
              <a:buNone/>
            </a:pPr>
            <a:endParaRPr lang="en-US" sz="1800" b="0" dirty="0">
              <a:solidFill>
                <a:schemeClr val="tx1"/>
              </a:solidFill>
              <a:latin typeface="Arial" panose="020B0604020202020204" pitchFamily="34" charset="0"/>
            </a:endParaRPr>
          </a:p>
          <a:p>
            <a:pPr eaLnBrk="1" hangingPunct="1">
              <a:spcBef>
                <a:spcPct val="0"/>
              </a:spcBef>
              <a:buFont typeface="Arial" panose="020B0604020202020204" pitchFamily="34" charset="0"/>
              <a:buChar char="•"/>
            </a:pPr>
            <a:r>
              <a:rPr lang="en-US" sz="1800" b="0" dirty="0">
                <a:solidFill>
                  <a:schemeClr val="tx1"/>
                </a:solidFill>
                <a:latin typeface="Arial" panose="020B0604020202020204" pitchFamily="34" charset="0"/>
              </a:rPr>
              <a:t>800-37 </a:t>
            </a:r>
            <a:r>
              <a:rPr lang="en-US" sz="1800" b="0" dirty="0" smtClean="0">
                <a:solidFill>
                  <a:schemeClr val="tx1"/>
                </a:solidFill>
                <a:latin typeface="Arial" panose="020B0604020202020204" pitchFamily="34" charset="0"/>
              </a:rPr>
              <a:t>Rev1 </a:t>
            </a:r>
            <a:r>
              <a:rPr lang="en-US" sz="1800" b="0" i="1" dirty="0" smtClean="0">
                <a:solidFill>
                  <a:schemeClr val="tx1"/>
                </a:solidFill>
                <a:latin typeface="Arial" panose="020B0604020202020204" pitchFamily="34" charset="0"/>
              </a:rPr>
              <a:t>Risk Management Framework</a:t>
            </a:r>
          </a:p>
          <a:p>
            <a:pPr marL="0" indent="0" eaLnBrk="1" hangingPunct="1">
              <a:spcBef>
                <a:spcPct val="0"/>
              </a:spcBef>
              <a:buNone/>
            </a:pPr>
            <a:endParaRPr lang="en-US" sz="1800" b="0" dirty="0">
              <a:solidFill>
                <a:schemeClr val="tx1"/>
              </a:solidFill>
              <a:latin typeface="Arial" panose="020B0604020202020204" pitchFamily="34" charset="0"/>
            </a:endParaRPr>
          </a:p>
          <a:p>
            <a:pPr eaLnBrk="1" hangingPunct="1">
              <a:spcBef>
                <a:spcPct val="0"/>
              </a:spcBef>
              <a:buFont typeface="Arial" panose="020B0604020202020204" pitchFamily="34" charset="0"/>
              <a:buChar char="•"/>
            </a:pPr>
            <a:r>
              <a:rPr lang="en-US" sz="1800" b="0" dirty="0">
                <a:solidFill>
                  <a:schemeClr val="tx1"/>
                </a:solidFill>
                <a:latin typeface="Arial" panose="020B0604020202020204" pitchFamily="34" charset="0"/>
              </a:rPr>
              <a:t>800-34 </a:t>
            </a:r>
            <a:r>
              <a:rPr lang="en-US" sz="1800" b="0" dirty="0" smtClean="0">
                <a:solidFill>
                  <a:schemeClr val="tx1"/>
                </a:solidFill>
                <a:latin typeface="Arial" panose="020B0604020202020204" pitchFamily="34" charset="0"/>
              </a:rPr>
              <a:t>Rev1 </a:t>
            </a:r>
            <a:r>
              <a:rPr lang="en-US" sz="1800" b="0" i="1" dirty="0" smtClean="0">
                <a:solidFill>
                  <a:schemeClr val="tx1"/>
                </a:solidFill>
                <a:latin typeface="Arial" panose="020B0604020202020204" pitchFamily="34" charset="0"/>
              </a:rPr>
              <a:t>Contingency Planning </a:t>
            </a:r>
          </a:p>
          <a:p>
            <a:pPr marL="0" indent="0" eaLnBrk="1" hangingPunct="1">
              <a:spcBef>
                <a:spcPct val="0"/>
              </a:spcBef>
              <a:buNone/>
            </a:pPr>
            <a:endParaRPr lang="en-US" sz="1800" b="0" dirty="0">
              <a:solidFill>
                <a:schemeClr val="tx1"/>
              </a:solidFill>
              <a:latin typeface="Arial" panose="020B0604020202020204" pitchFamily="34" charset="0"/>
            </a:endParaRPr>
          </a:p>
          <a:p>
            <a:pPr eaLnBrk="1" hangingPunct="1">
              <a:spcBef>
                <a:spcPct val="0"/>
              </a:spcBef>
              <a:buFont typeface="Arial" panose="020B0604020202020204" pitchFamily="34" charset="0"/>
              <a:buChar char="•"/>
            </a:pPr>
            <a:r>
              <a:rPr lang="en-US" sz="1800" b="0" dirty="0">
                <a:solidFill>
                  <a:schemeClr val="tx1"/>
                </a:solidFill>
                <a:latin typeface="Arial" panose="020B0604020202020204" pitchFamily="34" charset="0"/>
              </a:rPr>
              <a:t>800-30 </a:t>
            </a:r>
            <a:r>
              <a:rPr lang="en-US" sz="1800" b="0" dirty="0" smtClean="0">
                <a:solidFill>
                  <a:schemeClr val="tx1"/>
                </a:solidFill>
                <a:latin typeface="Arial" panose="020B0604020202020204" pitchFamily="34" charset="0"/>
              </a:rPr>
              <a:t>Rev1 </a:t>
            </a:r>
            <a:r>
              <a:rPr lang="en-US" sz="1800" b="0" i="1" dirty="0" smtClean="0">
                <a:solidFill>
                  <a:schemeClr val="tx1"/>
                </a:solidFill>
                <a:latin typeface="Arial" panose="020B0604020202020204" pitchFamily="34" charset="0"/>
              </a:rPr>
              <a:t>Risk Management</a:t>
            </a:r>
          </a:p>
          <a:p>
            <a:pPr eaLnBrk="1" hangingPunct="1">
              <a:spcBef>
                <a:spcPct val="0"/>
              </a:spcBef>
              <a:buFont typeface="Arial" panose="020B0604020202020204" pitchFamily="34" charset="0"/>
              <a:buChar char="•"/>
            </a:pPr>
            <a:endParaRPr lang="en-US" sz="1800" b="0" dirty="0">
              <a:solidFill>
                <a:schemeClr val="tx1"/>
              </a:solidFill>
              <a:latin typeface="Arial" panose="020B0604020202020204" pitchFamily="34" charset="0"/>
            </a:endParaRPr>
          </a:p>
          <a:p>
            <a:pPr eaLnBrk="1" hangingPunct="1">
              <a:spcBef>
                <a:spcPct val="0"/>
              </a:spcBef>
              <a:buFont typeface="Arial" panose="020B0604020202020204" pitchFamily="34" charset="0"/>
              <a:buChar char="•"/>
            </a:pPr>
            <a:r>
              <a:rPr lang="en-US" sz="1800" b="0" dirty="0">
                <a:solidFill>
                  <a:schemeClr val="tx1"/>
                </a:solidFill>
                <a:latin typeface="Arial" panose="020B0604020202020204" pitchFamily="34" charset="0"/>
              </a:rPr>
              <a:t>800-18 </a:t>
            </a:r>
            <a:r>
              <a:rPr lang="en-US" sz="1800" b="0" dirty="0" smtClean="0">
                <a:solidFill>
                  <a:schemeClr val="tx1"/>
                </a:solidFill>
                <a:latin typeface="Arial" panose="020B0604020202020204" pitchFamily="34" charset="0"/>
              </a:rPr>
              <a:t>Rev1 </a:t>
            </a:r>
            <a:r>
              <a:rPr lang="en-US" sz="1800" b="0" i="1" dirty="0" smtClean="0">
                <a:solidFill>
                  <a:schemeClr val="tx1"/>
                </a:solidFill>
                <a:latin typeface="Arial" panose="020B0604020202020204" pitchFamily="34" charset="0"/>
              </a:rPr>
              <a:t>Security Plans</a:t>
            </a:r>
            <a:endParaRPr lang="en-US" sz="1800" b="0" dirty="0">
              <a:solidFill>
                <a:schemeClr val="tx1"/>
              </a:solidFill>
              <a:latin typeface="Arial" panose="020B0604020202020204" pitchFamily="34" charset="0"/>
            </a:endParaRPr>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287462" y="1151731"/>
            <a:ext cx="6600825" cy="4781550"/>
          </a:xfrm>
        </p:spPr>
      </p:pic>
      <p:sp>
        <p:nvSpPr>
          <p:cNvPr id="3" name="Title 2"/>
          <p:cNvSpPr>
            <a:spLocks noGrp="1"/>
          </p:cNvSpPr>
          <p:nvPr>
            <p:ph type="title"/>
          </p:nvPr>
        </p:nvSpPr>
        <p:spPr/>
        <p:txBody>
          <a:bodyPr/>
          <a:lstStyle/>
          <a:p>
            <a:r>
              <a:rPr lang="en-US" dirty="0" smtClean="0"/>
              <a:t>800-37 and the RMF</a:t>
            </a:r>
            <a:endParaRPr lang="en-US" dirty="0"/>
          </a:p>
        </p:txBody>
      </p:sp>
    </p:spTree>
    <p:extLst>
      <p:ext uri="{BB962C8B-B14F-4D97-AF65-F5344CB8AC3E}">
        <p14:creationId xmlns:p14="http://schemas.microsoft.com/office/powerpoint/2010/main" val="3031355861"/>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r>
              <a:rPr lang="en-US" sz="1800" b="0" dirty="0" smtClean="0">
                <a:latin typeface="Arial" pitchFamily="34" charset="0"/>
                <a:cs typeface="Arial" pitchFamily="34" charset="0"/>
              </a:rPr>
              <a:t>In my opinion one of the most important components.</a:t>
            </a:r>
          </a:p>
          <a:p>
            <a:pPr marL="0" indent="0">
              <a:buNone/>
            </a:pPr>
            <a:endParaRPr lang="en-US" dirty="0"/>
          </a:p>
        </p:txBody>
      </p:sp>
      <p:sp>
        <p:nvSpPr>
          <p:cNvPr id="3" name="Title 2"/>
          <p:cNvSpPr>
            <a:spLocks noGrp="1"/>
          </p:cNvSpPr>
          <p:nvPr>
            <p:ph type="title"/>
          </p:nvPr>
        </p:nvSpPr>
        <p:spPr/>
        <p:txBody>
          <a:bodyPr/>
          <a:lstStyle/>
          <a:p>
            <a:r>
              <a:rPr lang="en-US" dirty="0" smtClean="0"/>
              <a:t>800-53 Controls</a:t>
            </a:r>
            <a:endParaRPr lang="en-US" dirty="0"/>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809750" y="1600200"/>
            <a:ext cx="5524500" cy="4333875"/>
          </a:xfrm>
          <a:prstGeom prst="rect">
            <a:avLst/>
          </a:prstGeom>
        </p:spPr>
      </p:pic>
    </p:spTree>
    <p:extLst>
      <p:ext uri="{BB962C8B-B14F-4D97-AF65-F5344CB8AC3E}">
        <p14:creationId xmlns:p14="http://schemas.microsoft.com/office/powerpoint/2010/main" val="1076815480"/>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1"/>
          <p:cNvSpPr>
            <a:spLocks noGrp="1" noChangeArrowheads="1"/>
          </p:cNvSpPr>
          <p:nvPr>
            <p:ph type="title"/>
          </p:nvPr>
        </p:nvSpPr>
        <p:spPr>
          <a:xfrm>
            <a:off x="2057400" y="304800"/>
            <a:ext cx="6815138" cy="533400"/>
          </a:xfrm>
        </p:spPr>
        <p:txBody>
          <a:bodyPr/>
          <a:lstStyle/>
          <a:p>
            <a:pPr eaLnBrk="1" hangingPunct="1">
              <a:buClr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mtClean="0"/>
              <a:t>Continuous Monitoring, What?</a:t>
            </a:r>
          </a:p>
        </p:txBody>
      </p:sp>
      <p:pic>
        <p:nvPicPr>
          <p:cNvPr id="28675" name="Picture 1"/>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3810000" y="1447800"/>
            <a:ext cx="4600575" cy="423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8676" name="TextBox 2"/>
          <p:cNvSpPr txBox="1">
            <a:spLocks noChangeArrowheads="1"/>
          </p:cNvSpPr>
          <p:nvPr/>
        </p:nvSpPr>
        <p:spPr bwMode="auto">
          <a:xfrm>
            <a:off x="685800" y="1676400"/>
            <a:ext cx="3124200"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1" hangingPunct="1">
              <a:buClr>
                <a:srgbClr val="000000"/>
              </a:buClr>
              <a:buSzPct val="100000"/>
              <a:buFont typeface="Times New Roman" panose="02020603050405020304" pitchFamily="18" charset="0"/>
              <a:buNone/>
            </a:pPr>
            <a:r>
              <a:rPr lang="en-US" dirty="0">
                <a:solidFill>
                  <a:schemeClr val="tx1"/>
                </a:solidFill>
              </a:rPr>
              <a:t>This will solve all of our problems, right?</a:t>
            </a:r>
          </a:p>
        </p:txBody>
      </p:sp>
    </p:spTree>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Title 2"/>
          <p:cNvSpPr>
            <a:spLocks noGrp="1"/>
          </p:cNvSpPr>
          <p:nvPr>
            <p:ph type="title"/>
          </p:nvPr>
        </p:nvSpPr>
        <p:spPr/>
        <p:txBody>
          <a:bodyPr/>
          <a:lstStyle/>
          <a:p>
            <a:r>
              <a:rPr lang="en-US" smtClean="0"/>
              <a:t>FISMA’s Good Points</a:t>
            </a:r>
          </a:p>
        </p:txBody>
      </p:sp>
      <p:pic>
        <p:nvPicPr>
          <p:cNvPr id="30723" name="Picture 1"/>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2590800" y="990600"/>
            <a:ext cx="4114800" cy="5143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Title 2"/>
          <p:cNvSpPr>
            <a:spLocks noGrp="1"/>
          </p:cNvSpPr>
          <p:nvPr>
            <p:ph type="title"/>
          </p:nvPr>
        </p:nvSpPr>
        <p:spPr/>
        <p:txBody>
          <a:bodyPr/>
          <a:lstStyle/>
          <a:p>
            <a:r>
              <a:rPr lang="en-US" smtClean="0"/>
              <a:t>FISMA’s Good Points (Cont.)</a:t>
            </a:r>
          </a:p>
        </p:txBody>
      </p:sp>
      <p:sp>
        <p:nvSpPr>
          <p:cNvPr id="2" name="TextBox 1"/>
          <p:cNvSpPr txBox="1"/>
          <p:nvPr/>
        </p:nvSpPr>
        <p:spPr>
          <a:xfrm>
            <a:off x="838200" y="1371600"/>
            <a:ext cx="7543800" cy="2586038"/>
          </a:xfrm>
          <a:prstGeom prst="rect">
            <a:avLst/>
          </a:prstGeom>
          <a:noFill/>
        </p:spPr>
        <p:txBody>
          <a:bodyPr>
            <a:spAutoFit/>
          </a:bodyPr>
          <a:lstStyle>
            <a:lvl1pPr marL="285750" indent="-285750">
              <a:defRPr>
                <a:solidFill>
                  <a:schemeClr val="bg1"/>
                </a:solidFill>
                <a:latin typeface="Arial" panose="020B0604020202020204" pitchFamily="34" charset="0"/>
                <a:ea typeface="DejaVu Sans" pitchFamily="34" charset="0"/>
                <a:cs typeface="DejaVu Sans" pitchFamily="34" charset="0"/>
              </a:defRPr>
            </a:lvl1pPr>
            <a:lvl2pPr>
              <a:defRPr>
                <a:solidFill>
                  <a:schemeClr val="bg1"/>
                </a:solidFill>
                <a:latin typeface="Arial" panose="020B0604020202020204" pitchFamily="34" charset="0"/>
                <a:ea typeface="DejaVu Sans" pitchFamily="34" charset="0"/>
                <a:cs typeface="DejaVu Sans" pitchFamily="34" charset="0"/>
              </a:defRPr>
            </a:lvl2pPr>
            <a:lvl3pPr>
              <a:defRPr>
                <a:solidFill>
                  <a:schemeClr val="bg1"/>
                </a:solidFill>
                <a:latin typeface="Arial" panose="020B0604020202020204" pitchFamily="34" charset="0"/>
                <a:ea typeface="DejaVu Sans" pitchFamily="34" charset="0"/>
                <a:cs typeface="DejaVu Sans" pitchFamily="34" charset="0"/>
              </a:defRPr>
            </a:lvl3pPr>
            <a:lvl4pPr>
              <a:defRPr>
                <a:solidFill>
                  <a:schemeClr val="bg1"/>
                </a:solidFill>
                <a:latin typeface="Arial" panose="020B0604020202020204" pitchFamily="34" charset="0"/>
                <a:ea typeface="DejaVu Sans" pitchFamily="34" charset="0"/>
                <a:cs typeface="DejaVu Sans" pitchFamily="34" charset="0"/>
              </a:defRPr>
            </a:lvl4pPr>
            <a:lvl5pPr>
              <a:defRPr>
                <a:solidFill>
                  <a:schemeClr val="bg1"/>
                </a:solidFill>
                <a:latin typeface="Arial" panose="020B0604020202020204" pitchFamily="34" charset="0"/>
                <a:ea typeface="DejaVu Sans" pitchFamily="34" charset="0"/>
                <a:cs typeface="DejaVu Sans" pitchFamily="34" charset="0"/>
              </a:defRPr>
            </a:lvl5pPr>
            <a:lvl6pPr marL="2514600" indent="-228600" defTabSz="457200" eaLnBrk="0" fontAlgn="base" hangingPunct="0">
              <a:spcBef>
                <a:spcPct val="0"/>
              </a:spcBef>
              <a:spcAft>
                <a:spcPct val="0"/>
              </a:spcAft>
              <a:defRPr>
                <a:solidFill>
                  <a:schemeClr val="bg1"/>
                </a:solidFill>
                <a:latin typeface="Arial" panose="020B0604020202020204" pitchFamily="34" charset="0"/>
                <a:ea typeface="DejaVu Sans" pitchFamily="34" charset="0"/>
                <a:cs typeface="DejaVu Sans" pitchFamily="34" charset="0"/>
              </a:defRPr>
            </a:lvl6pPr>
            <a:lvl7pPr marL="2971800" indent="-228600" defTabSz="457200" eaLnBrk="0" fontAlgn="base" hangingPunct="0">
              <a:spcBef>
                <a:spcPct val="0"/>
              </a:spcBef>
              <a:spcAft>
                <a:spcPct val="0"/>
              </a:spcAft>
              <a:defRPr>
                <a:solidFill>
                  <a:schemeClr val="bg1"/>
                </a:solidFill>
                <a:latin typeface="Arial" panose="020B0604020202020204" pitchFamily="34" charset="0"/>
                <a:ea typeface="DejaVu Sans" pitchFamily="34" charset="0"/>
                <a:cs typeface="DejaVu Sans" pitchFamily="34" charset="0"/>
              </a:defRPr>
            </a:lvl7pPr>
            <a:lvl8pPr marL="3429000" indent="-228600" defTabSz="457200" eaLnBrk="0" fontAlgn="base" hangingPunct="0">
              <a:spcBef>
                <a:spcPct val="0"/>
              </a:spcBef>
              <a:spcAft>
                <a:spcPct val="0"/>
              </a:spcAft>
              <a:defRPr>
                <a:solidFill>
                  <a:schemeClr val="bg1"/>
                </a:solidFill>
                <a:latin typeface="Arial" panose="020B0604020202020204" pitchFamily="34" charset="0"/>
                <a:ea typeface="DejaVu Sans" pitchFamily="34" charset="0"/>
                <a:cs typeface="DejaVu Sans" pitchFamily="34" charset="0"/>
              </a:defRPr>
            </a:lvl8pPr>
            <a:lvl9pPr marL="3886200" indent="-228600" defTabSz="457200" eaLnBrk="0" fontAlgn="base" hangingPunct="0">
              <a:spcBef>
                <a:spcPct val="0"/>
              </a:spcBef>
              <a:spcAft>
                <a:spcPct val="0"/>
              </a:spcAft>
              <a:defRPr>
                <a:solidFill>
                  <a:schemeClr val="bg1"/>
                </a:solidFill>
                <a:latin typeface="Arial" panose="020B0604020202020204" pitchFamily="34" charset="0"/>
                <a:ea typeface="DejaVu Sans" pitchFamily="34" charset="0"/>
                <a:cs typeface="DejaVu Sans" pitchFamily="34" charset="0"/>
              </a:defRPr>
            </a:lvl9pPr>
          </a:lstStyle>
          <a:p>
            <a:pPr eaLnBrk="1" hangingPunct="1">
              <a:buClr>
                <a:srgbClr val="000000"/>
              </a:buClr>
              <a:buSzPct val="100000"/>
              <a:buFont typeface="Arial" panose="020B0604020202020204" pitchFamily="34" charset="0"/>
              <a:buChar char="•"/>
            </a:pPr>
            <a:r>
              <a:rPr lang="en-US" dirty="0">
                <a:solidFill>
                  <a:schemeClr val="tx1"/>
                </a:solidFill>
              </a:rPr>
              <a:t>It is a good starting point and better than not doing anything</a:t>
            </a:r>
          </a:p>
          <a:p>
            <a:pPr eaLnBrk="1" hangingPunct="1">
              <a:buClr>
                <a:srgbClr val="000000"/>
              </a:buClr>
              <a:buSzPct val="100000"/>
              <a:buFont typeface="Times New Roman" panose="02020603050405020304" pitchFamily="18" charset="0"/>
              <a:buNone/>
            </a:pPr>
            <a:endParaRPr lang="en-US" dirty="0">
              <a:solidFill>
                <a:schemeClr val="tx1"/>
              </a:solidFill>
            </a:endParaRPr>
          </a:p>
          <a:p>
            <a:pPr eaLnBrk="1" hangingPunct="1">
              <a:buClr>
                <a:srgbClr val="000000"/>
              </a:buClr>
              <a:buSzPct val="100000"/>
              <a:buFont typeface="Arial" panose="020B0604020202020204" pitchFamily="34" charset="0"/>
              <a:buChar char="•"/>
            </a:pPr>
            <a:r>
              <a:rPr lang="en-US" dirty="0">
                <a:solidFill>
                  <a:schemeClr val="tx1"/>
                </a:solidFill>
              </a:rPr>
              <a:t>A lot of smart people and organizations had input into it</a:t>
            </a:r>
          </a:p>
          <a:p>
            <a:pPr eaLnBrk="1" hangingPunct="1">
              <a:buClr>
                <a:srgbClr val="000000"/>
              </a:buClr>
              <a:buSzPct val="100000"/>
              <a:buFont typeface="Times New Roman" panose="02020603050405020304" pitchFamily="18" charset="0"/>
              <a:buNone/>
            </a:pPr>
            <a:endParaRPr lang="en-US" dirty="0">
              <a:solidFill>
                <a:schemeClr val="tx1"/>
              </a:solidFill>
            </a:endParaRPr>
          </a:p>
          <a:p>
            <a:pPr eaLnBrk="1" hangingPunct="1">
              <a:buClr>
                <a:srgbClr val="000000"/>
              </a:buClr>
              <a:buSzPct val="100000"/>
              <a:buFont typeface="Arial" panose="020B0604020202020204" pitchFamily="34" charset="0"/>
              <a:buChar char="•"/>
            </a:pPr>
            <a:r>
              <a:rPr lang="en-US" dirty="0">
                <a:solidFill>
                  <a:schemeClr val="tx1"/>
                </a:solidFill>
              </a:rPr>
              <a:t>It raises the level of attention of information security</a:t>
            </a:r>
          </a:p>
          <a:p>
            <a:pPr eaLnBrk="1" hangingPunct="1">
              <a:buClr>
                <a:srgbClr val="000000"/>
              </a:buClr>
              <a:buSzPct val="100000"/>
              <a:buFont typeface="Times New Roman" panose="02020603050405020304" pitchFamily="18" charset="0"/>
              <a:buNone/>
            </a:pPr>
            <a:endParaRPr lang="en-US" dirty="0">
              <a:solidFill>
                <a:schemeClr val="tx1"/>
              </a:solidFill>
            </a:endParaRPr>
          </a:p>
          <a:p>
            <a:pPr eaLnBrk="1" hangingPunct="1">
              <a:buClr>
                <a:srgbClr val="000000"/>
              </a:buClr>
              <a:buSzPct val="100000"/>
              <a:buFont typeface="Arial" panose="020B0604020202020204" pitchFamily="34" charset="0"/>
              <a:buChar char="•"/>
            </a:pPr>
            <a:r>
              <a:rPr lang="en-US" dirty="0">
                <a:solidFill>
                  <a:schemeClr val="tx1"/>
                </a:solidFill>
              </a:rPr>
              <a:t>The controls selected cover a wide range of important areas</a:t>
            </a:r>
          </a:p>
          <a:p>
            <a:pPr eaLnBrk="1" hangingPunct="1">
              <a:buClr>
                <a:srgbClr val="000000"/>
              </a:buClr>
              <a:buSzPct val="100000"/>
              <a:buFont typeface="Times New Roman" panose="02020603050405020304" pitchFamily="18" charset="0"/>
              <a:buNone/>
            </a:pPr>
            <a:endParaRPr lang="en-US" dirty="0">
              <a:solidFill>
                <a:schemeClr val="tx1"/>
              </a:solidFill>
            </a:endParaRPr>
          </a:p>
          <a:p>
            <a:pPr eaLnBrk="1" hangingPunct="1">
              <a:buClr>
                <a:srgbClr val="000000"/>
              </a:buClr>
              <a:buSzPct val="100000"/>
              <a:buFont typeface="Arial" panose="020B0604020202020204" pitchFamily="34" charset="0"/>
              <a:buChar char="•"/>
            </a:pPr>
            <a:r>
              <a:rPr lang="en-US" dirty="0">
                <a:solidFill>
                  <a:schemeClr val="tx1"/>
                </a:solidFill>
              </a:rPr>
              <a:t>There is a lot of flexibility in how it is implemented</a:t>
            </a:r>
          </a:p>
        </p:txBody>
      </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Title 1"/>
          <p:cNvSpPr>
            <a:spLocks noGrp="1"/>
          </p:cNvSpPr>
          <p:nvPr>
            <p:ph type="title"/>
          </p:nvPr>
        </p:nvSpPr>
        <p:spPr/>
        <p:txBody>
          <a:bodyPr/>
          <a:lstStyle/>
          <a:p>
            <a:r>
              <a:rPr lang="en-US" smtClean="0"/>
              <a:t>What is Wrong with FISMA</a:t>
            </a:r>
          </a:p>
        </p:txBody>
      </p:sp>
      <p:sp>
        <p:nvSpPr>
          <p:cNvPr id="2" name="TextBox 1"/>
          <p:cNvSpPr txBox="1"/>
          <p:nvPr/>
        </p:nvSpPr>
        <p:spPr>
          <a:xfrm>
            <a:off x="1066800" y="1447800"/>
            <a:ext cx="7620000" cy="3140075"/>
          </a:xfrm>
          <a:prstGeom prst="rect">
            <a:avLst/>
          </a:prstGeom>
          <a:noFill/>
        </p:spPr>
        <p:txBody>
          <a:bodyPr>
            <a:spAutoFit/>
          </a:bodyPr>
          <a:lstStyle>
            <a:lvl1pPr marL="285750" indent="-285750">
              <a:defRPr>
                <a:solidFill>
                  <a:schemeClr val="bg1"/>
                </a:solidFill>
                <a:latin typeface="Arial" panose="020B0604020202020204" pitchFamily="34" charset="0"/>
                <a:ea typeface="DejaVu Sans" pitchFamily="34" charset="0"/>
                <a:cs typeface="DejaVu Sans" pitchFamily="34" charset="0"/>
              </a:defRPr>
            </a:lvl1pPr>
            <a:lvl2pPr>
              <a:defRPr>
                <a:solidFill>
                  <a:schemeClr val="bg1"/>
                </a:solidFill>
                <a:latin typeface="Arial" panose="020B0604020202020204" pitchFamily="34" charset="0"/>
                <a:ea typeface="DejaVu Sans" pitchFamily="34" charset="0"/>
                <a:cs typeface="DejaVu Sans" pitchFamily="34" charset="0"/>
              </a:defRPr>
            </a:lvl2pPr>
            <a:lvl3pPr>
              <a:defRPr>
                <a:solidFill>
                  <a:schemeClr val="bg1"/>
                </a:solidFill>
                <a:latin typeface="Arial" panose="020B0604020202020204" pitchFamily="34" charset="0"/>
                <a:ea typeface="DejaVu Sans" pitchFamily="34" charset="0"/>
                <a:cs typeface="DejaVu Sans" pitchFamily="34" charset="0"/>
              </a:defRPr>
            </a:lvl3pPr>
            <a:lvl4pPr>
              <a:defRPr>
                <a:solidFill>
                  <a:schemeClr val="bg1"/>
                </a:solidFill>
                <a:latin typeface="Arial" panose="020B0604020202020204" pitchFamily="34" charset="0"/>
                <a:ea typeface="DejaVu Sans" pitchFamily="34" charset="0"/>
                <a:cs typeface="DejaVu Sans" pitchFamily="34" charset="0"/>
              </a:defRPr>
            </a:lvl4pPr>
            <a:lvl5pPr>
              <a:defRPr>
                <a:solidFill>
                  <a:schemeClr val="bg1"/>
                </a:solidFill>
                <a:latin typeface="Arial" panose="020B0604020202020204" pitchFamily="34" charset="0"/>
                <a:ea typeface="DejaVu Sans" pitchFamily="34" charset="0"/>
                <a:cs typeface="DejaVu Sans" pitchFamily="34" charset="0"/>
              </a:defRPr>
            </a:lvl5pPr>
            <a:lvl6pPr marL="2514600" indent="-228600" defTabSz="457200" eaLnBrk="0" fontAlgn="base" hangingPunct="0">
              <a:spcBef>
                <a:spcPct val="0"/>
              </a:spcBef>
              <a:spcAft>
                <a:spcPct val="0"/>
              </a:spcAft>
              <a:defRPr>
                <a:solidFill>
                  <a:schemeClr val="bg1"/>
                </a:solidFill>
                <a:latin typeface="Arial" panose="020B0604020202020204" pitchFamily="34" charset="0"/>
                <a:ea typeface="DejaVu Sans" pitchFamily="34" charset="0"/>
                <a:cs typeface="DejaVu Sans" pitchFamily="34" charset="0"/>
              </a:defRPr>
            </a:lvl6pPr>
            <a:lvl7pPr marL="2971800" indent="-228600" defTabSz="457200" eaLnBrk="0" fontAlgn="base" hangingPunct="0">
              <a:spcBef>
                <a:spcPct val="0"/>
              </a:spcBef>
              <a:spcAft>
                <a:spcPct val="0"/>
              </a:spcAft>
              <a:defRPr>
                <a:solidFill>
                  <a:schemeClr val="bg1"/>
                </a:solidFill>
                <a:latin typeface="Arial" panose="020B0604020202020204" pitchFamily="34" charset="0"/>
                <a:ea typeface="DejaVu Sans" pitchFamily="34" charset="0"/>
                <a:cs typeface="DejaVu Sans" pitchFamily="34" charset="0"/>
              </a:defRPr>
            </a:lvl7pPr>
            <a:lvl8pPr marL="3429000" indent="-228600" defTabSz="457200" eaLnBrk="0" fontAlgn="base" hangingPunct="0">
              <a:spcBef>
                <a:spcPct val="0"/>
              </a:spcBef>
              <a:spcAft>
                <a:spcPct val="0"/>
              </a:spcAft>
              <a:defRPr>
                <a:solidFill>
                  <a:schemeClr val="bg1"/>
                </a:solidFill>
                <a:latin typeface="Arial" panose="020B0604020202020204" pitchFamily="34" charset="0"/>
                <a:ea typeface="DejaVu Sans" pitchFamily="34" charset="0"/>
                <a:cs typeface="DejaVu Sans" pitchFamily="34" charset="0"/>
              </a:defRPr>
            </a:lvl8pPr>
            <a:lvl9pPr marL="3886200" indent="-228600" defTabSz="457200" eaLnBrk="0" fontAlgn="base" hangingPunct="0">
              <a:spcBef>
                <a:spcPct val="0"/>
              </a:spcBef>
              <a:spcAft>
                <a:spcPct val="0"/>
              </a:spcAft>
              <a:defRPr>
                <a:solidFill>
                  <a:schemeClr val="bg1"/>
                </a:solidFill>
                <a:latin typeface="Arial" panose="020B0604020202020204" pitchFamily="34" charset="0"/>
                <a:ea typeface="DejaVu Sans" pitchFamily="34" charset="0"/>
                <a:cs typeface="DejaVu Sans" pitchFamily="34" charset="0"/>
              </a:defRPr>
            </a:lvl9pPr>
          </a:lstStyle>
          <a:p>
            <a:pPr eaLnBrk="1" hangingPunct="1">
              <a:buClr>
                <a:srgbClr val="000000"/>
              </a:buClr>
              <a:buSzPct val="100000"/>
              <a:buFont typeface="Arial" panose="020B0604020202020204" pitchFamily="34" charset="0"/>
              <a:buChar char="•"/>
            </a:pPr>
            <a:r>
              <a:rPr lang="en-US" dirty="0">
                <a:solidFill>
                  <a:schemeClr val="tx1"/>
                </a:solidFill>
              </a:rPr>
              <a:t>It is just a starting point</a:t>
            </a:r>
          </a:p>
          <a:p>
            <a:pPr eaLnBrk="1" hangingPunct="1">
              <a:buClr>
                <a:srgbClr val="000000"/>
              </a:buClr>
              <a:buSzPct val="100000"/>
              <a:buFont typeface="Times New Roman" panose="02020603050405020304" pitchFamily="18" charset="0"/>
              <a:buNone/>
            </a:pPr>
            <a:endParaRPr lang="en-US" dirty="0">
              <a:solidFill>
                <a:schemeClr val="tx1"/>
              </a:solidFill>
            </a:endParaRPr>
          </a:p>
          <a:p>
            <a:pPr eaLnBrk="1" hangingPunct="1">
              <a:buClr>
                <a:srgbClr val="000000"/>
              </a:buClr>
              <a:buSzPct val="100000"/>
              <a:buFont typeface="Arial" panose="020B0604020202020204" pitchFamily="34" charset="0"/>
              <a:buChar char="•"/>
            </a:pPr>
            <a:r>
              <a:rPr lang="en-US" dirty="0">
                <a:solidFill>
                  <a:schemeClr val="tx1"/>
                </a:solidFill>
              </a:rPr>
              <a:t>Organizations comply with FISMA for the wrong reasons</a:t>
            </a:r>
          </a:p>
          <a:p>
            <a:pPr eaLnBrk="1" hangingPunct="1">
              <a:buClr>
                <a:srgbClr val="000000"/>
              </a:buClr>
              <a:buSzPct val="100000"/>
              <a:buFont typeface="Times New Roman" panose="02020603050405020304" pitchFamily="18" charset="0"/>
              <a:buNone/>
            </a:pPr>
            <a:endParaRPr lang="en-US" dirty="0">
              <a:solidFill>
                <a:schemeClr val="tx1"/>
              </a:solidFill>
            </a:endParaRPr>
          </a:p>
          <a:p>
            <a:pPr eaLnBrk="1" hangingPunct="1">
              <a:buClr>
                <a:srgbClr val="000000"/>
              </a:buClr>
              <a:buSzPct val="100000"/>
              <a:buFont typeface="Arial" panose="020B0604020202020204" pitchFamily="34" charset="0"/>
              <a:buChar char="•"/>
            </a:pPr>
            <a:r>
              <a:rPr lang="en-US" dirty="0">
                <a:solidFill>
                  <a:schemeClr val="tx1"/>
                </a:solidFill>
              </a:rPr>
              <a:t>Controls are easy to confuse or misinterpret </a:t>
            </a:r>
          </a:p>
          <a:p>
            <a:pPr eaLnBrk="1" hangingPunct="1">
              <a:buClr>
                <a:srgbClr val="000000"/>
              </a:buClr>
              <a:buSzPct val="100000"/>
              <a:buFont typeface="Times New Roman" panose="02020603050405020304" pitchFamily="18" charset="0"/>
              <a:buNone/>
            </a:pPr>
            <a:endParaRPr lang="en-US" dirty="0">
              <a:solidFill>
                <a:schemeClr val="tx1"/>
              </a:solidFill>
            </a:endParaRPr>
          </a:p>
          <a:p>
            <a:pPr eaLnBrk="1" hangingPunct="1">
              <a:buClr>
                <a:srgbClr val="000000"/>
              </a:buClr>
              <a:buSzPct val="100000"/>
              <a:buFont typeface="Arial" panose="020B0604020202020204" pitchFamily="34" charset="0"/>
              <a:buChar char="•"/>
            </a:pPr>
            <a:r>
              <a:rPr lang="en-US" dirty="0">
                <a:solidFill>
                  <a:schemeClr val="tx1"/>
                </a:solidFill>
              </a:rPr>
              <a:t>Focuses attention/money on specific security controls (sometime the wrong ones)</a:t>
            </a:r>
          </a:p>
          <a:p>
            <a:pPr eaLnBrk="1" hangingPunct="1">
              <a:buClr>
                <a:srgbClr val="000000"/>
              </a:buClr>
              <a:buSzPct val="100000"/>
              <a:buFont typeface="Times New Roman" panose="02020603050405020304" pitchFamily="18" charset="0"/>
              <a:buNone/>
            </a:pPr>
            <a:endParaRPr lang="en-US" dirty="0">
              <a:solidFill>
                <a:schemeClr val="tx1"/>
              </a:solidFill>
            </a:endParaRPr>
          </a:p>
          <a:p>
            <a:pPr eaLnBrk="1" hangingPunct="1">
              <a:buClr>
                <a:srgbClr val="000000"/>
              </a:buClr>
              <a:buSzPct val="100000"/>
              <a:buFont typeface="Arial" panose="020B0604020202020204" pitchFamily="34" charset="0"/>
              <a:buChar char="•"/>
            </a:pPr>
            <a:r>
              <a:rPr lang="en-US" dirty="0">
                <a:solidFill>
                  <a:schemeClr val="tx1"/>
                </a:solidFill>
              </a:rPr>
              <a:t>Has become somewhat of a paper drill</a:t>
            </a:r>
          </a:p>
          <a:p>
            <a:pPr eaLnBrk="1" hangingPunct="1">
              <a:buClr>
                <a:srgbClr val="000000"/>
              </a:buClr>
              <a:buSzPct val="100000"/>
              <a:buFont typeface="Arial" panose="020B0604020202020204" pitchFamily="34" charset="0"/>
              <a:buChar char="•"/>
            </a:pPr>
            <a:endParaRPr lang="en-US" dirty="0">
              <a:solidFill>
                <a:schemeClr val="tx1"/>
              </a:solidFill>
            </a:endParaRPr>
          </a:p>
        </p:txBody>
      </p:sp>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Title 2"/>
          <p:cNvSpPr>
            <a:spLocks noGrp="1"/>
          </p:cNvSpPr>
          <p:nvPr>
            <p:ph type="title"/>
          </p:nvPr>
        </p:nvSpPr>
        <p:spPr/>
        <p:txBody>
          <a:bodyPr/>
          <a:lstStyle/>
          <a:p>
            <a:r>
              <a:rPr lang="en-US" smtClean="0"/>
              <a:t>Top 10 FISMA Mistakes</a:t>
            </a:r>
          </a:p>
        </p:txBody>
      </p:sp>
      <p:pic>
        <p:nvPicPr>
          <p:cNvPr id="36867" name="Picture 3"/>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2895600" y="1676400"/>
            <a:ext cx="3505200" cy="3352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Content Placeholder 1"/>
          <p:cNvSpPr>
            <a:spLocks noGrp="1"/>
          </p:cNvSpPr>
          <p:nvPr>
            <p:ph idx="1"/>
          </p:nvPr>
        </p:nvSpPr>
        <p:spPr>
          <a:xfrm>
            <a:off x="288925" y="1143000"/>
            <a:ext cx="8566150" cy="5103813"/>
          </a:xfrm>
        </p:spPr>
        <p:txBody>
          <a:bodyPr/>
          <a:lstStyle/>
          <a:p>
            <a:pPr marL="0" indent="0">
              <a:buFont typeface="Times New Roman" panose="02020603050405020304" pitchFamily="18" charset="0"/>
              <a:buNone/>
            </a:pPr>
            <a:r>
              <a:rPr lang="en-US" sz="1800" b="0" dirty="0" smtClean="0">
                <a:latin typeface="Arial" pitchFamily="34" charset="0"/>
                <a:cs typeface="Arial" pitchFamily="34" charset="0"/>
              </a:rPr>
              <a:t>Copying the control requirements and restating them as your compliance statement. </a:t>
            </a:r>
          </a:p>
        </p:txBody>
      </p:sp>
      <p:sp>
        <p:nvSpPr>
          <p:cNvPr id="37891" name="Title 2"/>
          <p:cNvSpPr>
            <a:spLocks noGrp="1"/>
          </p:cNvSpPr>
          <p:nvPr>
            <p:ph type="title"/>
          </p:nvPr>
        </p:nvSpPr>
        <p:spPr/>
        <p:txBody>
          <a:bodyPr/>
          <a:lstStyle/>
          <a:p>
            <a:r>
              <a:rPr lang="en-US" smtClean="0"/>
              <a:t>FISMA Mistake #1</a:t>
            </a:r>
          </a:p>
        </p:txBody>
      </p:sp>
      <p:pic>
        <p:nvPicPr>
          <p:cNvPr id="37892" name="Picture 3"/>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838200" y="1828800"/>
            <a:ext cx="7467600" cy="3733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Content Placeholder 1"/>
          <p:cNvSpPr>
            <a:spLocks noGrp="1"/>
          </p:cNvSpPr>
          <p:nvPr>
            <p:ph idx="1"/>
          </p:nvPr>
        </p:nvSpPr>
        <p:spPr/>
        <p:txBody>
          <a:bodyPr/>
          <a:lstStyle/>
          <a:p>
            <a:pPr marL="0" indent="0">
              <a:buFont typeface="Times New Roman" panose="02020603050405020304" pitchFamily="18" charset="0"/>
              <a:buNone/>
            </a:pPr>
            <a:r>
              <a:rPr lang="en-US" sz="1800" b="0" dirty="0" smtClean="0">
                <a:latin typeface="Arial" pitchFamily="34" charset="0"/>
                <a:cs typeface="Arial" pitchFamily="34" charset="0"/>
              </a:rPr>
              <a:t>Inheriting controls that you can’t and/or having controls listed as common when they really are hybrid.</a:t>
            </a:r>
          </a:p>
        </p:txBody>
      </p:sp>
      <p:sp>
        <p:nvSpPr>
          <p:cNvPr id="38915" name="Title 2"/>
          <p:cNvSpPr>
            <a:spLocks noGrp="1"/>
          </p:cNvSpPr>
          <p:nvPr>
            <p:ph type="title"/>
          </p:nvPr>
        </p:nvSpPr>
        <p:spPr/>
        <p:txBody>
          <a:bodyPr/>
          <a:lstStyle/>
          <a:p>
            <a:r>
              <a:rPr lang="en-US" smtClean="0"/>
              <a:t>FISMA Mistake #2</a:t>
            </a:r>
          </a:p>
        </p:txBody>
      </p:sp>
      <p:pic>
        <p:nvPicPr>
          <p:cNvPr id="38916" name="Picture 3"/>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777875" y="2209800"/>
            <a:ext cx="7600950" cy="2733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304800" y="990600"/>
            <a:ext cx="3733800" cy="5103813"/>
          </a:xfrm>
        </p:spPr>
        <p:txBody>
          <a:bodyPr/>
          <a:lstStyle/>
          <a:p>
            <a:pPr marL="0" indent="0">
              <a:buFont typeface="Times New Roman" panose="02020603050405020304" pitchFamily="18" charset="0"/>
              <a:buNone/>
            </a:pPr>
            <a:r>
              <a:rPr lang="en-US" sz="1800" b="0" dirty="0" smtClean="0">
                <a:latin typeface="Arial" pitchFamily="34" charset="0"/>
                <a:cs typeface="Arial" pitchFamily="34" charset="0"/>
              </a:rPr>
              <a:t>Systems that have incorrect security categorizations.</a:t>
            </a:r>
          </a:p>
          <a:p>
            <a:pPr marL="0" indent="0">
              <a:buFont typeface="Times New Roman" panose="02020603050405020304" pitchFamily="18" charset="0"/>
              <a:buNone/>
            </a:pPr>
            <a:endParaRPr lang="en-US" sz="1800" b="0" dirty="0" smtClean="0">
              <a:latin typeface="Arial" pitchFamily="34" charset="0"/>
              <a:cs typeface="Arial" pitchFamily="34" charset="0"/>
            </a:endParaRPr>
          </a:p>
          <a:p>
            <a:pPr marL="0" indent="0"/>
            <a:r>
              <a:rPr lang="en-US" sz="1800" b="0" dirty="0" smtClean="0">
                <a:latin typeface="Arial" pitchFamily="34" charset="0"/>
                <a:cs typeface="Arial" pitchFamily="34" charset="0"/>
              </a:rPr>
              <a:t>  System A “I’m a very important system so I have to be a high system.  What?  I have to implement and document all these other controls?  On second thought…….”</a:t>
            </a:r>
          </a:p>
          <a:p>
            <a:pPr marL="0" indent="0"/>
            <a:r>
              <a:rPr lang="en-US" sz="1800" b="0" dirty="0" smtClean="0">
                <a:latin typeface="Arial" pitchFamily="34" charset="0"/>
                <a:cs typeface="Arial" pitchFamily="34" charset="0"/>
              </a:rPr>
              <a:t>  System B “Yeah, so what I have PII and sensitive financial information.  It is not important and nobody uses this system, I must be a low.”</a:t>
            </a:r>
          </a:p>
        </p:txBody>
      </p:sp>
      <p:sp>
        <p:nvSpPr>
          <p:cNvPr id="39939" name="Title 2"/>
          <p:cNvSpPr>
            <a:spLocks noGrp="1"/>
          </p:cNvSpPr>
          <p:nvPr>
            <p:ph type="title"/>
          </p:nvPr>
        </p:nvSpPr>
        <p:spPr/>
        <p:txBody>
          <a:bodyPr/>
          <a:lstStyle/>
          <a:p>
            <a:r>
              <a:rPr lang="en-US" smtClean="0"/>
              <a:t>FISMA Mistake #3</a:t>
            </a:r>
          </a:p>
        </p:txBody>
      </p:sp>
      <p:pic>
        <p:nvPicPr>
          <p:cNvPr id="39940" name="Picture 3"/>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3886200" y="990600"/>
            <a:ext cx="5014913" cy="5029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Content Placeholder 1"/>
          <p:cNvSpPr>
            <a:spLocks noGrp="1"/>
          </p:cNvSpPr>
          <p:nvPr>
            <p:ph idx="1"/>
          </p:nvPr>
        </p:nvSpPr>
        <p:spPr/>
        <p:txBody>
          <a:bodyPr/>
          <a:lstStyle/>
          <a:p>
            <a:pPr marL="0" indent="0">
              <a:buFont typeface="Times New Roman" panose="02020603050405020304" pitchFamily="18" charset="0"/>
              <a:buNone/>
            </a:pPr>
            <a:r>
              <a:rPr lang="en-US" sz="1800" b="0" dirty="0" smtClean="0">
                <a:latin typeface="Arial" pitchFamily="34" charset="0"/>
                <a:cs typeface="Arial" pitchFamily="34" charset="0"/>
              </a:rPr>
              <a:t>Incorrect system boundaries</a:t>
            </a:r>
          </a:p>
        </p:txBody>
      </p:sp>
      <p:sp>
        <p:nvSpPr>
          <p:cNvPr id="40963" name="Title 2"/>
          <p:cNvSpPr>
            <a:spLocks noGrp="1"/>
          </p:cNvSpPr>
          <p:nvPr>
            <p:ph type="title"/>
          </p:nvPr>
        </p:nvSpPr>
        <p:spPr/>
        <p:txBody>
          <a:bodyPr/>
          <a:lstStyle/>
          <a:p>
            <a:r>
              <a:rPr lang="en-US" smtClean="0"/>
              <a:t>FISMA Mistake #4</a:t>
            </a:r>
          </a:p>
        </p:txBody>
      </p:sp>
      <p:pic>
        <p:nvPicPr>
          <p:cNvPr id="40964" name="Picture 1"/>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452563" y="1771650"/>
            <a:ext cx="6238875" cy="3314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Content Placeholder 1"/>
          <p:cNvSpPr>
            <a:spLocks noGrp="1"/>
          </p:cNvSpPr>
          <p:nvPr>
            <p:ph idx="1"/>
          </p:nvPr>
        </p:nvSpPr>
        <p:spPr/>
        <p:txBody>
          <a:bodyPr/>
          <a:lstStyle/>
          <a:p>
            <a:pPr marL="0" indent="0">
              <a:buFont typeface="Times New Roman" panose="02020603050405020304" pitchFamily="18" charset="0"/>
              <a:buNone/>
            </a:pPr>
            <a:r>
              <a:rPr lang="en-US" sz="1800" b="0" dirty="0" smtClean="0">
                <a:latin typeface="Arial" pitchFamily="34" charset="0"/>
                <a:cs typeface="Arial" pitchFamily="34" charset="0"/>
              </a:rPr>
              <a:t>ISSO’s not keeping the C&amp;A documentation updated on a regular basis</a:t>
            </a:r>
          </a:p>
        </p:txBody>
      </p:sp>
      <p:sp>
        <p:nvSpPr>
          <p:cNvPr id="41987" name="Title 2"/>
          <p:cNvSpPr>
            <a:spLocks noGrp="1"/>
          </p:cNvSpPr>
          <p:nvPr>
            <p:ph type="title"/>
          </p:nvPr>
        </p:nvSpPr>
        <p:spPr/>
        <p:txBody>
          <a:bodyPr/>
          <a:lstStyle/>
          <a:p>
            <a:r>
              <a:rPr lang="en-US" smtClean="0"/>
              <a:t>FISMA Mistake #5</a:t>
            </a:r>
          </a:p>
        </p:txBody>
      </p:sp>
      <p:pic>
        <p:nvPicPr>
          <p:cNvPr id="41988" name="Picture 1"/>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752600" y="2176463"/>
            <a:ext cx="5638800" cy="2505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Content Placeholder 1"/>
          <p:cNvSpPr>
            <a:spLocks noGrp="1"/>
          </p:cNvSpPr>
          <p:nvPr>
            <p:ph idx="1"/>
          </p:nvPr>
        </p:nvSpPr>
        <p:spPr/>
        <p:txBody>
          <a:bodyPr/>
          <a:lstStyle/>
          <a:p>
            <a:pPr marL="0" indent="0">
              <a:buFont typeface="Times New Roman" panose="02020603050405020304" pitchFamily="18" charset="0"/>
              <a:buNone/>
            </a:pPr>
            <a:r>
              <a:rPr lang="en-US" sz="1800" b="0" dirty="0" smtClean="0">
                <a:latin typeface="Arial" pitchFamily="34" charset="0"/>
                <a:cs typeface="Arial" pitchFamily="34" charset="0"/>
              </a:rPr>
              <a:t>Waiting too long to start the process</a:t>
            </a:r>
          </a:p>
        </p:txBody>
      </p:sp>
      <p:sp>
        <p:nvSpPr>
          <p:cNvPr id="43011" name="Title 2"/>
          <p:cNvSpPr>
            <a:spLocks noGrp="1"/>
          </p:cNvSpPr>
          <p:nvPr>
            <p:ph type="title"/>
          </p:nvPr>
        </p:nvSpPr>
        <p:spPr/>
        <p:txBody>
          <a:bodyPr/>
          <a:lstStyle/>
          <a:p>
            <a:r>
              <a:rPr lang="en-US" smtClean="0"/>
              <a:t>FISMA Mistake #6</a:t>
            </a:r>
          </a:p>
        </p:txBody>
      </p:sp>
      <p:pic>
        <p:nvPicPr>
          <p:cNvPr id="43012" name="Picture 2"/>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2362200" y="2209800"/>
            <a:ext cx="4419600" cy="3429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Content Placeholder 1"/>
          <p:cNvSpPr>
            <a:spLocks noGrp="1"/>
          </p:cNvSpPr>
          <p:nvPr>
            <p:ph idx="1"/>
          </p:nvPr>
        </p:nvSpPr>
        <p:spPr/>
        <p:txBody>
          <a:bodyPr/>
          <a:lstStyle/>
          <a:p>
            <a:pPr marL="0" indent="0">
              <a:buFont typeface="Times New Roman" panose="02020603050405020304" pitchFamily="18" charset="0"/>
              <a:buNone/>
            </a:pPr>
            <a:r>
              <a:rPr lang="en-US" sz="1800" b="0" dirty="0" smtClean="0">
                <a:latin typeface="Arial" pitchFamily="34" charset="0"/>
                <a:cs typeface="Arial" pitchFamily="34" charset="0"/>
              </a:rPr>
              <a:t>Not having skilled/technical personnel to prepare the documentation and perform the testing</a:t>
            </a:r>
          </a:p>
        </p:txBody>
      </p:sp>
      <p:sp>
        <p:nvSpPr>
          <p:cNvPr id="44035" name="Title 2"/>
          <p:cNvSpPr>
            <a:spLocks noGrp="1"/>
          </p:cNvSpPr>
          <p:nvPr>
            <p:ph type="title"/>
          </p:nvPr>
        </p:nvSpPr>
        <p:spPr/>
        <p:txBody>
          <a:bodyPr/>
          <a:lstStyle/>
          <a:p>
            <a:r>
              <a:rPr lang="en-US" smtClean="0"/>
              <a:t>FISMA Mistake #7</a:t>
            </a:r>
          </a:p>
        </p:txBody>
      </p:sp>
      <p:pic>
        <p:nvPicPr>
          <p:cNvPr id="44036" name="Picture 1"/>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752600" y="2057400"/>
            <a:ext cx="5505450" cy="3343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Content Placeholder 1"/>
          <p:cNvSpPr>
            <a:spLocks noGrp="1"/>
          </p:cNvSpPr>
          <p:nvPr>
            <p:ph idx="1"/>
          </p:nvPr>
        </p:nvSpPr>
        <p:spPr/>
        <p:txBody>
          <a:bodyPr/>
          <a:lstStyle/>
          <a:p>
            <a:pPr marL="0" indent="0">
              <a:buFont typeface="Times New Roman" panose="02020603050405020304" pitchFamily="18" charset="0"/>
              <a:buNone/>
            </a:pPr>
            <a:r>
              <a:rPr lang="en-US" sz="1800" b="0" dirty="0" smtClean="0">
                <a:latin typeface="Arial" pitchFamily="34" charset="0"/>
                <a:cs typeface="Arial" pitchFamily="34" charset="0"/>
              </a:rPr>
              <a:t>Assuming since you have an ATO you are secure</a:t>
            </a:r>
          </a:p>
          <a:p>
            <a:pPr marL="0" indent="0">
              <a:buFont typeface="Times New Roman" panose="02020603050405020304" pitchFamily="18" charset="0"/>
              <a:buNone/>
            </a:pPr>
            <a:endParaRPr lang="en-US" sz="1600" dirty="0" smtClean="0"/>
          </a:p>
          <a:p>
            <a:pPr marL="0" indent="0">
              <a:buFont typeface="Times New Roman" panose="02020603050405020304" pitchFamily="18" charset="0"/>
              <a:buNone/>
            </a:pPr>
            <a:endParaRPr lang="en-US" sz="1600" dirty="0" smtClean="0"/>
          </a:p>
          <a:p>
            <a:pPr marL="0" indent="0">
              <a:buFont typeface="Times New Roman" panose="02020603050405020304" pitchFamily="18" charset="0"/>
              <a:buNone/>
            </a:pPr>
            <a:endParaRPr lang="en-US" sz="1600" dirty="0" smtClean="0"/>
          </a:p>
          <a:p>
            <a:pPr marL="0" indent="0">
              <a:buFont typeface="Times New Roman" panose="02020603050405020304" pitchFamily="18" charset="0"/>
              <a:buNone/>
            </a:pPr>
            <a:endParaRPr lang="en-US" sz="1600" dirty="0" smtClean="0"/>
          </a:p>
          <a:p>
            <a:pPr marL="0" indent="0">
              <a:buFont typeface="Times New Roman" panose="02020603050405020304" pitchFamily="18" charset="0"/>
              <a:buNone/>
            </a:pPr>
            <a:endParaRPr lang="en-US" sz="1600" dirty="0" smtClean="0"/>
          </a:p>
          <a:p>
            <a:pPr marL="0" indent="0" algn="ctr">
              <a:buFont typeface="Times New Roman" panose="02020603050405020304" pitchFamily="18" charset="0"/>
              <a:buNone/>
            </a:pPr>
            <a:r>
              <a:rPr lang="en-US" sz="3600" dirty="0" smtClean="0">
                <a:solidFill>
                  <a:srgbClr val="FF0000"/>
                </a:solidFill>
              </a:rPr>
              <a:t>ATO != Secure</a:t>
            </a:r>
          </a:p>
        </p:txBody>
      </p:sp>
      <p:sp>
        <p:nvSpPr>
          <p:cNvPr id="45059" name="Title 2"/>
          <p:cNvSpPr>
            <a:spLocks noGrp="1"/>
          </p:cNvSpPr>
          <p:nvPr>
            <p:ph type="title"/>
          </p:nvPr>
        </p:nvSpPr>
        <p:spPr/>
        <p:txBody>
          <a:bodyPr/>
          <a:lstStyle/>
          <a:p>
            <a:r>
              <a:rPr lang="en-US" smtClean="0"/>
              <a:t>FISMA Mistake #8</a:t>
            </a:r>
          </a:p>
        </p:txBody>
      </p:sp>
    </p:spTree>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Content Placeholder 1"/>
          <p:cNvSpPr>
            <a:spLocks noGrp="1"/>
          </p:cNvSpPr>
          <p:nvPr>
            <p:ph idx="1"/>
          </p:nvPr>
        </p:nvSpPr>
        <p:spPr/>
        <p:txBody>
          <a:bodyPr/>
          <a:lstStyle/>
          <a:p>
            <a:pPr marL="0" indent="0">
              <a:buFont typeface="Times New Roman" panose="02020603050405020304" pitchFamily="18" charset="0"/>
              <a:buNone/>
            </a:pPr>
            <a:r>
              <a:rPr lang="en-US" sz="1800" b="0" dirty="0" smtClean="0">
                <a:latin typeface="Arial" pitchFamily="34" charset="0"/>
                <a:cs typeface="Arial" pitchFamily="34" charset="0"/>
              </a:rPr>
              <a:t>Moving to the cloud will solve all your FISMA problems</a:t>
            </a:r>
          </a:p>
          <a:p>
            <a:pPr marL="0" indent="0">
              <a:buFont typeface="Times New Roman" panose="02020603050405020304" pitchFamily="18" charset="0"/>
              <a:buNone/>
            </a:pPr>
            <a:endParaRPr lang="en-US" sz="1600" dirty="0" smtClean="0"/>
          </a:p>
          <a:p>
            <a:pPr marL="0" indent="0">
              <a:buFont typeface="Times New Roman" panose="02020603050405020304" pitchFamily="18" charset="0"/>
              <a:buNone/>
            </a:pPr>
            <a:endParaRPr lang="en-US" sz="1600" dirty="0" smtClean="0"/>
          </a:p>
        </p:txBody>
      </p:sp>
      <p:sp>
        <p:nvSpPr>
          <p:cNvPr id="46083" name="Title 2"/>
          <p:cNvSpPr>
            <a:spLocks noGrp="1"/>
          </p:cNvSpPr>
          <p:nvPr>
            <p:ph type="title"/>
          </p:nvPr>
        </p:nvSpPr>
        <p:spPr/>
        <p:txBody>
          <a:bodyPr/>
          <a:lstStyle/>
          <a:p>
            <a:r>
              <a:rPr lang="en-US" smtClean="0"/>
              <a:t>FISMA Mistake #9</a:t>
            </a:r>
          </a:p>
        </p:txBody>
      </p:sp>
      <p:pic>
        <p:nvPicPr>
          <p:cNvPr id="46084" name="Picture 1"/>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524000" y="2209800"/>
            <a:ext cx="6096000" cy="1981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Content Placeholder 1"/>
          <p:cNvSpPr>
            <a:spLocks noGrp="1"/>
          </p:cNvSpPr>
          <p:nvPr>
            <p:ph idx="1"/>
          </p:nvPr>
        </p:nvSpPr>
        <p:spPr/>
        <p:txBody>
          <a:bodyPr/>
          <a:lstStyle/>
          <a:p>
            <a:pPr marL="0" indent="0">
              <a:buFont typeface="Times New Roman" panose="02020603050405020304" pitchFamily="18" charset="0"/>
              <a:buNone/>
            </a:pPr>
            <a:r>
              <a:rPr lang="en-US" sz="1800" b="0" dirty="0" smtClean="0">
                <a:latin typeface="Arial" pitchFamily="34" charset="0"/>
                <a:cs typeface="Arial" pitchFamily="34" charset="0"/>
              </a:rPr>
              <a:t>Treating the C&amp;A process as building a Potemkin village</a:t>
            </a:r>
          </a:p>
        </p:txBody>
      </p:sp>
      <p:sp>
        <p:nvSpPr>
          <p:cNvPr id="47107" name="Title 2"/>
          <p:cNvSpPr>
            <a:spLocks noGrp="1"/>
          </p:cNvSpPr>
          <p:nvPr>
            <p:ph type="title"/>
          </p:nvPr>
        </p:nvSpPr>
        <p:spPr/>
        <p:txBody>
          <a:bodyPr/>
          <a:lstStyle/>
          <a:p>
            <a:r>
              <a:rPr lang="en-US" smtClean="0"/>
              <a:t>FISMA Mistake #10</a:t>
            </a:r>
          </a:p>
        </p:txBody>
      </p:sp>
      <p:pic>
        <p:nvPicPr>
          <p:cNvPr id="47108" name="Picture 1"/>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2743200" y="2290763"/>
            <a:ext cx="3810000" cy="26622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1"/>
          <p:cNvSpPr>
            <a:spLocks noGrp="1" noChangeArrowheads="1"/>
          </p:cNvSpPr>
          <p:nvPr>
            <p:ph type="title"/>
          </p:nvPr>
        </p:nvSpPr>
        <p:spPr>
          <a:xfrm>
            <a:off x="2057400" y="304800"/>
            <a:ext cx="6815138" cy="533400"/>
          </a:xfrm>
        </p:spPr>
        <p:txBody>
          <a:bodyPr/>
          <a:lstStyle/>
          <a:p>
            <a:pPr eaLnBrk="1" hangingPunct="1">
              <a:buClr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mtClean="0"/>
              <a:t>How Organizations Really Comply With FISMA</a:t>
            </a:r>
          </a:p>
        </p:txBody>
      </p:sp>
      <p:sp>
        <p:nvSpPr>
          <p:cNvPr id="48131" name="Rectangle 2"/>
          <p:cNvSpPr>
            <a:spLocks noGrp="1" noChangeArrowheads="1"/>
          </p:cNvSpPr>
          <p:nvPr>
            <p:ph type="body" idx="4294967295"/>
          </p:nvPr>
        </p:nvSpPr>
        <p:spPr>
          <a:xfrm>
            <a:off x="304800" y="1571625"/>
            <a:ext cx="8567738" cy="4114800"/>
          </a:xfrm>
        </p:spPr>
        <p:txBody>
          <a:bodyPr/>
          <a:lstStyle/>
          <a:p>
            <a:pPr indent="-341313" eaLnBrk="1" hangingPunct="1">
              <a:buClrTx/>
              <a:buFontTx/>
              <a:buNone/>
              <a:tabLst>
                <a:tab pos="912813" algn="l"/>
                <a:tab pos="1827213" algn="l"/>
                <a:tab pos="2741613" algn="l"/>
                <a:tab pos="3656013" algn="l"/>
                <a:tab pos="4570413" algn="l"/>
                <a:tab pos="5484813" algn="l"/>
                <a:tab pos="6399213" algn="l"/>
                <a:tab pos="7313613" algn="l"/>
                <a:tab pos="8228013" algn="l"/>
                <a:tab pos="9142413" algn="l"/>
                <a:tab pos="10056813" algn="l"/>
              </a:tabLst>
            </a:pPr>
            <a:endParaRPr lang="en-US" b="0" smtClean="0"/>
          </a:p>
          <a:p>
            <a:pPr indent="-341313" eaLnBrk="1" hangingPunct="1">
              <a:buClrTx/>
              <a:buFontTx/>
              <a:buNone/>
              <a:tabLst>
                <a:tab pos="912813" algn="l"/>
                <a:tab pos="1827213" algn="l"/>
                <a:tab pos="2741613" algn="l"/>
                <a:tab pos="3656013" algn="l"/>
                <a:tab pos="4570413" algn="l"/>
                <a:tab pos="5484813" algn="l"/>
                <a:tab pos="6399213" algn="l"/>
                <a:tab pos="7313613" algn="l"/>
                <a:tab pos="8228013" algn="l"/>
                <a:tab pos="9142413" algn="l"/>
                <a:tab pos="10056813" algn="l"/>
              </a:tabLst>
            </a:pPr>
            <a:endParaRPr lang="en-US" b="0" smtClean="0"/>
          </a:p>
          <a:p>
            <a:pPr indent="-341313" eaLnBrk="1" hangingPunct="1">
              <a:spcBef>
                <a:spcPts val="500"/>
              </a:spcBef>
              <a:buClrTx/>
              <a:buFontTx/>
              <a:buNone/>
              <a:tabLst>
                <a:tab pos="912813" algn="l"/>
                <a:tab pos="1827213" algn="l"/>
                <a:tab pos="2741613" algn="l"/>
                <a:tab pos="3656013" algn="l"/>
                <a:tab pos="4570413" algn="l"/>
                <a:tab pos="5484813" algn="l"/>
                <a:tab pos="6399213" algn="l"/>
                <a:tab pos="7313613" algn="l"/>
                <a:tab pos="8228013" algn="l"/>
                <a:tab pos="9142413" algn="l"/>
                <a:tab pos="10056813" algn="l"/>
              </a:tabLst>
            </a:pPr>
            <a:endParaRPr lang="en-US" sz="2000" b="0" smtClean="0"/>
          </a:p>
          <a:p>
            <a:pPr indent="-341313" eaLnBrk="1" hangingPunct="1">
              <a:spcBef>
                <a:spcPts val="500"/>
              </a:spcBef>
              <a:buClr>
                <a:srgbClr val="3366CC"/>
              </a:buClr>
              <a:buFont typeface="Verdana" panose="020B0604030504040204" pitchFamily="34" charset="0"/>
              <a:buNone/>
              <a:tabLst>
                <a:tab pos="912813" algn="l"/>
                <a:tab pos="1827213" algn="l"/>
                <a:tab pos="2741613" algn="l"/>
                <a:tab pos="3656013" algn="l"/>
                <a:tab pos="4570413" algn="l"/>
                <a:tab pos="5484813" algn="l"/>
                <a:tab pos="6399213" algn="l"/>
                <a:tab pos="7313613" algn="l"/>
                <a:tab pos="8228013" algn="l"/>
                <a:tab pos="9142413" algn="l"/>
                <a:tab pos="10056813" algn="l"/>
              </a:tabLst>
            </a:pPr>
            <a:endParaRPr lang="en-US" sz="2000" b="0" smtClean="0"/>
          </a:p>
        </p:txBody>
      </p:sp>
      <p:pic>
        <p:nvPicPr>
          <p:cNvPr id="48132" name="Picture 1"/>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371600" y="1885950"/>
            <a:ext cx="6400800" cy="3086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1"/>
          <p:cNvSpPr>
            <a:spLocks noGrp="1" noChangeArrowheads="1"/>
          </p:cNvSpPr>
          <p:nvPr>
            <p:ph type="title"/>
          </p:nvPr>
        </p:nvSpPr>
        <p:spPr>
          <a:xfrm>
            <a:off x="2057400" y="304800"/>
            <a:ext cx="6815138" cy="533400"/>
          </a:xfrm>
        </p:spPr>
        <p:txBody>
          <a:bodyPr/>
          <a:lstStyle/>
          <a:p>
            <a:pPr eaLnBrk="1" hangingPunct="1">
              <a:buClr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mtClean="0"/>
              <a:t>How Organizations Really Comply With FISMA (Cont.)</a:t>
            </a:r>
          </a:p>
        </p:txBody>
      </p:sp>
      <p:sp>
        <p:nvSpPr>
          <p:cNvPr id="50179" name="Rectangle 2"/>
          <p:cNvSpPr>
            <a:spLocks noGrp="1" noChangeArrowheads="1"/>
          </p:cNvSpPr>
          <p:nvPr>
            <p:ph type="body" idx="4294967295"/>
          </p:nvPr>
        </p:nvSpPr>
        <p:spPr>
          <a:xfrm>
            <a:off x="304800" y="1571625"/>
            <a:ext cx="8567738" cy="4114800"/>
          </a:xfrm>
        </p:spPr>
        <p:txBody>
          <a:bodyPr/>
          <a:lstStyle/>
          <a:p>
            <a:pPr indent="-341313" eaLnBrk="1" hangingPunct="1">
              <a:buClrTx/>
              <a:tabLst>
                <a:tab pos="912813" algn="l"/>
                <a:tab pos="1827213" algn="l"/>
                <a:tab pos="2741613" algn="l"/>
                <a:tab pos="3656013" algn="l"/>
                <a:tab pos="4570413" algn="l"/>
                <a:tab pos="5484813" algn="l"/>
                <a:tab pos="6399213" algn="l"/>
                <a:tab pos="7313613" algn="l"/>
                <a:tab pos="8228013" algn="l"/>
                <a:tab pos="9142413" algn="l"/>
                <a:tab pos="10056813" algn="l"/>
              </a:tabLst>
            </a:pPr>
            <a:r>
              <a:rPr lang="en-US" sz="1800" b="0" dirty="0">
                <a:solidFill>
                  <a:schemeClr val="tx1"/>
                </a:solidFill>
                <a:latin typeface="Arial" pitchFamily="34" charset="0"/>
                <a:ea typeface="Verdana"/>
                <a:cs typeface="Arial" pitchFamily="34" charset="0"/>
              </a:rPr>
              <a:t>Parent agency inherited minimum requirements + baselines</a:t>
            </a:r>
          </a:p>
          <a:p>
            <a:pPr indent="-341313" eaLnBrk="1" hangingPunct="1">
              <a:buClrTx/>
              <a:tabLst>
                <a:tab pos="912813" algn="l"/>
                <a:tab pos="1827213" algn="l"/>
                <a:tab pos="2741613" algn="l"/>
                <a:tab pos="3656013" algn="l"/>
                <a:tab pos="4570413" algn="l"/>
                <a:tab pos="5484813" algn="l"/>
                <a:tab pos="6399213" algn="l"/>
                <a:tab pos="7313613" algn="l"/>
                <a:tab pos="8228013" algn="l"/>
                <a:tab pos="9142413" algn="l"/>
                <a:tab pos="10056813" algn="l"/>
              </a:tabLst>
            </a:pPr>
            <a:r>
              <a:rPr lang="en-US" sz="1800" b="0" dirty="0">
                <a:solidFill>
                  <a:schemeClr val="tx1"/>
                </a:solidFill>
                <a:latin typeface="Arial" pitchFamily="34" charset="0"/>
                <a:ea typeface="Verdana"/>
                <a:cs typeface="Arial" pitchFamily="34" charset="0"/>
              </a:rPr>
              <a:t>Gov't contract written requirements and impact assessments</a:t>
            </a:r>
          </a:p>
          <a:p>
            <a:pPr indent="-341313" eaLnBrk="1" hangingPunct="1">
              <a:buClrTx/>
              <a:tabLst>
                <a:tab pos="912813" algn="l"/>
                <a:tab pos="1827213" algn="l"/>
                <a:tab pos="2741613" algn="l"/>
                <a:tab pos="3656013" algn="l"/>
                <a:tab pos="4570413" algn="l"/>
                <a:tab pos="5484813" algn="l"/>
                <a:tab pos="6399213" algn="l"/>
                <a:tab pos="7313613" algn="l"/>
                <a:tab pos="8228013" algn="l"/>
                <a:tab pos="9142413" algn="l"/>
                <a:tab pos="10056813" algn="l"/>
              </a:tabLst>
            </a:pPr>
            <a:r>
              <a:rPr lang="en-US" sz="1800" b="0" dirty="0">
                <a:solidFill>
                  <a:schemeClr val="tx1"/>
                </a:solidFill>
                <a:latin typeface="Arial" pitchFamily="34" charset="0"/>
                <a:ea typeface="Verdana"/>
                <a:cs typeface="Arial" pitchFamily="34" charset="0"/>
              </a:rPr>
              <a:t>Internal security certification/authorization programs</a:t>
            </a:r>
          </a:p>
          <a:p>
            <a:pPr indent="-341313" eaLnBrk="1" hangingPunct="1">
              <a:buClrTx/>
              <a:tabLst>
                <a:tab pos="912813" algn="l"/>
                <a:tab pos="1827213" algn="l"/>
                <a:tab pos="2741613" algn="l"/>
                <a:tab pos="3656013" algn="l"/>
                <a:tab pos="4570413" algn="l"/>
                <a:tab pos="5484813" algn="l"/>
                <a:tab pos="6399213" algn="l"/>
                <a:tab pos="7313613" algn="l"/>
                <a:tab pos="8228013" algn="l"/>
                <a:tab pos="9142413" algn="l"/>
                <a:tab pos="10056813" algn="l"/>
              </a:tabLst>
            </a:pPr>
            <a:r>
              <a:rPr lang="en-US" sz="1800" b="0" dirty="0">
                <a:solidFill>
                  <a:schemeClr val="tx1"/>
                </a:solidFill>
                <a:latin typeface="Arial" pitchFamily="34" charset="0"/>
                <a:ea typeface="Verdana"/>
                <a:cs typeface="Arial" pitchFamily="34" charset="0"/>
              </a:rPr>
              <a:t>Privacy impact assessment</a:t>
            </a:r>
          </a:p>
          <a:p>
            <a:pPr indent="-341313" eaLnBrk="1" hangingPunct="1">
              <a:buClrTx/>
              <a:tabLst>
                <a:tab pos="912813" algn="l"/>
                <a:tab pos="1827213" algn="l"/>
                <a:tab pos="2741613" algn="l"/>
                <a:tab pos="3656013" algn="l"/>
                <a:tab pos="4570413" algn="l"/>
                <a:tab pos="5484813" algn="l"/>
                <a:tab pos="6399213" algn="l"/>
                <a:tab pos="7313613" algn="l"/>
                <a:tab pos="8228013" algn="l"/>
                <a:tab pos="9142413" algn="l"/>
                <a:tab pos="10056813" algn="l"/>
              </a:tabLst>
            </a:pPr>
            <a:r>
              <a:rPr lang="en-US" sz="1800" b="0" dirty="0">
                <a:solidFill>
                  <a:schemeClr val="tx1"/>
                </a:solidFill>
                <a:latin typeface="Arial" pitchFamily="34" charset="0"/>
                <a:ea typeface="Verdana"/>
                <a:cs typeface="Arial" pitchFamily="34" charset="0"/>
              </a:rPr>
              <a:t>Separation of impact levels by system partitioning</a:t>
            </a:r>
          </a:p>
          <a:p>
            <a:pPr indent="-341313" eaLnBrk="1" hangingPunct="1">
              <a:buClrTx/>
              <a:tabLst>
                <a:tab pos="912813" algn="l"/>
                <a:tab pos="1827213" algn="l"/>
                <a:tab pos="2741613" algn="l"/>
                <a:tab pos="3656013" algn="l"/>
                <a:tab pos="4570413" algn="l"/>
                <a:tab pos="5484813" algn="l"/>
                <a:tab pos="6399213" algn="l"/>
                <a:tab pos="7313613" algn="l"/>
                <a:tab pos="8228013" algn="l"/>
                <a:tab pos="9142413" algn="l"/>
                <a:tab pos="10056813" algn="l"/>
              </a:tabLst>
            </a:pPr>
            <a:r>
              <a:rPr lang="en-US" sz="1800" b="0" dirty="0">
                <a:solidFill>
                  <a:schemeClr val="tx1"/>
                </a:solidFill>
                <a:latin typeface="Arial" pitchFamily="34" charset="0"/>
                <a:ea typeface="Verdana"/>
                <a:cs typeface="Arial" pitchFamily="34" charset="0"/>
              </a:rPr>
              <a:t>External authentication risk analysis</a:t>
            </a:r>
          </a:p>
          <a:p>
            <a:pPr indent="-341313" eaLnBrk="1" hangingPunct="1">
              <a:buClrTx/>
              <a:tabLst>
                <a:tab pos="912813" algn="l"/>
                <a:tab pos="1827213" algn="l"/>
                <a:tab pos="2741613" algn="l"/>
                <a:tab pos="3656013" algn="l"/>
                <a:tab pos="4570413" algn="l"/>
                <a:tab pos="5484813" algn="l"/>
                <a:tab pos="6399213" algn="l"/>
                <a:tab pos="7313613" algn="l"/>
                <a:tab pos="8228013" algn="l"/>
                <a:tab pos="9142413" algn="l"/>
                <a:tab pos="10056813" algn="l"/>
              </a:tabLst>
            </a:pPr>
            <a:r>
              <a:rPr lang="en-US" sz="1800" b="0" dirty="0">
                <a:solidFill>
                  <a:schemeClr val="tx1"/>
                </a:solidFill>
                <a:latin typeface="Arial" pitchFamily="34" charset="0"/>
                <a:ea typeface="Verdana"/>
                <a:cs typeface="Arial" pitchFamily="34" charset="0"/>
              </a:rPr>
              <a:t>Corporate security policies</a:t>
            </a:r>
          </a:p>
          <a:p>
            <a:pPr indent="-341313" eaLnBrk="1" hangingPunct="1">
              <a:buClrTx/>
              <a:tabLst>
                <a:tab pos="912813" algn="l"/>
                <a:tab pos="1827213" algn="l"/>
                <a:tab pos="2741613" algn="l"/>
                <a:tab pos="3656013" algn="l"/>
                <a:tab pos="4570413" algn="l"/>
                <a:tab pos="5484813" algn="l"/>
                <a:tab pos="6399213" algn="l"/>
                <a:tab pos="7313613" algn="l"/>
                <a:tab pos="8228013" algn="l"/>
                <a:tab pos="9142413" algn="l"/>
                <a:tab pos="10056813" algn="l"/>
              </a:tabLst>
            </a:pPr>
            <a:r>
              <a:rPr lang="en-US" sz="1800" b="0" dirty="0">
                <a:solidFill>
                  <a:schemeClr val="tx1"/>
                </a:solidFill>
                <a:latin typeface="Arial" pitchFamily="34" charset="0"/>
                <a:ea typeface="Verdana"/>
                <a:cs typeface="Arial" pitchFamily="34" charset="0"/>
              </a:rPr>
              <a:t>Rules of behavior</a:t>
            </a:r>
          </a:p>
          <a:p>
            <a:pPr indent="-341313" eaLnBrk="1" hangingPunct="1">
              <a:buClrTx/>
              <a:tabLst>
                <a:tab pos="912813" algn="l"/>
                <a:tab pos="1827213" algn="l"/>
                <a:tab pos="2741613" algn="l"/>
                <a:tab pos="3656013" algn="l"/>
                <a:tab pos="4570413" algn="l"/>
                <a:tab pos="5484813" algn="l"/>
                <a:tab pos="6399213" algn="l"/>
                <a:tab pos="7313613" algn="l"/>
                <a:tab pos="8228013" algn="l"/>
                <a:tab pos="9142413" algn="l"/>
                <a:tab pos="10056813" algn="l"/>
              </a:tabLst>
            </a:pPr>
            <a:r>
              <a:rPr lang="en-US" sz="1800" b="0" dirty="0">
                <a:solidFill>
                  <a:schemeClr val="tx1"/>
                </a:solidFill>
                <a:latin typeface="Arial" pitchFamily="34" charset="0"/>
                <a:ea typeface="Verdana"/>
                <a:cs typeface="Arial" pitchFamily="34" charset="0"/>
              </a:rPr>
              <a:t>Risk based decisions</a:t>
            </a:r>
          </a:p>
          <a:p>
            <a:pPr marL="344487" eaLnBrk="1" hangingPunct="1">
              <a:spcBef>
                <a:spcPts val="500"/>
              </a:spcBef>
              <a:buClrTx/>
              <a:tabLst>
                <a:tab pos="912813" algn="l"/>
                <a:tab pos="1827213" algn="l"/>
                <a:tab pos="2741613" algn="l"/>
                <a:tab pos="3656013" algn="l"/>
                <a:tab pos="4570413" algn="l"/>
                <a:tab pos="5484813" algn="l"/>
                <a:tab pos="6399213" algn="l"/>
                <a:tab pos="7313613" algn="l"/>
                <a:tab pos="8228013" algn="l"/>
                <a:tab pos="9142413" algn="l"/>
                <a:tab pos="10056813" algn="l"/>
              </a:tabLst>
            </a:pPr>
            <a:r>
              <a:rPr lang="en-US" sz="1800" b="0" dirty="0">
                <a:solidFill>
                  <a:schemeClr val="tx1"/>
                </a:solidFill>
                <a:latin typeface="Arial" pitchFamily="34" charset="0"/>
                <a:ea typeface="Verdana"/>
                <a:cs typeface="Arial" pitchFamily="34" charset="0"/>
              </a:rPr>
              <a:t>Significant user identification</a:t>
            </a:r>
          </a:p>
          <a:p>
            <a:pPr marL="344487" eaLnBrk="1" hangingPunct="1">
              <a:spcBef>
                <a:spcPts val="500"/>
              </a:spcBef>
              <a:buClr>
                <a:srgbClr val="3366CC"/>
              </a:buClr>
              <a:tabLst>
                <a:tab pos="912813" algn="l"/>
                <a:tab pos="1827213" algn="l"/>
                <a:tab pos="2741613" algn="l"/>
                <a:tab pos="3656013" algn="l"/>
                <a:tab pos="4570413" algn="l"/>
                <a:tab pos="5484813" algn="l"/>
                <a:tab pos="6399213" algn="l"/>
                <a:tab pos="7313613" algn="l"/>
                <a:tab pos="8228013" algn="l"/>
                <a:tab pos="9142413" algn="l"/>
                <a:tab pos="10056813" algn="l"/>
              </a:tabLst>
            </a:pPr>
            <a:r>
              <a:rPr lang="en-US" sz="1800" b="0" dirty="0">
                <a:solidFill>
                  <a:schemeClr val="tx1"/>
                </a:solidFill>
                <a:latin typeface="Arial" pitchFamily="34" charset="0"/>
                <a:ea typeface="Verdana"/>
                <a:cs typeface="Arial" pitchFamily="34" charset="0"/>
              </a:rPr>
              <a:t>Self-assessments and system test + evaluations</a:t>
            </a:r>
          </a:p>
          <a:p>
            <a:pPr marL="344487" eaLnBrk="1" hangingPunct="1">
              <a:spcBef>
                <a:spcPts val="500"/>
              </a:spcBef>
              <a:buClr>
                <a:srgbClr val="3366CC"/>
              </a:buClr>
              <a:tabLst>
                <a:tab pos="912813" algn="l"/>
                <a:tab pos="1827213" algn="l"/>
                <a:tab pos="2741613" algn="l"/>
                <a:tab pos="3656013" algn="l"/>
                <a:tab pos="4570413" algn="l"/>
                <a:tab pos="5484813" algn="l"/>
                <a:tab pos="6399213" algn="l"/>
                <a:tab pos="7313613" algn="l"/>
                <a:tab pos="8228013" algn="l"/>
                <a:tab pos="9142413" algn="l"/>
                <a:tab pos="10056813" algn="l"/>
              </a:tabLst>
            </a:pPr>
            <a:endParaRPr lang="en-US" sz="2000" b="0" dirty="0">
              <a:ea typeface="Verdana"/>
              <a:cs typeface="Verdana"/>
            </a:endParaRPr>
          </a:p>
          <a:p>
            <a:pPr marL="1587" indent="0" eaLnBrk="1" hangingPunct="1">
              <a:spcBef>
                <a:spcPts val="500"/>
              </a:spcBef>
              <a:buClr>
                <a:srgbClr val="3366CC"/>
              </a:buClr>
              <a:buNone/>
              <a:tabLst>
                <a:tab pos="912813" algn="l"/>
                <a:tab pos="1827213" algn="l"/>
                <a:tab pos="2741613" algn="l"/>
                <a:tab pos="3656013" algn="l"/>
                <a:tab pos="4570413" algn="l"/>
                <a:tab pos="5484813" algn="l"/>
                <a:tab pos="6399213" algn="l"/>
                <a:tab pos="7313613" algn="l"/>
                <a:tab pos="8228013" algn="l"/>
                <a:tab pos="9142413" algn="l"/>
                <a:tab pos="10056813" algn="l"/>
              </a:tabLst>
            </a:pPr>
            <a:endParaRPr lang="en-US" sz="2000" b="0" dirty="0">
              <a:solidFill>
                <a:srgbClr val="3366CC"/>
              </a:solidFill>
              <a:ea typeface="Verdana"/>
              <a:cs typeface="Verdana"/>
            </a:endParaRPr>
          </a:p>
        </p:txBody>
      </p:sp>
    </p:spTree>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1"/>
          <p:cNvSpPr>
            <a:spLocks noGrp="1" noChangeArrowheads="1"/>
          </p:cNvSpPr>
          <p:nvPr>
            <p:ph type="title"/>
          </p:nvPr>
        </p:nvSpPr>
        <p:spPr>
          <a:xfrm>
            <a:off x="2057400" y="304800"/>
            <a:ext cx="6815138" cy="533400"/>
          </a:xfrm>
        </p:spPr>
        <p:txBody>
          <a:bodyPr/>
          <a:lstStyle/>
          <a:p>
            <a:pPr eaLnBrk="1" hangingPunct="1">
              <a:buClr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mtClean="0"/>
              <a:t>How Organizations Really Comply With FISMA (Cont.)</a:t>
            </a:r>
          </a:p>
        </p:txBody>
      </p:sp>
      <p:sp>
        <p:nvSpPr>
          <p:cNvPr id="50179" name="Rectangle 2"/>
          <p:cNvSpPr>
            <a:spLocks noGrp="1" noChangeArrowheads="1"/>
          </p:cNvSpPr>
          <p:nvPr>
            <p:ph type="body" idx="4294967295"/>
          </p:nvPr>
        </p:nvSpPr>
        <p:spPr>
          <a:xfrm>
            <a:off x="304800" y="1571625"/>
            <a:ext cx="8567738" cy="4114800"/>
          </a:xfrm>
        </p:spPr>
        <p:txBody>
          <a:bodyPr/>
          <a:lstStyle/>
          <a:p>
            <a:pPr marL="344487" eaLnBrk="1" hangingPunct="1">
              <a:spcBef>
                <a:spcPts val="500"/>
              </a:spcBef>
              <a:buClr>
                <a:srgbClr val="3366CC"/>
              </a:buClr>
              <a:tabLst>
                <a:tab pos="912813" algn="l"/>
                <a:tab pos="1827213" algn="l"/>
                <a:tab pos="2741613" algn="l"/>
                <a:tab pos="3656013" algn="l"/>
                <a:tab pos="4570413" algn="l"/>
                <a:tab pos="5484813" algn="l"/>
                <a:tab pos="6399213" algn="l"/>
                <a:tab pos="7313613" algn="l"/>
                <a:tab pos="8228013" algn="l"/>
                <a:tab pos="9142413" algn="l"/>
                <a:tab pos="10056813" algn="l"/>
              </a:tabLst>
            </a:pPr>
            <a:r>
              <a:rPr lang="en-US" sz="1800" b="0" dirty="0">
                <a:solidFill>
                  <a:schemeClr val="tx1"/>
                </a:solidFill>
                <a:latin typeface="Arial" pitchFamily="34" charset="0"/>
                <a:ea typeface="Verdana"/>
                <a:cs typeface="Arial" pitchFamily="34" charset="0"/>
              </a:rPr>
              <a:t>Access control management programs</a:t>
            </a:r>
          </a:p>
          <a:p>
            <a:pPr marL="344487" eaLnBrk="1" hangingPunct="1">
              <a:spcBef>
                <a:spcPts val="500"/>
              </a:spcBef>
              <a:buClr>
                <a:srgbClr val="3366CC"/>
              </a:buClr>
              <a:tabLst>
                <a:tab pos="912813" algn="l"/>
                <a:tab pos="1827213" algn="l"/>
                <a:tab pos="2741613" algn="l"/>
                <a:tab pos="3656013" algn="l"/>
                <a:tab pos="4570413" algn="l"/>
                <a:tab pos="5484813" algn="l"/>
                <a:tab pos="6399213" algn="l"/>
                <a:tab pos="7313613" algn="l"/>
                <a:tab pos="8228013" algn="l"/>
                <a:tab pos="9142413" algn="l"/>
                <a:tab pos="10056813" algn="l"/>
              </a:tabLst>
            </a:pPr>
            <a:r>
              <a:rPr lang="en-US" sz="1800" b="0" dirty="0">
                <a:solidFill>
                  <a:schemeClr val="tx1"/>
                </a:solidFill>
                <a:latin typeface="Arial" pitchFamily="34" charset="0"/>
                <a:ea typeface="Verdana"/>
                <a:cs typeface="Arial" pitchFamily="34" charset="0"/>
              </a:rPr>
              <a:t>Budgeting</a:t>
            </a:r>
          </a:p>
          <a:p>
            <a:pPr marL="344487" eaLnBrk="1" hangingPunct="1">
              <a:spcBef>
                <a:spcPts val="500"/>
              </a:spcBef>
              <a:buClr>
                <a:srgbClr val="3366CC"/>
              </a:buClr>
              <a:tabLst>
                <a:tab pos="912813" algn="l"/>
                <a:tab pos="1827213" algn="l"/>
                <a:tab pos="2741613" algn="l"/>
                <a:tab pos="3656013" algn="l"/>
                <a:tab pos="4570413" algn="l"/>
                <a:tab pos="5484813" algn="l"/>
                <a:tab pos="6399213" algn="l"/>
                <a:tab pos="7313613" algn="l"/>
                <a:tab pos="8228013" algn="l"/>
                <a:tab pos="9142413" algn="l"/>
                <a:tab pos="10056813" algn="l"/>
              </a:tabLst>
            </a:pPr>
            <a:r>
              <a:rPr lang="en-US" sz="1800" b="0" dirty="0">
                <a:solidFill>
                  <a:schemeClr val="tx1"/>
                </a:solidFill>
                <a:latin typeface="Arial" pitchFamily="34" charset="0"/>
                <a:ea typeface="Verdana"/>
                <a:cs typeface="Arial" pitchFamily="34" charset="0"/>
              </a:rPr>
              <a:t>Inventory management</a:t>
            </a:r>
          </a:p>
          <a:p>
            <a:pPr marL="344487" eaLnBrk="1" hangingPunct="1">
              <a:spcBef>
                <a:spcPts val="500"/>
              </a:spcBef>
              <a:buClr>
                <a:srgbClr val="3366CC"/>
              </a:buClr>
              <a:tabLst>
                <a:tab pos="912813" algn="l"/>
                <a:tab pos="1827213" algn="l"/>
                <a:tab pos="2741613" algn="l"/>
                <a:tab pos="3656013" algn="l"/>
                <a:tab pos="4570413" algn="l"/>
                <a:tab pos="5484813" algn="l"/>
                <a:tab pos="6399213" algn="l"/>
                <a:tab pos="7313613" algn="l"/>
                <a:tab pos="8228013" algn="l"/>
                <a:tab pos="9142413" algn="l"/>
                <a:tab pos="10056813" algn="l"/>
              </a:tabLst>
            </a:pPr>
            <a:r>
              <a:rPr lang="en-US" sz="1800" b="0" dirty="0">
                <a:solidFill>
                  <a:schemeClr val="tx1"/>
                </a:solidFill>
                <a:latin typeface="Arial" pitchFamily="34" charset="0"/>
                <a:ea typeface="Verdana"/>
                <a:cs typeface="Arial" pitchFamily="34" charset="0"/>
              </a:rPr>
              <a:t>Configuration management and/or change control</a:t>
            </a:r>
          </a:p>
          <a:p>
            <a:pPr marL="344487" eaLnBrk="1" hangingPunct="1">
              <a:spcBef>
                <a:spcPts val="500"/>
              </a:spcBef>
              <a:buClr>
                <a:srgbClr val="3366CC"/>
              </a:buClr>
              <a:tabLst>
                <a:tab pos="912813" algn="l"/>
                <a:tab pos="1827213" algn="l"/>
                <a:tab pos="2741613" algn="l"/>
                <a:tab pos="3656013" algn="l"/>
                <a:tab pos="4570413" algn="l"/>
                <a:tab pos="5484813" algn="l"/>
                <a:tab pos="6399213" algn="l"/>
                <a:tab pos="7313613" algn="l"/>
                <a:tab pos="8228013" algn="l"/>
                <a:tab pos="9142413" algn="l"/>
                <a:tab pos="10056813" algn="l"/>
              </a:tabLst>
            </a:pPr>
            <a:r>
              <a:rPr lang="en-US" sz="1800" b="0" dirty="0">
                <a:solidFill>
                  <a:schemeClr val="tx1"/>
                </a:solidFill>
                <a:latin typeface="Arial" pitchFamily="34" charset="0"/>
                <a:ea typeface="Verdana"/>
                <a:cs typeface="Arial" pitchFamily="34" charset="0"/>
              </a:rPr>
              <a:t>Intrusion management</a:t>
            </a:r>
          </a:p>
          <a:p>
            <a:pPr marL="344487" eaLnBrk="1" hangingPunct="1">
              <a:spcBef>
                <a:spcPts val="500"/>
              </a:spcBef>
              <a:buClr>
                <a:srgbClr val="3366CC"/>
              </a:buClr>
              <a:tabLst>
                <a:tab pos="912813" algn="l"/>
                <a:tab pos="1827213" algn="l"/>
                <a:tab pos="2741613" algn="l"/>
                <a:tab pos="3656013" algn="l"/>
                <a:tab pos="4570413" algn="l"/>
                <a:tab pos="5484813" algn="l"/>
                <a:tab pos="6399213" algn="l"/>
                <a:tab pos="7313613" algn="l"/>
                <a:tab pos="8228013" algn="l"/>
                <a:tab pos="9142413" algn="l"/>
                <a:tab pos="10056813" algn="l"/>
              </a:tabLst>
            </a:pPr>
            <a:r>
              <a:rPr lang="en-US" sz="1800" b="0" dirty="0">
                <a:solidFill>
                  <a:schemeClr val="tx1"/>
                </a:solidFill>
                <a:latin typeface="Arial" pitchFamily="34" charset="0"/>
                <a:ea typeface="Verdana"/>
                <a:cs typeface="Arial" pitchFamily="34" charset="0"/>
              </a:rPr>
              <a:t>Incident response program</a:t>
            </a:r>
          </a:p>
          <a:p>
            <a:pPr marL="344487" eaLnBrk="1" hangingPunct="1">
              <a:spcBef>
                <a:spcPts val="500"/>
              </a:spcBef>
              <a:buClr>
                <a:srgbClr val="3366CC"/>
              </a:buClr>
              <a:tabLst>
                <a:tab pos="912813" algn="l"/>
                <a:tab pos="1827213" algn="l"/>
                <a:tab pos="2741613" algn="l"/>
                <a:tab pos="3656013" algn="l"/>
                <a:tab pos="4570413" algn="l"/>
                <a:tab pos="5484813" algn="l"/>
                <a:tab pos="6399213" algn="l"/>
                <a:tab pos="7313613" algn="l"/>
                <a:tab pos="8228013" algn="l"/>
                <a:tab pos="9142413" algn="l"/>
                <a:tab pos="10056813" algn="l"/>
              </a:tabLst>
            </a:pPr>
            <a:r>
              <a:rPr lang="en-US" sz="1800" b="0" dirty="0">
                <a:solidFill>
                  <a:schemeClr val="tx1"/>
                </a:solidFill>
                <a:latin typeface="Arial" pitchFamily="34" charset="0"/>
                <a:ea typeface="Verdana"/>
                <a:cs typeface="Arial" pitchFamily="34" charset="0"/>
              </a:rPr>
              <a:t>Prototyping labs</a:t>
            </a:r>
          </a:p>
          <a:p>
            <a:pPr marL="344487" eaLnBrk="1" hangingPunct="1">
              <a:spcBef>
                <a:spcPts val="500"/>
              </a:spcBef>
              <a:buClr>
                <a:srgbClr val="3366CC"/>
              </a:buClr>
              <a:tabLst>
                <a:tab pos="912813" algn="l"/>
                <a:tab pos="1827213" algn="l"/>
                <a:tab pos="2741613" algn="l"/>
                <a:tab pos="3656013" algn="l"/>
                <a:tab pos="4570413" algn="l"/>
                <a:tab pos="5484813" algn="l"/>
                <a:tab pos="6399213" algn="l"/>
                <a:tab pos="7313613" algn="l"/>
                <a:tab pos="8228013" algn="l"/>
                <a:tab pos="9142413" algn="l"/>
                <a:tab pos="10056813" algn="l"/>
              </a:tabLst>
            </a:pPr>
            <a:r>
              <a:rPr lang="en-US" sz="1800" b="0" dirty="0">
                <a:solidFill>
                  <a:schemeClr val="tx1"/>
                </a:solidFill>
                <a:latin typeface="Arial" pitchFamily="34" charset="0"/>
                <a:ea typeface="Verdana"/>
                <a:cs typeface="Arial" pitchFamily="34" charset="0"/>
              </a:rPr>
              <a:t>Third-party vulnerability assessments</a:t>
            </a:r>
          </a:p>
          <a:p>
            <a:pPr marL="344487" eaLnBrk="1" hangingPunct="1">
              <a:spcBef>
                <a:spcPts val="500"/>
              </a:spcBef>
              <a:buClr>
                <a:srgbClr val="3366CC"/>
              </a:buClr>
              <a:tabLst>
                <a:tab pos="912813" algn="l"/>
                <a:tab pos="1827213" algn="l"/>
                <a:tab pos="2741613" algn="l"/>
                <a:tab pos="3656013" algn="l"/>
                <a:tab pos="4570413" algn="l"/>
                <a:tab pos="5484813" algn="l"/>
                <a:tab pos="6399213" algn="l"/>
                <a:tab pos="7313613" algn="l"/>
                <a:tab pos="8228013" algn="l"/>
                <a:tab pos="9142413" algn="l"/>
                <a:tab pos="10056813" algn="l"/>
              </a:tabLst>
            </a:pPr>
            <a:r>
              <a:rPr lang="en-US" sz="1800" b="0" dirty="0">
                <a:solidFill>
                  <a:schemeClr val="tx1"/>
                </a:solidFill>
                <a:latin typeface="Arial" pitchFamily="34" charset="0"/>
                <a:ea typeface="Verdana"/>
                <a:cs typeface="Arial" pitchFamily="34" charset="0"/>
              </a:rPr>
              <a:t>PMO integration</a:t>
            </a:r>
          </a:p>
          <a:p>
            <a:pPr marL="344487" eaLnBrk="1" hangingPunct="1">
              <a:spcBef>
                <a:spcPts val="500"/>
              </a:spcBef>
              <a:buClr>
                <a:srgbClr val="3366CC"/>
              </a:buClr>
              <a:tabLst>
                <a:tab pos="912813" algn="l"/>
                <a:tab pos="1827213" algn="l"/>
                <a:tab pos="2741613" algn="l"/>
                <a:tab pos="3656013" algn="l"/>
                <a:tab pos="4570413" algn="l"/>
                <a:tab pos="5484813" algn="l"/>
                <a:tab pos="6399213" algn="l"/>
                <a:tab pos="7313613" algn="l"/>
                <a:tab pos="8228013" algn="l"/>
                <a:tab pos="9142413" algn="l"/>
                <a:tab pos="10056813" algn="l"/>
              </a:tabLst>
            </a:pPr>
            <a:r>
              <a:rPr lang="en-US" sz="1800" b="0" dirty="0">
                <a:solidFill>
                  <a:schemeClr val="tx1"/>
                </a:solidFill>
                <a:latin typeface="Arial" pitchFamily="34" charset="0"/>
                <a:ea typeface="Verdana"/>
                <a:cs typeface="Arial" pitchFamily="34" charset="0"/>
              </a:rPr>
              <a:t>Interconnection agreements</a:t>
            </a:r>
          </a:p>
        </p:txBody>
      </p:sp>
    </p:spTree>
    <p:extLst>
      <p:ext uri="{BB962C8B-B14F-4D97-AF65-F5344CB8AC3E}">
        <p14:creationId xmlns:p14="http://schemas.microsoft.com/office/powerpoint/2010/main" val="481628139"/>
      </p:ext>
    </p:extLst>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1"/>
          <p:cNvSpPr>
            <a:spLocks noGrp="1" noChangeArrowheads="1"/>
          </p:cNvSpPr>
          <p:nvPr>
            <p:ph type="title"/>
          </p:nvPr>
        </p:nvSpPr>
        <p:spPr>
          <a:xfrm>
            <a:off x="2057400" y="304800"/>
            <a:ext cx="6815138" cy="533400"/>
          </a:xfrm>
        </p:spPr>
        <p:txBody>
          <a:bodyPr/>
          <a:lstStyle/>
          <a:p>
            <a:pPr eaLnBrk="1" hangingPunct="1">
              <a:buClr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mtClean="0"/>
              <a:t>Risk Management</a:t>
            </a:r>
          </a:p>
        </p:txBody>
      </p:sp>
      <p:sp>
        <p:nvSpPr>
          <p:cNvPr id="4" name="Rectangle 2"/>
          <p:cNvSpPr txBox="1">
            <a:spLocks noChangeArrowheads="1"/>
          </p:cNvSpPr>
          <p:nvPr/>
        </p:nvSpPr>
        <p:spPr bwMode="auto">
          <a:xfrm>
            <a:off x="301924" y="1567132"/>
            <a:ext cx="8567738" cy="411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0000" tIns="46800" rIns="90000" bIns="46800" numCol="1" anchor="t" anchorCtr="0" compatLnSpc="1">
            <a:prstTxWarp prst="textNoShape">
              <a:avLst/>
            </a:prstTxWarp>
          </a:bodyPr>
          <a:lstStyle>
            <a:lvl1pPr marL="342900" indent="-342900" algn="l" defTabSz="457200" rtl="0" eaLnBrk="0" fontAlgn="base" hangingPunct="0">
              <a:spcBef>
                <a:spcPts val="350"/>
              </a:spcBef>
              <a:spcAft>
                <a:spcPct val="0"/>
              </a:spcAft>
              <a:buClr>
                <a:srgbClr val="000000"/>
              </a:buClr>
              <a:buSzPct val="100000"/>
              <a:buFont typeface="Times New Roman" panose="02020603050405020304" pitchFamily="18" charset="0"/>
              <a:buChar char="•"/>
              <a:defRPr sz="1400" b="1">
                <a:solidFill>
                  <a:srgbClr val="000000"/>
                </a:solidFill>
                <a:latin typeface="+mn-lt"/>
                <a:ea typeface="+mn-ea"/>
                <a:cs typeface="+mn-cs"/>
              </a:defRPr>
            </a:lvl1pPr>
            <a:lvl2pPr marL="742950" indent="-285750" algn="l" defTabSz="457200" rtl="0" eaLnBrk="0" fontAlgn="base" hangingPunct="0">
              <a:spcBef>
                <a:spcPts val="300"/>
              </a:spcBef>
              <a:spcAft>
                <a:spcPct val="0"/>
              </a:spcAft>
              <a:buClr>
                <a:srgbClr val="000000"/>
              </a:buClr>
              <a:buSzPct val="100000"/>
              <a:buFont typeface="Times New Roman" panose="02020603050405020304" pitchFamily="18" charset="0"/>
              <a:buChar char="–"/>
              <a:defRPr sz="1200">
                <a:solidFill>
                  <a:srgbClr val="000000"/>
                </a:solidFill>
                <a:latin typeface="+mn-lt"/>
                <a:ea typeface="+mn-ea"/>
                <a:cs typeface="+mn-cs"/>
              </a:defRPr>
            </a:lvl2pPr>
            <a:lvl3pPr marL="1143000" indent="-228600" algn="l" defTabSz="457200" rtl="0" eaLnBrk="0" fontAlgn="base" hangingPunct="0">
              <a:spcBef>
                <a:spcPts val="600"/>
              </a:spcBef>
              <a:spcAft>
                <a:spcPct val="0"/>
              </a:spcAft>
              <a:buClr>
                <a:srgbClr val="000000"/>
              </a:buClr>
              <a:buSzPct val="100000"/>
              <a:buFont typeface="Times New Roman" panose="02020603050405020304" pitchFamily="18" charset="0"/>
              <a:buChar char="•"/>
              <a:defRPr sz="2400">
                <a:solidFill>
                  <a:srgbClr val="000000"/>
                </a:solidFill>
                <a:latin typeface="Arial" charset="0"/>
                <a:ea typeface="+mn-ea"/>
                <a:cs typeface="+mn-cs"/>
              </a:defRPr>
            </a:lvl3pPr>
            <a:lvl4pPr marL="1600200" indent="-228600" algn="l" defTabSz="457200" rtl="0" eaLnBrk="0" fontAlgn="base" hangingPunct="0">
              <a:spcBef>
                <a:spcPts val="500"/>
              </a:spcBef>
              <a:spcAft>
                <a:spcPct val="0"/>
              </a:spcAft>
              <a:buClr>
                <a:srgbClr val="000000"/>
              </a:buClr>
              <a:buSzPct val="100000"/>
              <a:buFont typeface="Times New Roman" panose="02020603050405020304" pitchFamily="18" charset="0"/>
              <a:buChar char="–"/>
              <a:defRPr sz="2000">
                <a:solidFill>
                  <a:srgbClr val="000000"/>
                </a:solidFill>
                <a:latin typeface="Arial" charset="0"/>
                <a:ea typeface="+mn-ea"/>
                <a:cs typeface="+mn-cs"/>
              </a:defRPr>
            </a:lvl4pPr>
            <a:lvl5pPr marL="2057400" indent="-228600" algn="l" defTabSz="457200" rtl="0" eaLnBrk="0" fontAlgn="base" hangingPunct="0">
              <a:spcBef>
                <a:spcPts val="500"/>
              </a:spcBef>
              <a:spcAft>
                <a:spcPct val="0"/>
              </a:spcAft>
              <a:buClr>
                <a:srgbClr val="000000"/>
              </a:buClr>
              <a:buSzPct val="100000"/>
              <a:buFont typeface="Times New Roman" panose="02020603050405020304" pitchFamily="18" charset="0"/>
              <a:buChar char="»"/>
              <a:defRPr sz="2000">
                <a:solidFill>
                  <a:srgbClr val="000000"/>
                </a:solidFill>
                <a:latin typeface="Arial" charset="0"/>
                <a:ea typeface="+mn-ea"/>
                <a:cs typeface="+mn-cs"/>
              </a:defRPr>
            </a:lvl5pPr>
            <a:lvl6pPr marL="2514600" indent="-228600" algn="l" defTabSz="457200" rtl="0" fontAlgn="base">
              <a:spcBef>
                <a:spcPts val="500"/>
              </a:spcBef>
              <a:spcAft>
                <a:spcPct val="0"/>
              </a:spcAft>
              <a:buClr>
                <a:srgbClr val="000000"/>
              </a:buClr>
              <a:buSzPct val="100000"/>
              <a:buFont typeface="Times New Roman" pitchFamily="16" charset="0"/>
              <a:defRPr sz="2000">
                <a:solidFill>
                  <a:srgbClr val="000000"/>
                </a:solidFill>
                <a:latin typeface="Arial" charset="0"/>
                <a:ea typeface="+mn-ea"/>
                <a:cs typeface="+mn-cs"/>
              </a:defRPr>
            </a:lvl6pPr>
            <a:lvl7pPr marL="2971800" indent="-228600" algn="l" defTabSz="457200" rtl="0" fontAlgn="base">
              <a:spcBef>
                <a:spcPts val="500"/>
              </a:spcBef>
              <a:spcAft>
                <a:spcPct val="0"/>
              </a:spcAft>
              <a:buClr>
                <a:srgbClr val="000000"/>
              </a:buClr>
              <a:buSzPct val="100000"/>
              <a:buFont typeface="Times New Roman" pitchFamily="16" charset="0"/>
              <a:defRPr sz="2000">
                <a:solidFill>
                  <a:srgbClr val="000000"/>
                </a:solidFill>
                <a:latin typeface="Arial" charset="0"/>
                <a:ea typeface="+mn-ea"/>
                <a:cs typeface="+mn-cs"/>
              </a:defRPr>
            </a:lvl7pPr>
            <a:lvl8pPr marL="3429000" indent="-228600" algn="l" defTabSz="457200" rtl="0" fontAlgn="base">
              <a:spcBef>
                <a:spcPts val="500"/>
              </a:spcBef>
              <a:spcAft>
                <a:spcPct val="0"/>
              </a:spcAft>
              <a:buClr>
                <a:srgbClr val="000000"/>
              </a:buClr>
              <a:buSzPct val="100000"/>
              <a:buFont typeface="Times New Roman" pitchFamily="16" charset="0"/>
              <a:defRPr sz="2000">
                <a:solidFill>
                  <a:srgbClr val="000000"/>
                </a:solidFill>
                <a:latin typeface="Arial" charset="0"/>
                <a:ea typeface="+mn-ea"/>
                <a:cs typeface="+mn-cs"/>
              </a:defRPr>
            </a:lvl8pPr>
            <a:lvl9pPr marL="3886200" indent="-228600" algn="l" defTabSz="457200" rtl="0" fontAlgn="base">
              <a:spcBef>
                <a:spcPts val="500"/>
              </a:spcBef>
              <a:spcAft>
                <a:spcPct val="0"/>
              </a:spcAft>
              <a:buClr>
                <a:srgbClr val="000000"/>
              </a:buClr>
              <a:buSzPct val="100000"/>
              <a:buFont typeface="Times New Roman" pitchFamily="16" charset="0"/>
              <a:defRPr sz="2000">
                <a:solidFill>
                  <a:srgbClr val="000000"/>
                </a:solidFill>
                <a:latin typeface="Arial" charset="0"/>
                <a:ea typeface="+mn-ea"/>
                <a:cs typeface="+mn-cs"/>
              </a:defRPr>
            </a:lvl9pPr>
          </a:lstStyle>
          <a:p>
            <a:pPr marL="344487" eaLnBrk="1" hangingPunct="1">
              <a:spcBef>
                <a:spcPts val="500"/>
              </a:spcBef>
              <a:buClr>
                <a:srgbClr val="3366CC"/>
              </a:buClr>
              <a:tabLst>
                <a:tab pos="912813" algn="l"/>
                <a:tab pos="1827213" algn="l"/>
                <a:tab pos="2741613" algn="l"/>
                <a:tab pos="3656013" algn="l"/>
                <a:tab pos="4570413" algn="l"/>
                <a:tab pos="5484813" algn="l"/>
                <a:tab pos="6399213" algn="l"/>
                <a:tab pos="7313613" algn="l"/>
                <a:tab pos="8228013" algn="l"/>
                <a:tab pos="9142413" algn="l"/>
                <a:tab pos="10056813" algn="l"/>
              </a:tabLst>
            </a:pPr>
            <a:r>
              <a:rPr lang="en-US" sz="1800" b="0" kern="0" dirty="0">
                <a:solidFill>
                  <a:schemeClr val="tx1"/>
                </a:solidFill>
                <a:latin typeface="Arial" pitchFamily="34" charset="0"/>
                <a:ea typeface="Verdana"/>
                <a:cs typeface="Arial" pitchFamily="34" charset="0"/>
              </a:rPr>
              <a:t>Creating an internal risk acceptance process</a:t>
            </a:r>
          </a:p>
          <a:p>
            <a:pPr marL="344487" eaLnBrk="1" hangingPunct="1">
              <a:spcBef>
                <a:spcPts val="500"/>
              </a:spcBef>
              <a:buClr>
                <a:srgbClr val="3366CC"/>
              </a:buClr>
              <a:tabLst>
                <a:tab pos="912813" algn="l"/>
                <a:tab pos="1827213" algn="l"/>
                <a:tab pos="2741613" algn="l"/>
                <a:tab pos="3656013" algn="l"/>
                <a:tab pos="4570413" algn="l"/>
                <a:tab pos="5484813" algn="l"/>
                <a:tab pos="6399213" algn="l"/>
                <a:tab pos="7313613" algn="l"/>
                <a:tab pos="8228013" algn="l"/>
                <a:tab pos="9142413" algn="l"/>
                <a:tab pos="10056813" algn="l"/>
              </a:tabLst>
            </a:pPr>
            <a:r>
              <a:rPr lang="en-US" sz="1800" b="0" kern="0" dirty="0">
                <a:solidFill>
                  <a:schemeClr val="tx1"/>
                </a:solidFill>
                <a:latin typeface="Arial" pitchFamily="34" charset="0"/>
                <a:ea typeface="Verdana"/>
                <a:cs typeface="Arial" pitchFamily="34" charset="0"/>
              </a:rPr>
              <a:t>Standardizing internal asset impact assessment and weighting</a:t>
            </a:r>
          </a:p>
          <a:p>
            <a:pPr marL="744537" lvl="1" eaLnBrk="1" hangingPunct="1">
              <a:spcBef>
                <a:spcPts val="500"/>
              </a:spcBef>
              <a:buClr>
                <a:srgbClr val="3366CC"/>
              </a:buClr>
              <a:tabLst>
                <a:tab pos="912813" algn="l"/>
                <a:tab pos="1827213" algn="l"/>
                <a:tab pos="2741613" algn="l"/>
                <a:tab pos="3656013" algn="l"/>
                <a:tab pos="4570413" algn="l"/>
                <a:tab pos="5484813" algn="l"/>
                <a:tab pos="6399213" algn="l"/>
                <a:tab pos="7313613" algn="l"/>
                <a:tab pos="8228013" algn="l"/>
                <a:tab pos="9142413" algn="l"/>
                <a:tab pos="10056813" algn="l"/>
              </a:tabLst>
            </a:pPr>
            <a:r>
              <a:rPr lang="en-US" sz="1800" b="0" kern="0" dirty="0">
                <a:solidFill>
                  <a:schemeClr val="tx1"/>
                </a:solidFill>
                <a:latin typeface="Arial" pitchFamily="34" charset="0"/>
                <a:ea typeface="Verdana"/>
                <a:cs typeface="Arial" pitchFamily="34" charset="0"/>
              </a:rPr>
              <a:t>Effect on OLA's and SLA's</a:t>
            </a:r>
          </a:p>
          <a:p>
            <a:pPr marL="344487" eaLnBrk="1" hangingPunct="1">
              <a:spcBef>
                <a:spcPts val="500"/>
              </a:spcBef>
              <a:buClr>
                <a:srgbClr val="3366CC"/>
              </a:buClr>
              <a:tabLst>
                <a:tab pos="912813" algn="l"/>
                <a:tab pos="1827213" algn="l"/>
                <a:tab pos="2741613" algn="l"/>
                <a:tab pos="3656013" algn="l"/>
                <a:tab pos="4570413" algn="l"/>
                <a:tab pos="5484813" algn="l"/>
                <a:tab pos="6399213" algn="l"/>
                <a:tab pos="7313613" algn="l"/>
                <a:tab pos="8228013" algn="l"/>
                <a:tab pos="9142413" algn="l"/>
                <a:tab pos="10056813" algn="l"/>
              </a:tabLst>
            </a:pPr>
            <a:r>
              <a:rPr lang="en-US" sz="1800" b="0" kern="0" dirty="0">
                <a:solidFill>
                  <a:schemeClr val="tx1"/>
                </a:solidFill>
                <a:latin typeface="Arial" pitchFamily="34" charset="0"/>
                <a:ea typeface="Verdana"/>
                <a:cs typeface="Arial" pitchFamily="34" charset="0"/>
              </a:rPr>
              <a:t>Building it into the architecture</a:t>
            </a:r>
          </a:p>
        </p:txBody>
      </p:sp>
    </p:spTree>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1"/>
          <p:cNvSpPr>
            <a:spLocks noGrp="1" noChangeArrowheads="1"/>
          </p:cNvSpPr>
          <p:nvPr>
            <p:ph type="title"/>
          </p:nvPr>
        </p:nvSpPr>
        <p:spPr>
          <a:xfrm>
            <a:off x="2057400" y="304800"/>
            <a:ext cx="6815138" cy="533400"/>
          </a:xfrm>
        </p:spPr>
        <p:txBody>
          <a:bodyPr/>
          <a:lstStyle/>
          <a:p>
            <a:pPr eaLnBrk="1" hangingPunct="1">
              <a:buClr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mtClean="0"/>
              <a:t>Defenders POV 800-53 Management</a:t>
            </a:r>
          </a:p>
        </p:txBody>
      </p:sp>
      <p:sp>
        <p:nvSpPr>
          <p:cNvPr id="3" name="Rectangle 2"/>
          <p:cNvSpPr txBox="1">
            <a:spLocks noChangeArrowheads="1"/>
          </p:cNvSpPr>
          <p:nvPr/>
        </p:nvSpPr>
        <p:spPr bwMode="auto">
          <a:xfrm>
            <a:off x="287547" y="1143000"/>
            <a:ext cx="8567738" cy="43908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0000" tIns="46800" rIns="90000" bIns="46800" numCol="1" anchor="t" anchorCtr="0" compatLnSpc="1">
            <a:prstTxWarp prst="textNoShape">
              <a:avLst/>
            </a:prstTxWarp>
          </a:bodyPr>
          <a:lstStyle>
            <a:lvl1pPr marL="342900" indent="-342900" algn="l" defTabSz="457200" rtl="0" eaLnBrk="0" fontAlgn="base" hangingPunct="0">
              <a:spcBef>
                <a:spcPts val="350"/>
              </a:spcBef>
              <a:spcAft>
                <a:spcPct val="0"/>
              </a:spcAft>
              <a:buClr>
                <a:srgbClr val="000000"/>
              </a:buClr>
              <a:buSzPct val="100000"/>
              <a:buFont typeface="Times New Roman" panose="02020603050405020304" pitchFamily="18" charset="0"/>
              <a:buChar char="•"/>
              <a:defRPr sz="1400" b="1">
                <a:solidFill>
                  <a:srgbClr val="000000"/>
                </a:solidFill>
                <a:latin typeface="+mn-lt"/>
                <a:ea typeface="+mn-ea"/>
                <a:cs typeface="+mn-cs"/>
              </a:defRPr>
            </a:lvl1pPr>
            <a:lvl2pPr marL="742950" indent="-285750" algn="l" defTabSz="457200" rtl="0" eaLnBrk="0" fontAlgn="base" hangingPunct="0">
              <a:spcBef>
                <a:spcPts val="300"/>
              </a:spcBef>
              <a:spcAft>
                <a:spcPct val="0"/>
              </a:spcAft>
              <a:buClr>
                <a:srgbClr val="000000"/>
              </a:buClr>
              <a:buSzPct val="100000"/>
              <a:buFont typeface="Times New Roman" panose="02020603050405020304" pitchFamily="18" charset="0"/>
              <a:buChar char="–"/>
              <a:defRPr sz="1200">
                <a:solidFill>
                  <a:srgbClr val="000000"/>
                </a:solidFill>
                <a:latin typeface="+mn-lt"/>
                <a:ea typeface="+mn-ea"/>
                <a:cs typeface="+mn-cs"/>
              </a:defRPr>
            </a:lvl2pPr>
            <a:lvl3pPr marL="1143000" indent="-228600" algn="l" defTabSz="457200" rtl="0" eaLnBrk="0" fontAlgn="base" hangingPunct="0">
              <a:spcBef>
                <a:spcPts val="600"/>
              </a:spcBef>
              <a:spcAft>
                <a:spcPct val="0"/>
              </a:spcAft>
              <a:buClr>
                <a:srgbClr val="000000"/>
              </a:buClr>
              <a:buSzPct val="100000"/>
              <a:buFont typeface="Times New Roman" panose="02020603050405020304" pitchFamily="18" charset="0"/>
              <a:buChar char="•"/>
              <a:defRPr sz="2400">
                <a:solidFill>
                  <a:srgbClr val="000000"/>
                </a:solidFill>
                <a:latin typeface="Arial" charset="0"/>
                <a:ea typeface="+mn-ea"/>
                <a:cs typeface="+mn-cs"/>
              </a:defRPr>
            </a:lvl3pPr>
            <a:lvl4pPr marL="1600200" indent="-228600" algn="l" defTabSz="457200" rtl="0" eaLnBrk="0" fontAlgn="base" hangingPunct="0">
              <a:spcBef>
                <a:spcPts val="500"/>
              </a:spcBef>
              <a:spcAft>
                <a:spcPct val="0"/>
              </a:spcAft>
              <a:buClr>
                <a:srgbClr val="000000"/>
              </a:buClr>
              <a:buSzPct val="100000"/>
              <a:buFont typeface="Times New Roman" panose="02020603050405020304" pitchFamily="18" charset="0"/>
              <a:buChar char="–"/>
              <a:defRPr sz="2000">
                <a:solidFill>
                  <a:srgbClr val="000000"/>
                </a:solidFill>
                <a:latin typeface="Arial" charset="0"/>
                <a:ea typeface="+mn-ea"/>
                <a:cs typeface="+mn-cs"/>
              </a:defRPr>
            </a:lvl4pPr>
            <a:lvl5pPr marL="2057400" indent="-228600" algn="l" defTabSz="457200" rtl="0" eaLnBrk="0" fontAlgn="base" hangingPunct="0">
              <a:spcBef>
                <a:spcPts val="500"/>
              </a:spcBef>
              <a:spcAft>
                <a:spcPct val="0"/>
              </a:spcAft>
              <a:buClr>
                <a:srgbClr val="000000"/>
              </a:buClr>
              <a:buSzPct val="100000"/>
              <a:buFont typeface="Times New Roman" panose="02020603050405020304" pitchFamily="18" charset="0"/>
              <a:buChar char="»"/>
              <a:defRPr sz="2000">
                <a:solidFill>
                  <a:srgbClr val="000000"/>
                </a:solidFill>
                <a:latin typeface="Arial" charset="0"/>
                <a:ea typeface="+mn-ea"/>
                <a:cs typeface="+mn-cs"/>
              </a:defRPr>
            </a:lvl5pPr>
            <a:lvl6pPr marL="2514600" indent="-228600" algn="l" defTabSz="457200" rtl="0" fontAlgn="base">
              <a:spcBef>
                <a:spcPts val="500"/>
              </a:spcBef>
              <a:spcAft>
                <a:spcPct val="0"/>
              </a:spcAft>
              <a:buClr>
                <a:srgbClr val="000000"/>
              </a:buClr>
              <a:buSzPct val="100000"/>
              <a:buFont typeface="Times New Roman" pitchFamily="16" charset="0"/>
              <a:defRPr sz="2000">
                <a:solidFill>
                  <a:srgbClr val="000000"/>
                </a:solidFill>
                <a:latin typeface="Arial" charset="0"/>
                <a:ea typeface="+mn-ea"/>
                <a:cs typeface="+mn-cs"/>
              </a:defRPr>
            </a:lvl6pPr>
            <a:lvl7pPr marL="2971800" indent="-228600" algn="l" defTabSz="457200" rtl="0" fontAlgn="base">
              <a:spcBef>
                <a:spcPts val="500"/>
              </a:spcBef>
              <a:spcAft>
                <a:spcPct val="0"/>
              </a:spcAft>
              <a:buClr>
                <a:srgbClr val="000000"/>
              </a:buClr>
              <a:buSzPct val="100000"/>
              <a:buFont typeface="Times New Roman" pitchFamily="16" charset="0"/>
              <a:defRPr sz="2000">
                <a:solidFill>
                  <a:srgbClr val="000000"/>
                </a:solidFill>
                <a:latin typeface="Arial" charset="0"/>
                <a:ea typeface="+mn-ea"/>
                <a:cs typeface="+mn-cs"/>
              </a:defRPr>
            </a:lvl7pPr>
            <a:lvl8pPr marL="3429000" indent="-228600" algn="l" defTabSz="457200" rtl="0" fontAlgn="base">
              <a:spcBef>
                <a:spcPts val="500"/>
              </a:spcBef>
              <a:spcAft>
                <a:spcPct val="0"/>
              </a:spcAft>
              <a:buClr>
                <a:srgbClr val="000000"/>
              </a:buClr>
              <a:buSzPct val="100000"/>
              <a:buFont typeface="Times New Roman" pitchFamily="16" charset="0"/>
              <a:defRPr sz="2000">
                <a:solidFill>
                  <a:srgbClr val="000000"/>
                </a:solidFill>
                <a:latin typeface="Arial" charset="0"/>
                <a:ea typeface="+mn-ea"/>
                <a:cs typeface="+mn-cs"/>
              </a:defRPr>
            </a:lvl8pPr>
            <a:lvl9pPr marL="3886200" indent="-228600" algn="l" defTabSz="457200" rtl="0" fontAlgn="base">
              <a:spcBef>
                <a:spcPts val="500"/>
              </a:spcBef>
              <a:spcAft>
                <a:spcPct val="0"/>
              </a:spcAft>
              <a:buClr>
                <a:srgbClr val="000000"/>
              </a:buClr>
              <a:buSzPct val="100000"/>
              <a:buFont typeface="Times New Roman" pitchFamily="16" charset="0"/>
              <a:defRPr sz="2000">
                <a:solidFill>
                  <a:srgbClr val="000000"/>
                </a:solidFill>
                <a:latin typeface="Arial" charset="0"/>
                <a:ea typeface="+mn-ea"/>
                <a:cs typeface="+mn-cs"/>
              </a:defRPr>
            </a:lvl9pPr>
          </a:lstStyle>
          <a:p>
            <a:pPr marL="344487" eaLnBrk="1" hangingPunct="1">
              <a:spcBef>
                <a:spcPts val="500"/>
              </a:spcBef>
              <a:buClr>
                <a:srgbClr val="3366CC"/>
              </a:buClr>
              <a:tabLst>
                <a:tab pos="912813" algn="l"/>
                <a:tab pos="1827213" algn="l"/>
                <a:tab pos="2741613" algn="l"/>
                <a:tab pos="3656013" algn="l"/>
                <a:tab pos="4570413" algn="l"/>
                <a:tab pos="5484813" algn="l"/>
                <a:tab pos="6399213" algn="l"/>
                <a:tab pos="7313613" algn="l"/>
                <a:tab pos="8228013" algn="l"/>
                <a:tab pos="9142413" algn="l"/>
                <a:tab pos="10056813" algn="l"/>
              </a:tabLst>
            </a:pPr>
            <a:r>
              <a:rPr lang="en-US" b="0" kern="0" dirty="0">
                <a:solidFill>
                  <a:schemeClr val="tx1"/>
                </a:solidFill>
                <a:latin typeface="Arial" pitchFamily="34" charset="0"/>
                <a:ea typeface="Verdana"/>
                <a:cs typeface="Arial" pitchFamily="34" charset="0"/>
              </a:rPr>
              <a:t>C&amp;A, SCA (CA-1: Certification, Accreditation, and Security Assessment Policies and </a:t>
            </a:r>
            <a:r>
              <a:rPr lang="en-US" b="0" kern="0" dirty="0" smtClean="0">
                <a:solidFill>
                  <a:schemeClr val="tx1"/>
                </a:solidFill>
                <a:latin typeface="Arial" pitchFamily="34" charset="0"/>
                <a:ea typeface="Verdana"/>
                <a:cs typeface="Arial" pitchFamily="34" charset="0"/>
              </a:rPr>
              <a:t>Procedures) + (PM-1: InfoSec Program)</a:t>
            </a:r>
          </a:p>
          <a:p>
            <a:pPr marL="744537" lvl="1" eaLnBrk="1" hangingPunct="1">
              <a:spcBef>
                <a:spcPts val="500"/>
              </a:spcBef>
              <a:buClr>
                <a:srgbClr val="3366CC"/>
              </a:buClr>
              <a:tabLst>
                <a:tab pos="912813" algn="l"/>
                <a:tab pos="1827213" algn="l"/>
                <a:tab pos="2741613" algn="l"/>
                <a:tab pos="3656013" algn="l"/>
                <a:tab pos="4570413" algn="l"/>
                <a:tab pos="5484813" algn="l"/>
                <a:tab pos="6399213" algn="l"/>
                <a:tab pos="7313613" algn="l"/>
                <a:tab pos="8228013" algn="l"/>
                <a:tab pos="9142413" algn="l"/>
                <a:tab pos="10056813" algn="l"/>
              </a:tabLst>
            </a:pPr>
            <a:r>
              <a:rPr lang="en-US" sz="1400" kern="0" dirty="0" smtClean="0">
                <a:solidFill>
                  <a:schemeClr val="tx1"/>
                </a:solidFill>
                <a:latin typeface="Arial" pitchFamily="34" charset="0"/>
                <a:ea typeface="Verdana"/>
                <a:cs typeface="Arial" pitchFamily="34" charset="0"/>
              </a:rPr>
              <a:t>Possibly </a:t>
            </a:r>
            <a:r>
              <a:rPr lang="en-US" sz="1400" i="1" kern="0" dirty="0" smtClean="0">
                <a:solidFill>
                  <a:schemeClr val="tx1"/>
                </a:solidFill>
                <a:latin typeface="Arial" pitchFamily="34" charset="0"/>
                <a:ea typeface="Verdana"/>
                <a:cs typeface="Arial" pitchFamily="34" charset="0"/>
              </a:rPr>
              <a:t>the</a:t>
            </a:r>
            <a:r>
              <a:rPr lang="en-US" sz="1400" kern="0" dirty="0" smtClean="0">
                <a:solidFill>
                  <a:schemeClr val="tx1"/>
                </a:solidFill>
                <a:latin typeface="Arial" pitchFamily="34" charset="0"/>
                <a:ea typeface="Verdana"/>
                <a:cs typeface="Arial" pitchFamily="34" charset="0"/>
              </a:rPr>
              <a:t> most important from an implementer’s perspective.</a:t>
            </a:r>
          </a:p>
          <a:p>
            <a:pPr marL="744537" lvl="1" eaLnBrk="1" hangingPunct="1">
              <a:spcBef>
                <a:spcPts val="500"/>
              </a:spcBef>
              <a:buClr>
                <a:srgbClr val="3366CC"/>
              </a:buClr>
              <a:tabLst>
                <a:tab pos="912813" algn="l"/>
                <a:tab pos="1827213" algn="l"/>
                <a:tab pos="2741613" algn="l"/>
                <a:tab pos="3656013" algn="l"/>
                <a:tab pos="4570413" algn="l"/>
                <a:tab pos="5484813" algn="l"/>
                <a:tab pos="6399213" algn="l"/>
                <a:tab pos="7313613" algn="l"/>
                <a:tab pos="8228013" algn="l"/>
                <a:tab pos="9142413" algn="l"/>
                <a:tab pos="10056813" algn="l"/>
              </a:tabLst>
            </a:pPr>
            <a:r>
              <a:rPr lang="en-US" sz="1400" b="0" kern="0" dirty="0" smtClean="0">
                <a:solidFill>
                  <a:schemeClr val="tx1"/>
                </a:solidFill>
                <a:latin typeface="Arial" pitchFamily="34" charset="0"/>
                <a:ea typeface="Verdana"/>
                <a:cs typeface="Arial" pitchFamily="34" charset="0"/>
              </a:rPr>
              <a:t>Inject organizational security policies and risk management.</a:t>
            </a:r>
          </a:p>
          <a:p>
            <a:pPr marL="744537" lvl="1" eaLnBrk="1" hangingPunct="1">
              <a:spcBef>
                <a:spcPts val="500"/>
              </a:spcBef>
              <a:buClr>
                <a:srgbClr val="3366CC"/>
              </a:buClr>
              <a:tabLst>
                <a:tab pos="912813" algn="l"/>
                <a:tab pos="1827213" algn="l"/>
                <a:tab pos="2741613" algn="l"/>
                <a:tab pos="3656013" algn="l"/>
                <a:tab pos="4570413" algn="l"/>
                <a:tab pos="5484813" algn="l"/>
                <a:tab pos="6399213" algn="l"/>
                <a:tab pos="7313613" algn="l"/>
                <a:tab pos="8228013" algn="l"/>
                <a:tab pos="9142413" algn="l"/>
                <a:tab pos="10056813" algn="l"/>
              </a:tabLst>
            </a:pPr>
            <a:r>
              <a:rPr lang="en-US" sz="1400" kern="0" dirty="0" smtClean="0">
                <a:solidFill>
                  <a:schemeClr val="tx1"/>
                </a:solidFill>
                <a:latin typeface="Arial" pitchFamily="34" charset="0"/>
                <a:ea typeface="Verdana"/>
                <a:cs typeface="Arial" pitchFamily="34" charset="0"/>
              </a:rPr>
              <a:t>Organizational information authorization procedures.</a:t>
            </a:r>
          </a:p>
          <a:p>
            <a:pPr marL="744537" lvl="1" eaLnBrk="1" hangingPunct="1">
              <a:spcBef>
                <a:spcPts val="500"/>
              </a:spcBef>
              <a:buClr>
                <a:srgbClr val="3366CC"/>
              </a:buClr>
              <a:tabLst>
                <a:tab pos="912813" algn="l"/>
                <a:tab pos="1827213" algn="l"/>
                <a:tab pos="2741613" algn="l"/>
                <a:tab pos="3656013" algn="l"/>
                <a:tab pos="4570413" algn="l"/>
                <a:tab pos="5484813" algn="l"/>
                <a:tab pos="6399213" algn="l"/>
                <a:tab pos="7313613" algn="l"/>
                <a:tab pos="8228013" algn="l"/>
                <a:tab pos="9142413" algn="l"/>
                <a:tab pos="10056813" algn="l"/>
              </a:tabLst>
            </a:pPr>
            <a:r>
              <a:rPr lang="en-US" sz="1400" kern="0" dirty="0" smtClean="0">
                <a:solidFill>
                  <a:schemeClr val="tx1"/>
                </a:solidFill>
                <a:latin typeface="Arial" pitchFamily="34" charset="0"/>
                <a:ea typeface="Verdana"/>
                <a:cs typeface="Arial" pitchFamily="34" charset="0"/>
              </a:rPr>
              <a:t>Address elevated roles specifically and separately.</a:t>
            </a:r>
            <a:endParaRPr lang="en-US" sz="1400" b="0" kern="0" dirty="0">
              <a:solidFill>
                <a:schemeClr val="tx1"/>
              </a:solidFill>
              <a:latin typeface="Arial" pitchFamily="34" charset="0"/>
              <a:ea typeface="Verdana"/>
              <a:cs typeface="Arial" pitchFamily="34" charset="0"/>
            </a:endParaRPr>
          </a:p>
          <a:p>
            <a:pPr marL="344487" eaLnBrk="1" hangingPunct="1">
              <a:spcBef>
                <a:spcPts val="500"/>
              </a:spcBef>
              <a:buClr>
                <a:srgbClr val="3366CC"/>
              </a:buClr>
              <a:tabLst>
                <a:tab pos="912813" algn="l"/>
                <a:tab pos="1827213" algn="l"/>
                <a:tab pos="2741613" algn="l"/>
                <a:tab pos="3656013" algn="l"/>
                <a:tab pos="4570413" algn="l"/>
                <a:tab pos="5484813" algn="l"/>
                <a:tab pos="6399213" algn="l"/>
                <a:tab pos="7313613" algn="l"/>
                <a:tab pos="8228013" algn="l"/>
                <a:tab pos="9142413" algn="l"/>
                <a:tab pos="10056813" algn="l"/>
              </a:tabLst>
            </a:pPr>
            <a:r>
              <a:rPr lang="en-US" b="0" kern="0" dirty="0">
                <a:solidFill>
                  <a:schemeClr val="tx1"/>
                </a:solidFill>
                <a:latin typeface="Arial" pitchFamily="34" charset="0"/>
                <a:ea typeface="Verdana"/>
                <a:cs typeface="Arial" pitchFamily="34" charset="0"/>
              </a:rPr>
              <a:t>Dedicated InfoSec </a:t>
            </a:r>
            <a:r>
              <a:rPr lang="en-US" b="0" kern="0" dirty="0" smtClean="0">
                <a:solidFill>
                  <a:schemeClr val="tx1"/>
                </a:solidFill>
                <a:latin typeface="Arial" pitchFamily="34" charset="0"/>
                <a:ea typeface="Verdana"/>
                <a:cs typeface="Arial" pitchFamily="34" charset="0"/>
              </a:rPr>
              <a:t>budgeting (SA-2: Allocation of Resources)</a:t>
            </a:r>
          </a:p>
          <a:p>
            <a:pPr marL="744537" lvl="1" eaLnBrk="1" hangingPunct="1">
              <a:spcBef>
                <a:spcPts val="500"/>
              </a:spcBef>
              <a:buClr>
                <a:srgbClr val="3366CC"/>
              </a:buClr>
              <a:tabLst>
                <a:tab pos="912813" algn="l"/>
                <a:tab pos="1827213" algn="l"/>
                <a:tab pos="2741613" algn="l"/>
                <a:tab pos="3656013" algn="l"/>
                <a:tab pos="4570413" algn="l"/>
                <a:tab pos="5484813" algn="l"/>
                <a:tab pos="6399213" algn="l"/>
                <a:tab pos="7313613" algn="l"/>
                <a:tab pos="8228013" algn="l"/>
                <a:tab pos="9142413" algn="l"/>
                <a:tab pos="10056813" algn="l"/>
              </a:tabLst>
            </a:pPr>
            <a:r>
              <a:rPr lang="en-US" sz="1400" kern="0" dirty="0" smtClean="0">
                <a:solidFill>
                  <a:schemeClr val="tx1"/>
                </a:solidFill>
                <a:latin typeface="Arial" pitchFamily="34" charset="0"/>
                <a:ea typeface="Verdana"/>
                <a:cs typeface="Arial" pitchFamily="34" charset="0"/>
              </a:rPr>
              <a:t>Ok, you know federal budgeting is key, right??</a:t>
            </a:r>
          </a:p>
          <a:p>
            <a:pPr marL="744537" lvl="1" eaLnBrk="1" hangingPunct="1">
              <a:spcBef>
                <a:spcPts val="500"/>
              </a:spcBef>
              <a:buClr>
                <a:srgbClr val="3366CC"/>
              </a:buClr>
              <a:tabLst>
                <a:tab pos="912813" algn="l"/>
                <a:tab pos="1827213" algn="l"/>
                <a:tab pos="2741613" algn="l"/>
                <a:tab pos="3656013" algn="l"/>
                <a:tab pos="4570413" algn="l"/>
                <a:tab pos="5484813" algn="l"/>
                <a:tab pos="6399213" algn="l"/>
                <a:tab pos="7313613" algn="l"/>
                <a:tab pos="8228013" algn="l"/>
                <a:tab pos="9142413" algn="l"/>
                <a:tab pos="10056813" algn="l"/>
              </a:tabLst>
            </a:pPr>
            <a:r>
              <a:rPr lang="en-US" sz="1400" kern="0" dirty="0" smtClean="0">
                <a:solidFill>
                  <a:schemeClr val="tx1"/>
                </a:solidFill>
                <a:latin typeface="Arial" pitchFamily="34" charset="0"/>
                <a:ea typeface="Verdana"/>
                <a:cs typeface="Arial" pitchFamily="34" charset="0"/>
              </a:rPr>
              <a:t>Don’t just keep renewing and upgrading; revisit the implementation.</a:t>
            </a:r>
          </a:p>
          <a:p>
            <a:pPr marL="344487" eaLnBrk="1" hangingPunct="1">
              <a:spcBef>
                <a:spcPts val="500"/>
              </a:spcBef>
              <a:buClr>
                <a:srgbClr val="3366CC"/>
              </a:buClr>
              <a:tabLst>
                <a:tab pos="912813" algn="l"/>
                <a:tab pos="1827213" algn="l"/>
                <a:tab pos="2741613" algn="l"/>
                <a:tab pos="3656013" algn="l"/>
                <a:tab pos="4570413" algn="l"/>
                <a:tab pos="5484813" algn="l"/>
                <a:tab pos="6399213" algn="l"/>
                <a:tab pos="7313613" algn="l"/>
                <a:tab pos="8228013" algn="l"/>
                <a:tab pos="9142413" algn="l"/>
                <a:tab pos="10056813" algn="l"/>
              </a:tabLst>
            </a:pPr>
            <a:r>
              <a:rPr lang="en-US" b="0" kern="0" dirty="0">
                <a:solidFill>
                  <a:schemeClr val="tx1"/>
                </a:solidFill>
                <a:latin typeface="Arial" pitchFamily="34" charset="0"/>
                <a:ea typeface="Verdana"/>
                <a:cs typeface="Arial" pitchFamily="34" charset="0"/>
              </a:rPr>
              <a:t>Vulnerability scanning schedule (RA-5</a:t>
            </a:r>
            <a:r>
              <a:rPr lang="en-US" b="0" kern="0" dirty="0" smtClean="0">
                <a:solidFill>
                  <a:schemeClr val="tx1"/>
                </a:solidFill>
                <a:latin typeface="Arial" pitchFamily="34" charset="0"/>
                <a:ea typeface="Verdana"/>
                <a:cs typeface="Arial" pitchFamily="34" charset="0"/>
              </a:rPr>
              <a:t>)</a:t>
            </a:r>
          </a:p>
          <a:p>
            <a:pPr marL="744537" lvl="1" eaLnBrk="1" hangingPunct="1">
              <a:spcBef>
                <a:spcPts val="500"/>
              </a:spcBef>
              <a:buClr>
                <a:srgbClr val="3366CC"/>
              </a:buClr>
              <a:tabLst>
                <a:tab pos="912813" algn="l"/>
                <a:tab pos="1827213" algn="l"/>
                <a:tab pos="2741613" algn="l"/>
                <a:tab pos="3656013" algn="l"/>
                <a:tab pos="4570413" algn="l"/>
                <a:tab pos="5484813" algn="l"/>
                <a:tab pos="6399213" algn="l"/>
                <a:tab pos="7313613" algn="l"/>
                <a:tab pos="8228013" algn="l"/>
                <a:tab pos="9142413" algn="l"/>
                <a:tab pos="10056813" algn="l"/>
              </a:tabLst>
            </a:pPr>
            <a:r>
              <a:rPr lang="en-US" sz="1400" kern="0" dirty="0" smtClean="0">
                <a:solidFill>
                  <a:schemeClr val="tx1"/>
                </a:solidFill>
                <a:latin typeface="Arial" pitchFamily="34" charset="0"/>
                <a:ea typeface="Verdana"/>
                <a:cs typeface="Arial" pitchFamily="34" charset="0"/>
              </a:rPr>
              <a:t>It’s much more than just network scanning!</a:t>
            </a:r>
          </a:p>
          <a:p>
            <a:pPr marL="744537" lvl="1" eaLnBrk="1" hangingPunct="1">
              <a:spcBef>
                <a:spcPts val="500"/>
              </a:spcBef>
              <a:buClr>
                <a:srgbClr val="3366CC"/>
              </a:buClr>
              <a:tabLst>
                <a:tab pos="912813" algn="l"/>
                <a:tab pos="1827213" algn="l"/>
                <a:tab pos="2741613" algn="l"/>
                <a:tab pos="3656013" algn="l"/>
                <a:tab pos="4570413" algn="l"/>
                <a:tab pos="5484813" algn="l"/>
                <a:tab pos="6399213" algn="l"/>
                <a:tab pos="7313613" algn="l"/>
                <a:tab pos="8228013" algn="l"/>
                <a:tab pos="9142413" algn="l"/>
                <a:tab pos="10056813" algn="l"/>
              </a:tabLst>
            </a:pPr>
            <a:r>
              <a:rPr lang="en-US" sz="1400" kern="0" dirty="0" smtClean="0">
                <a:solidFill>
                  <a:schemeClr val="tx1"/>
                </a:solidFill>
                <a:latin typeface="Arial" pitchFamily="34" charset="0"/>
                <a:ea typeface="Verdana"/>
                <a:cs typeface="Arial" pitchFamily="34" charset="0"/>
              </a:rPr>
              <a:t>Appliances, autonomous stuff, session reconstruction and some really cool, but shady stuff…</a:t>
            </a:r>
          </a:p>
          <a:p>
            <a:pPr marL="744537" lvl="1" eaLnBrk="1" hangingPunct="1">
              <a:spcBef>
                <a:spcPts val="500"/>
              </a:spcBef>
              <a:buClr>
                <a:srgbClr val="3366CC"/>
              </a:buClr>
              <a:tabLst>
                <a:tab pos="912813" algn="l"/>
                <a:tab pos="1827213" algn="l"/>
                <a:tab pos="2741613" algn="l"/>
                <a:tab pos="3656013" algn="l"/>
                <a:tab pos="4570413" algn="l"/>
                <a:tab pos="5484813" algn="l"/>
                <a:tab pos="6399213" algn="l"/>
                <a:tab pos="7313613" algn="l"/>
                <a:tab pos="8228013" algn="l"/>
                <a:tab pos="9142413" algn="l"/>
                <a:tab pos="10056813" algn="l"/>
              </a:tabLst>
            </a:pPr>
            <a:r>
              <a:rPr lang="en-US" sz="1400" b="0" kern="0" dirty="0" smtClean="0">
                <a:solidFill>
                  <a:schemeClr val="tx1"/>
                </a:solidFill>
                <a:latin typeface="Arial" pitchFamily="34" charset="0"/>
                <a:ea typeface="Verdana"/>
                <a:cs typeface="Arial" pitchFamily="34" charset="0"/>
              </a:rPr>
              <a:t>Code stuff.</a:t>
            </a:r>
            <a:endParaRPr lang="en-US" sz="1400" b="0" kern="0" dirty="0">
              <a:solidFill>
                <a:schemeClr val="tx1"/>
              </a:solidFill>
              <a:latin typeface="Arial" pitchFamily="34" charset="0"/>
              <a:ea typeface="Verdana"/>
              <a:cs typeface="Arial" pitchFamily="34" charset="0"/>
            </a:endParaRPr>
          </a:p>
          <a:p>
            <a:pPr marL="344487" eaLnBrk="1" hangingPunct="1">
              <a:spcBef>
                <a:spcPts val="500"/>
              </a:spcBef>
              <a:buClr>
                <a:srgbClr val="3366CC"/>
              </a:buClr>
              <a:tabLst>
                <a:tab pos="912813" algn="l"/>
                <a:tab pos="1827213" algn="l"/>
                <a:tab pos="2741613" algn="l"/>
                <a:tab pos="3656013" algn="l"/>
                <a:tab pos="4570413" algn="l"/>
                <a:tab pos="5484813" algn="l"/>
                <a:tab pos="6399213" algn="l"/>
                <a:tab pos="7313613" algn="l"/>
                <a:tab pos="8228013" algn="l"/>
                <a:tab pos="9142413" algn="l"/>
                <a:tab pos="10056813" algn="l"/>
              </a:tabLst>
            </a:pPr>
            <a:r>
              <a:rPr lang="en-US" b="0" kern="0" dirty="0" smtClean="0">
                <a:solidFill>
                  <a:schemeClr val="tx1"/>
                </a:solidFill>
                <a:latin typeface="Arial" pitchFamily="34" charset="0"/>
                <a:ea typeface="Verdana"/>
                <a:cs typeface="Arial" pitchFamily="34" charset="0"/>
              </a:rPr>
              <a:t>Development </a:t>
            </a:r>
            <a:r>
              <a:rPr lang="en-US" b="0" kern="0" dirty="0" err="1" smtClean="0">
                <a:solidFill>
                  <a:schemeClr val="tx1"/>
                </a:solidFill>
                <a:latin typeface="Arial" pitchFamily="34" charset="0"/>
                <a:ea typeface="Verdana"/>
                <a:cs typeface="Arial" pitchFamily="34" charset="0"/>
              </a:rPr>
              <a:t>Config</a:t>
            </a:r>
            <a:r>
              <a:rPr lang="en-US" b="0" kern="0" dirty="0" smtClean="0">
                <a:solidFill>
                  <a:schemeClr val="tx1"/>
                </a:solidFill>
                <a:latin typeface="Arial" pitchFamily="34" charset="0"/>
                <a:ea typeface="Verdana"/>
                <a:cs typeface="Arial" pitchFamily="34" charset="0"/>
              </a:rPr>
              <a:t> Management + Security Testing (SA-10)</a:t>
            </a:r>
          </a:p>
          <a:p>
            <a:pPr marL="744537" lvl="1" eaLnBrk="1" hangingPunct="1">
              <a:spcBef>
                <a:spcPts val="500"/>
              </a:spcBef>
              <a:buClr>
                <a:srgbClr val="3366CC"/>
              </a:buClr>
              <a:tabLst>
                <a:tab pos="912813" algn="l"/>
                <a:tab pos="1827213" algn="l"/>
                <a:tab pos="2741613" algn="l"/>
                <a:tab pos="3656013" algn="l"/>
                <a:tab pos="4570413" algn="l"/>
                <a:tab pos="5484813" algn="l"/>
                <a:tab pos="6399213" algn="l"/>
                <a:tab pos="7313613" algn="l"/>
                <a:tab pos="8228013" algn="l"/>
                <a:tab pos="9142413" algn="l"/>
                <a:tab pos="10056813" algn="l"/>
              </a:tabLst>
            </a:pPr>
            <a:r>
              <a:rPr lang="en-US" sz="1400" kern="0" dirty="0" smtClean="0">
                <a:solidFill>
                  <a:schemeClr val="tx1"/>
                </a:solidFill>
                <a:latin typeface="Arial" pitchFamily="34" charset="0"/>
                <a:ea typeface="Verdana"/>
                <a:cs typeface="Arial" pitchFamily="34" charset="0"/>
              </a:rPr>
              <a:t>Better code and quality?</a:t>
            </a:r>
          </a:p>
          <a:p>
            <a:pPr marL="744537" lvl="1" eaLnBrk="1" hangingPunct="1">
              <a:spcBef>
                <a:spcPts val="500"/>
              </a:spcBef>
              <a:buClr>
                <a:srgbClr val="3366CC"/>
              </a:buClr>
              <a:tabLst>
                <a:tab pos="912813" algn="l"/>
                <a:tab pos="1827213" algn="l"/>
                <a:tab pos="2741613" algn="l"/>
                <a:tab pos="3656013" algn="l"/>
                <a:tab pos="4570413" algn="l"/>
                <a:tab pos="5484813" algn="l"/>
                <a:tab pos="6399213" algn="l"/>
                <a:tab pos="7313613" algn="l"/>
                <a:tab pos="8228013" algn="l"/>
                <a:tab pos="9142413" algn="l"/>
                <a:tab pos="10056813" algn="l"/>
              </a:tabLst>
            </a:pPr>
            <a:r>
              <a:rPr lang="en-US" sz="1400" b="0" kern="0" dirty="0" smtClean="0">
                <a:solidFill>
                  <a:schemeClr val="tx1"/>
                </a:solidFill>
                <a:latin typeface="Arial" pitchFamily="34" charset="0"/>
                <a:ea typeface="Verdana"/>
                <a:cs typeface="Arial" pitchFamily="34" charset="0"/>
              </a:rPr>
              <a:t>Code-level, </a:t>
            </a:r>
            <a:r>
              <a:rPr lang="en-US" sz="1400" b="0" kern="0" dirty="0" err="1" smtClean="0">
                <a:solidFill>
                  <a:schemeClr val="tx1"/>
                </a:solidFill>
                <a:latin typeface="Arial" pitchFamily="34" charset="0"/>
                <a:ea typeface="Verdana"/>
                <a:cs typeface="Arial" pitchFamily="34" charset="0"/>
              </a:rPr>
              <a:t>vs</a:t>
            </a:r>
            <a:r>
              <a:rPr lang="en-US" sz="1400" b="0" kern="0" dirty="0" smtClean="0">
                <a:solidFill>
                  <a:schemeClr val="tx1"/>
                </a:solidFill>
                <a:latin typeface="Arial" pitchFamily="34" charset="0"/>
                <a:ea typeface="Verdana"/>
                <a:cs typeface="Arial" pitchFamily="34" charset="0"/>
              </a:rPr>
              <a:t> assembly-level, </a:t>
            </a:r>
            <a:r>
              <a:rPr lang="en-US" sz="1400" b="0" kern="0" dirty="0" err="1" smtClean="0">
                <a:solidFill>
                  <a:schemeClr val="tx1"/>
                </a:solidFill>
                <a:latin typeface="Arial" pitchFamily="34" charset="0"/>
                <a:ea typeface="Verdana"/>
                <a:cs typeface="Arial" pitchFamily="34" charset="0"/>
              </a:rPr>
              <a:t>vs</a:t>
            </a:r>
            <a:r>
              <a:rPr lang="en-US" sz="1400" b="0" kern="0" dirty="0" smtClean="0">
                <a:solidFill>
                  <a:schemeClr val="tx1"/>
                </a:solidFill>
                <a:latin typeface="Arial" pitchFamily="34" charset="0"/>
                <a:ea typeface="Verdana"/>
                <a:cs typeface="Arial" pitchFamily="34" charset="0"/>
              </a:rPr>
              <a:t> application-level.</a:t>
            </a:r>
          </a:p>
          <a:p>
            <a:pPr marL="744537" lvl="1" eaLnBrk="1" hangingPunct="1">
              <a:spcBef>
                <a:spcPts val="500"/>
              </a:spcBef>
              <a:buClr>
                <a:srgbClr val="3366CC"/>
              </a:buClr>
              <a:tabLst>
                <a:tab pos="912813" algn="l"/>
                <a:tab pos="1827213" algn="l"/>
                <a:tab pos="2741613" algn="l"/>
                <a:tab pos="3656013" algn="l"/>
                <a:tab pos="4570413" algn="l"/>
                <a:tab pos="5484813" algn="l"/>
                <a:tab pos="6399213" algn="l"/>
                <a:tab pos="7313613" algn="l"/>
                <a:tab pos="8228013" algn="l"/>
                <a:tab pos="9142413" algn="l"/>
                <a:tab pos="10056813" algn="l"/>
              </a:tabLst>
            </a:pPr>
            <a:r>
              <a:rPr lang="en-US" sz="1400" kern="0" dirty="0" smtClean="0">
                <a:solidFill>
                  <a:schemeClr val="tx1"/>
                </a:solidFill>
                <a:latin typeface="Arial" pitchFamily="34" charset="0"/>
                <a:ea typeface="Verdana"/>
                <a:cs typeface="Arial" pitchFamily="34" charset="0"/>
              </a:rPr>
              <a:t>It’s not just code.</a:t>
            </a:r>
            <a:endParaRPr lang="en-US" sz="1400" b="0" kern="0" dirty="0">
              <a:solidFill>
                <a:schemeClr val="tx1"/>
              </a:solidFill>
              <a:latin typeface="Arial" pitchFamily="34" charset="0"/>
              <a:ea typeface="Verdana"/>
              <a:cs typeface="Arial" pitchFamily="34" charset="0"/>
            </a:endParaRPr>
          </a:p>
        </p:txBody>
      </p:sp>
    </p:spTree>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1"/>
          <p:cNvSpPr>
            <a:spLocks noGrp="1" noChangeArrowheads="1"/>
          </p:cNvSpPr>
          <p:nvPr>
            <p:ph type="title"/>
          </p:nvPr>
        </p:nvSpPr>
        <p:spPr>
          <a:xfrm>
            <a:off x="2057400" y="304800"/>
            <a:ext cx="6815138" cy="533400"/>
          </a:xfrm>
        </p:spPr>
        <p:txBody>
          <a:bodyPr/>
          <a:lstStyle/>
          <a:p>
            <a:pPr eaLnBrk="1" hangingPunct="1">
              <a:buClr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mtClean="0"/>
              <a:t>Defenders POV 800-53 Operational</a:t>
            </a:r>
          </a:p>
        </p:txBody>
      </p:sp>
      <p:sp>
        <p:nvSpPr>
          <p:cNvPr id="3" name="Rectangle 2"/>
          <p:cNvSpPr txBox="1">
            <a:spLocks noChangeArrowheads="1"/>
          </p:cNvSpPr>
          <p:nvPr/>
        </p:nvSpPr>
        <p:spPr bwMode="auto">
          <a:xfrm>
            <a:off x="381000" y="1219200"/>
            <a:ext cx="8567738" cy="411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0000" tIns="46800" rIns="90000" bIns="46800" numCol="1" anchor="t" anchorCtr="0" compatLnSpc="1">
            <a:prstTxWarp prst="textNoShape">
              <a:avLst/>
            </a:prstTxWarp>
          </a:bodyPr>
          <a:lstStyle>
            <a:lvl1pPr marL="342900" indent="-342900" algn="l" defTabSz="457200" rtl="0" eaLnBrk="0" fontAlgn="base" hangingPunct="0">
              <a:spcBef>
                <a:spcPts val="350"/>
              </a:spcBef>
              <a:spcAft>
                <a:spcPct val="0"/>
              </a:spcAft>
              <a:buClr>
                <a:srgbClr val="000000"/>
              </a:buClr>
              <a:buSzPct val="100000"/>
              <a:buFont typeface="Times New Roman" panose="02020603050405020304" pitchFamily="18" charset="0"/>
              <a:buChar char="•"/>
              <a:defRPr sz="1400" b="1">
                <a:solidFill>
                  <a:srgbClr val="000000"/>
                </a:solidFill>
                <a:latin typeface="+mn-lt"/>
                <a:ea typeface="+mn-ea"/>
                <a:cs typeface="+mn-cs"/>
              </a:defRPr>
            </a:lvl1pPr>
            <a:lvl2pPr marL="742950" indent="-285750" algn="l" defTabSz="457200" rtl="0" eaLnBrk="0" fontAlgn="base" hangingPunct="0">
              <a:spcBef>
                <a:spcPts val="300"/>
              </a:spcBef>
              <a:spcAft>
                <a:spcPct val="0"/>
              </a:spcAft>
              <a:buClr>
                <a:srgbClr val="000000"/>
              </a:buClr>
              <a:buSzPct val="100000"/>
              <a:buFont typeface="Times New Roman" panose="02020603050405020304" pitchFamily="18" charset="0"/>
              <a:buChar char="–"/>
              <a:defRPr sz="1200">
                <a:solidFill>
                  <a:srgbClr val="000000"/>
                </a:solidFill>
                <a:latin typeface="+mn-lt"/>
                <a:ea typeface="+mn-ea"/>
                <a:cs typeface="+mn-cs"/>
              </a:defRPr>
            </a:lvl2pPr>
            <a:lvl3pPr marL="1143000" indent="-228600" algn="l" defTabSz="457200" rtl="0" eaLnBrk="0" fontAlgn="base" hangingPunct="0">
              <a:spcBef>
                <a:spcPts val="600"/>
              </a:spcBef>
              <a:spcAft>
                <a:spcPct val="0"/>
              </a:spcAft>
              <a:buClr>
                <a:srgbClr val="000000"/>
              </a:buClr>
              <a:buSzPct val="100000"/>
              <a:buFont typeface="Times New Roman" panose="02020603050405020304" pitchFamily="18" charset="0"/>
              <a:buChar char="•"/>
              <a:defRPr sz="2400">
                <a:solidFill>
                  <a:srgbClr val="000000"/>
                </a:solidFill>
                <a:latin typeface="Arial" charset="0"/>
                <a:ea typeface="+mn-ea"/>
                <a:cs typeface="+mn-cs"/>
              </a:defRPr>
            </a:lvl3pPr>
            <a:lvl4pPr marL="1600200" indent="-228600" algn="l" defTabSz="457200" rtl="0" eaLnBrk="0" fontAlgn="base" hangingPunct="0">
              <a:spcBef>
                <a:spcPts val="500"/>
              </a:spcBef>
              <a:spcAft>
                <a:spcPct val="0"/>
              </a:spcAft>
              <a:buClr>
                <a:srgbClr val="000000"/>
              </a:buClr>
              <a:buSzPct val="100000"/>
              <a:buFont typeface="Times New Roman" panose="02020603050405020304" pitchFamily="18" charset="0"/>
              <a:buChar char="–"/>
              <a:defRPr sz="2000">
                <a:solidFill>
                  <a:srgbClr val="000000"/>
                </a:solidFill>
                <a:latin typeface="Arial" charset="0"/>
                <a:ea typeface="+mn-ea"/>
                <a:cs typeface="+mn-cs"/>
              </a:defRPr>
            </a:lvl4pPr>
            <a:lvl5pPr marL="2057400" indent="-228600" algn="l" defTabSz="457200" rtl="0" eaLnBrk="0" fontAlgn="base" hangingPunct="0">
              <a:spcBef>
                <a:spcPts val="500"/>
              </a:spcBef>
              <a:spcAft>
                <a:spcPct val="0"/>
              </a:spcAft>
              <a:buClr>
                <a:srgbClr val="000000"/>
              </a:buClr>
              <a:buSzPct val="100000"/>
              <a:buFont typeface="Times New Roman" panose="02020603050405020304" pitchFamily="18" charset="0"/>
              <a:buChar char="»"/>
              <a:defRPr sz="2000">
                <a:solidFill>
                  <a:srgbClr val="000000"/>
                </a:solidFill>
                <a:latin typeface="Arial" charset="0"/>
                <a:ea typeface="+mn-ea"/>
                <a:cs typeface="+mn-cs"/>
              </a:defRPr>
            </a:lvl5pPr>
            <a:lvl6pPr marL="2514600" indent="-228600" algn="l" defTabSz="457200" rtl="0" fontAlgn="base">
              <a:spcBef>
                <a:spcPts val="500"/>
              </a:spcBef>
              <a:spcAft>
                <a:spcPct val="0"/>
              </a:spcAft>
              <a:buClr>
                <a:srgbClr val="000000"/>
              </a:buClr>
              <a:buSzPct val="100000"/>
              <a:buFont typeface="Times New Roman" pitchFamily="16" charset="0"/>
              <a:defRPr sz="2000">
                <a:solidFill>
                  <a:srgbClr val="000000"/>
                </a:solidFill>
                <a:latin typeface="Arial" charset="0"/>
                <a:ea typeface="+mn-ea"/>
                <a:cs typeface="+mn-cs"/>
              </a:defRPr>
            </a:lvl6pPr>
            <a:lvl7pPr marL="2971800" indent="-228600" algn="l" defTabSz="457200" rtl="0" fontAlgn="base">
              <a:spcBef>
                <a:spcPts val="500"/>
              </a:spcBef>
              <a:spcAft>
                <a:spcPct val="0"/>
              </a:spcAft>
              <a:buClr>
                <a:srgbClr val="000000"/>
              </a:buClr>
              <a:buSzPct val="100000"/>
              <a:buFont typeface="Times New Roman" pitchFamily="16" charset="0"/>
              <a:defRPr sz="2000">
                <a:solidFill>
                  <a:srgbClr val="000000"/>
                </a:solidFill>
                <a:latin typeface="Arial" charset="0"/>
                <a:ea typeface="+mn-ea"/>
                <a:cs typeface="+mn-cs"/>
              </a:defRPr>
            </a:lvl7pPr>
            <a:lvl8pPr marL="3429000" indent="-228600" algn="l" defTabSz="457200" rtl="0" fontAlgn="base">
              <a:spcBef>
                <a:spcPts val="500"/>
              </a:spcBef>
              <a:spcAft>
                <a:spcPct val="0"/>
              </a:spcAft>
              <a:buClr>
                <a:srgbClr val="000000"/>
              </a:buClr>
              <a:buSzPct val="100000"/>
              <a:buFont typeface="Times New Roman" pitchFamily="16" charset="0"/>
              <a:defRPr sz="2000">
                <a:solidFill>
                  <a:srgbClr val="000000"/>
                </a:solidFill>
                <a:latin typeface="Arial" charset="0"/>
                <a:ea typeface="+mn-ea"/>
                <a:cs typeface="+mn-cs"/>
              </a:defRPr>
            </a:lvl8pPr>
            <a:lvl9pPr marL="3886200" indent="-228600" algn="l" defTabSz="457200" rtl="0" fontAlgn="base">
              <a:spcBef>
                <a:spcPts val="500"/>
              </a:spcBef>
              <a:spcAft>
                <a:spcPct val="0"/>
              </a:spcAft>
              <a:buClr>
                <a:srgbClr val="000000"/>
              </a:buClr>
              <a:buSzPct val="100000"/>
              <a:buFont typeface="Times New Roman" pitchFamily="16" charset="0"/>
              <a:defRPr sz="2000">
                <a:solidFill>
                  <a:srgbClr val="000000"/>
                </a:solidFill>
                <a:latin typeface="Arial" charset="0"/>
                <a:ea typeface="+mn-ea"/>
                <a:cs typeface="+mn-cs"/>
              </a:defRPr>
            </a:lvl9pPr>
          </a:lstStyle>
          <a:p>
            <a:pPr marL="344487" eaLnBrk="1" hangingPunct="1">
              <a:spcBef>
                <a:spcPts val="500"/>
              </a:spcBef>
              <a:buClr>
                <a:srgbClr val="3366CC"/>
              </a:buClr>
              <a:tabLst>
                <a:tab pos="912813" algn="l"/>
                <a:tab pos="1827213" algn="l"/>
                <a:tab pos="2741613" algn="l"/>
                <a:tab pos="3656013" algn="l"/>
                <a:tab pos="4570413" algn="l"/>
                <a:tab pos="5484813" algn="l"/>
                <a:tab pos="6399213" algn="l"/>
                <a:tab pos="7313613" algn="l"/>
                <a:tab pos="8228013" algn="l"/>
                <a:tab pos="9142413" algn="l"/>
                <a:tab pos="10056813" algn="l"/>
              </a:tabLst>
            </a:pPr>
            <a:r>
              <a:rPr lang="en-US" sz="1800" b="0" kern="0" dirty="0" smtClean="0">
                <a:solidFill>
                  <a:schemeClr val="tx1"/>
                </a:solidFill>
                <a:latin typeface="Arial" pitchFamily="34" charset="0"/>
                <a:ea typeface="Verdana"/>
                <a:cs typeface="Arial" pitchFamily="34" charset="0"/>
              </a:rPr>
              <a:t>Baseline Configuration (CM-2)</a:t>
            </a:r>
          </a:p>
          <a:p>
            <a:pPr marL="744537" lvl="1" eaLnBrk="1" hangingPunct="1">
              <a:spcBef>
                <a:spcPts val="500"/>
              </a:spcBef>
              <a:buClr>
                <a:srgbClr val="3366CC"/>
              </a:buClr>
              <a:tabLst>
                <a:tab pos="912813" algn="l"/>
                <a:tab pos="1827213" algn="l"/>
                <a:tab pos="2741613" algn="l"/>
                <a:tab pos="3656013" algn="l"/>
                <a:tab pos="4570413" algn="l"/>
                <a:tab pos="5484813" algn="l"/>
                <a:tab pos="6399213" algn="l"/>
                <a:tab pos="7313613" algn="l"/>
                <a:tab pos="8228013" algn="l"/>
                <a:tab pos="9142413" algn="l"/>
                <a:tab pos="10056813" algn="l"/>
              </a:tabLst>
            </a:pPr>
            <a:r>
              <a:rPr lang="en-US" sz="1800" kern="0" dirty="0" smtClean="0">
                <a:solidFill>
                  <a:schemeClr val="tx1"/>
                </a:solidFill>
                <a:latin typeface="Arial" pitchFamily="34" charset="0"/>
                <a:ea typeface="Verdana"/>
                <a:cs typeface="Arial" pitchFamily="34" charset="0"/>
              </a:rPr>
              <a:t>Why this is really, really important.  And no, a backup does not count.</a:t>
            </a:r>
          </a:p>
          <a:p>
            <a:pPr marL="744537" lvl="1" eaLnBrk="1" hangingPunct="1">
              <a:spcBef>
                <a:spcPts val="500"/>
              </a:spcBef>
              <a:buClr>
                <a:srgbClr val="3366CC"/>
              </a:buClr>
              <a:tabLst>
                <a:tab pos="912813" algn="l"/>
                <a:tab pos="1827213" algn="l"/>
                <a:tab pos="2741613" algn="l"/>
                <a:tab pos="3656013" algn="l"/>
                <a:tab pos="4570413" algn="l"/>
                <a:tab pos="5484813" algn="l"/>
                <a:tab pos="6399213" algn="l"/>
                <a:tab pos="7313613" algn="l"/>
                <a:tab pos="8228013" algn="l"/>
                <a:tab pos="9142413" algn="l"/>
                <a:tab pos="10056813" algn="l"/>
              </a:tabLst>
            </a:pPr>
            <a:r>
              <a:rPr lang="en-US" sz="1800" b="0" kern="0" dirty="0" smtClean="0">
                <a:solidFill>
                  <a:schemeClr val="tx1"/>
                </a:solidFill>
                <a:latin typeface="Arial" pitchFamily="34" charset="0"/>
                <a:ea typeface="Verdana"/>
                <a:cs typeface="Arial" pitchFamily="34" charset="0"/>
              </a:rPr>
              <a:t>From all angles – network, servers, application</a:t>
            </a:r>
            <a:endParaRPr lang="en-US" sz="1800" b="0" kern="0" dirty="0">
              <a:solidFill>
                <a:schemeClr val="tx1"/>
              </a:solidFill>
              <a:latin typeface="Arial" pitchFamily="34" charset="0"/>
              <a:ea typeface="Verdana"/>
              <a:cs typeface="Arial" pitchFamily="34" charset="0"/>
            </a:endParaRPr>
          </a:p>
          <a:p>
            <a:pPr marL="344487" eaLnBrk="1" hangingPunct="1">
              <a:spcBef>
                <a:spcPts val="500"/>
              </a:spcBef>
              <a:buClr>
                <a:srgbClr val="3366CC"/>
              </a:buClr>
              <a:tabLst>
                <a:tab pos="912813" algn="l"/>
                <a:tab pos="1827213" algn="l"/>
                <a:tab pos="2741613" algn="l"/>
                <a:tab pos="3656013" algn="l"/>
                <a:tab pos="4570413" algn="l"/>
                <a:tab pos="5484813" algn="l"/>
                <a:tab pos="6399213" algn="l"/>
                <a:tab pos="7313613" algn="l"/>
                <a:tab pos="8228013" algn="l"/>
                <a:tab pos="9142413" algn="l"/>
                <a:tab pos="10056813" algn="l"/>
              </a:tabLst>
            </a:pPr>
            <a:r>
              <a:rPr lang="en-US" sz="1800" b="0" kern="0" dirty="0" smtClean="0">
                <a:solidFill>
                  <a:schemeClr val="tx1"/>
                </a:solidFill>
                <a:latin typeface="Arial" pitchFamily="34" charset="0"/>
                <a:ea typeface="Verdana"/>
                <a:cs typeface="Arial" pitchFamily="34" charset="0"/>
              </a:rPr>
              <a:t>Disaster </a:t>
            </a:r>
            <a:r>
              <a:rPr lang="en-US" sz="1800" b="0" kern="0" dirty="0">
                <a:solidFill>
                  <a:schemeClr val="tx1"/>
                </a:solidFill>
                <a:latin typeface="Arial" pitchFamily="34" charset="0"/>
                <a:ea typeface="Verdana"/>
                <a:cs typeface="Arial" pitchFamily="34" charset="0"/>
              </a:rPr>
              <a:t>recovery </a:t>
            </a:r>
            <a:r>
              <a:rPr lang="en-US" sz="1800" b="0" kern="0" dirty="0" smtClean="0">
                <a:solidFill>
                  <a:schemeClr val="tx1"/>
                </a:solidFill>
                <a:latin typeface="Arial" pitchFamily="34" charset="0"/>
                <a:ea typeface="Verdana"/>
                <a:cs typeface="Arial" pitchFamily="34" charset="0"/>
              </a:rPr>
              <a:t>criteria (CP-7)</a:t>
            </a:r>
          </a:p>
          <a:p>
            <a:pPr marL="744537" lvl="1" eaLnBrk="1" hangingPunct="1">
              <a:spcBef>
                <a:spcPts val="500"/>
              </a:spcBef>
              <a:buClr>
                <a:srgbClr val="3366CC"/>
              </a:buClr>
              <a:tabLst>
                <a:tab pos="912813" algn="l"/>
                <a:tab pos="1827213" algn="l"/>
                <a:tab pos="2741613" algn="l"/>
                <a:tab pos="3656013" algn="l"/>
                <a:tab pos="4570413" algn="l"/>
                <a:tab pos="5484813" algn="l"/>
                <a:tab pos="6399213" algn="l"/>
                <a:tab pos="7313613" algn="l"/>
                <a:tab pos="8228013" algn="l"/>
                <a:tab pos="9142413" algn="l"/>
                <a:tab pos="10056813" algn="l"/>
              </a:tabLst>
            </a:pPr>
            <a:r>
              <a:rPr lang="en-US" sz="1800" kern="0" dirty="0" smtClean="0">
                <a:solidFill>
                  <a:schemeClr val="tx1"/>
                </a:solidFill>
                <a:latin typeface="Arial" pitchFamily="34" charset="0"/>
                <a:ea typeface="Verdana"/>
                <a:cs typeface="Arial" pitchFamily="34" charset="0"/>
              </a:rPr>
              <a:t>Dual purpose site.</a:t>
            </a:r>
          </a:p>
          <a:p>
            <a:pPr marL="744537" lvl="1" eaLnBrk="1" hangingPunct="1">
              <a:spcBef>
                <a:spcPts val="500"/>
              </a:spcBef>
              <a:buClr>
                <a:srgbClr val="3366CC"/>
              </a:buClr>
              <a:tabLst>
                <a:tab pos="912813" algn="l"/>
                <a:tab pos="1827213" algn="l"/>
                <a:tab pos="2741613" algn="l"/>
                <a:tab pos="3656013" algn="l"/>
                <a:tab pos="4570413" algn="l"/>
                <a:tab pos="5484813" algn="l"/>
                <a:tab pos="6399213" algn="l"/>
                <a:tab pos="7313613" algn="l"/>
                <a:tab pos="8228013" algn="l"/>
                <a:tab pos="9142413" algn="l"/>
                <a:tab pos="10056813" algn="l"/>
              </a:tabLst>
            </a:pPr>
            <a:r>
              <a:rPr lang="en-US" sz="1800" b="0" kern="0" dirty="0" smtClean="0">
                <a:solidFill>
                  <a:schemeClr val="tx1"/>
                </a:solidFill>
                <a:latin typeface="Arial" pitchFamily="34" charset="0"/>
                <a:ea typeface="Verdana"/>
                <a:cs typeface="Arial" pitchFamily="34" charset="0"/>
              </a:rPr>
              <a:t>Return from failover.</a:t>
            </a:r>
          </a:p>
          <a:p>
            <a:pPr marL="744537" lvl="1" eaLnBrk="1" hangingPunct="1">
              <a:spcBef>
                <a:spcPts val="500"/>
              </a:spcBef>
              <a:buClr>
                <a:srgbClr val="3366CC"/>
              </a:buClr>
              <a:tabLst>
                <a:tab pos="912813" algn="l"/>
                <a:tab pos="1827213" algn="l"/>
                <a:tab pos="2741613" algn="l"/>
                <a:tab pos="3656013" algn="l"/>
                <a:tab pos="4570413" algn="l"/>
                <a:tab pos="5484813" algn="l"/>
                <a:tab pos="6399213" algn="l"/>
                <a:tab pos="7313613" algn="l"/>
                <a:tab pos="8228013" algn="l"/>
                <a:tab pos="9142413" algn="l"/>
                <a:tab pos="10056813" algn="l"/>
              </a:tabLst>
            </a:pPr>
            <a:r>
              <a:rPr lang="en-US" sz="1800" kern="0" dirty="0" smtClean="0">
                <a:solidFill>
                  <a:schemeClr val="tx1"/>
                </a:solidFill>
                <a:latin typeface="Arial" pitchFamily="34" charset="0"/>
                <a:ea typeface="Verdana"/>
                <a:cs typeface="Arial" pitchFamily="34" charset="0"/>
              </a:rPr>
              <a:t>Retention criteria.</a:t>
            </a:r>
          </a:p>
          <a:p>
            <a:pPr marL="344487" eaLnBrk="1" hangingPunct="1">
              <a:spcBef>
                <a:spcPts val="500"/>
              </a:spcBef>
              <a:buClr>
                <a:srgbClr val="3366CC"/>
              </a:buClr>
              <a:tabLst>
                <a:tab pos="912813" algn="l"/>
                <a:tab pos="1827213" algn="l"/>
                <a:tab pos="2741613" algn="l"/>
                <a:tab pos="3656013" algn="l"/>
                <a:tab pos="4570413" algn="l"/>
                <a:tab pos="5484813" algn="l"/>
                <a:tab pos="6399213" algn="l"/>
                <a:tab pos="7313613" algn="l"/>
                <a:tab pos="8228013" algn="l"/>
                <a:tab pos="9142413" algn="l"/>
                <a:tab pos="10056813" algn="l"/>
              </a:tabLst>
            </a:pPr>
            <a:r>
              <a:rPr lang="en-US" sz="1800" b="0" kern="0" dirty="0" smtClean="0">
                <a:solidFill>
                  <a:schemeClr val="tx1"/>
                </a:solidFill>
                <a:latin typeface="Arial" pitchFamily="34" charset="0"/>
                <a:ea typeface="Verdana"/>
                <a:cs typeface="Arial" pitchFamily="34" charset="0"/>
              </a:rPr>
              <a:t>Media Transport (MP-5)</a:t>
            </a:r>
            <a:endParaRPr lang="en-US" sz="1800" b="0" kern="0" dirty="0">
              <a:solidFill>
                <a:schemeClr val="tx1"/>
              </a:solidFill>
              <a:latin typeface="Arial" pitchFamily="34" charset="0"/>
              <a:ea typeface="Verdana"/>
              <a:cs typeface="Arial" pitchFamily="34" charset="0"/>
            </a:endParaRPr>
          </a:p>
          <a:p>
            <a:pPr marL="744537" lvl="1" eaLnBrk="1" hangingPunct="1">
              <a:spcBef>
                <a:spcPts val="500"/>
              </a:spcBef>
              <a:buClr>
                <a:srgbClr val="3366CC"/>
              </a:buClr>
              <a:tabLst>
                <a:tab pos="912813" algn="l"/>
                <a:tab pos="1827213" algn="l"/>
                <a:tab pos="2741613" algn="l"/>
                <a:tab pos="3656013" algn="l"/>
                <a:tab pos="4570413" algn="l"/>
                <a:tab pos="5484813" algn="l"/>
                <a:tab pos="6399213" algn="l"/>
                <a:tab pos="7313613" algn="l"/>
                <a:tab pos="8228013" algn="l"/>
                <a:tab pos="9142413" algn="l"/>
                <a:tab pos="10056813" algn="l"/>
              </a:tabLst>
            </a:pPr>
            <a:r>
              <a:rPr lang="en-US" sz="1800" kern="0" dirty="0" smtClean="0">
                <a:solidFill>
                  <a:schemeClr val="tx1"/>
                </a:solidFill>
                <a:latin typeface="Arial" pitchFamily="34" charset="0"/>
                <a:ea typeface="Verdana"/>
                <a:cs typeface="Arial" pitchFamily="34" charset="0"/>
              </a:rPr>
              <a:t>True cost of information loss.</a:t>
            </a:r>
          </a:p>
          <a:p>
            <a:pPr marL="744537" lvl="1" eaLnBrk="1" hangingPunct="1">
              <a:spcBef>
                <a:spcPts val="500"/>
              </a:spcBef>
              <a:buClr>
                <a:srgbClr val="3366CC"/>
              </a:buClr>
              <a:tabLst>
                <a:tab pos="912813" algn="l"/>
                <a:tab pos="1827213" algn="l"/>
                <a:tab pos="2741613" algn="l"/>
                <a:tab pos="3656013" algn="l"/>
                <a:tab pos="4570413" algn="l"/>
                <a:tab pos="5484813" algn="l"/>
                <a:tab pos="6399213" algn="l"/>
                <a:tab pos="7313613" algn="l"/>
                <a:tab pos="8228013" algn="l"/>
                <a:tab pos="9142413" algn="l"/>
                <a:tab pos="10056813" algn="l"/>
              </a:tabLst>
            </a:pPr>
            <a:r>
              <a:rPr lang="en-US" sz="1800" kern="0" dirty="0" smtClean="0">
                <a:solidFill>
                  <a:schemeClr val="tx1"/>
                </a:solidFill>
                <a:latin typeface="Arial" pitchFamily="34" charset="0"/>
                <a:ea typeface="Verdana"/>
                <a:cs typeface="Arial" pitchFamily="34" charset="0"/>
              </a:rPr>
              <a:t>Realistically securing the endpoint.</a:t>
            </a:r>
          </a:p>
          <a:p>
            <a:pPr marL="344487" eaLnBrk="1" hangingPunct="1">
              <a:spcBef>
                <a:spcPts val="500"/>
              </a:spcBef>
              <a:buClr>
                <a:srgbClr val="3366CC"/>
              </a:buClr>
              <a:tabLst>
                <a:tab pos="912813" algn="l"/>
                <a:tab pos="1827213" algn="l"/>
                <a:tab pos="2741613" algn="l"/>
                <a:tab pos="3656013" algn="l"/>
                <a:tab pos="4570413" algn="l"/>
                <a:tab pos="5484813" algn="l"/>
                <a:tab pos="6399213" algn="l"/>
                <a:tab pos="7313613" algn="l"/>
                <a:tab pos="8228013" algn="l"/>
                <a:tab pos="9142413" algn="l"/>
                <a:tab pos="10056813" algn="l"/>
              </a:tabLst>
            </a:pPr>
            <a:r>
              <a:rPr lang="en-US" sz="1800" b="0" kern="0" dirty="0" smtClean="0">
                <a:solidFill>
                  <a:schemeClr val="tx1"/>
                </a:solidFill>
                <a:latin typeface="Arial" pitchFamily="34" charset="0"/>
                <a:ea typeface="Verdana"/>
                <a:cs typeface="Arial" pitchFamily="34" charset="0"/>
              </a:rPr>
              <a:t>System monitoring (SI-4)</a:t>
            </a:r>
          </a:p>
          <a:p>
            <a:pPr marL="744537" lvl="1" eaLnBrk="1" hangingPunct="1">
              <a:spcBef>
                <a:spcPts val="500"/>
              </a:spcBef>
              <a:buClr>
                <a:srgbClr val="3366CC"/>
              </a:buClr>
              <a:tabLst>
                <a:tab pos="912813" algn="l"/>
                <a:tab pos="1827213" algn="l"/>
                <a:tab pos="2741613" algn="l"/>
                <a:tab pos="3656013" algn="l"/>
                <a:tab pos="4570413" algn="l"/>
                <a:tab pos="5484813" algn="l"/>
                <a:tab pos="6399213" algn="l"/>
                <a:tab pos="7313613" algn="l"/>
                <a:tab pos="8228013" algn="l"/>
                <a:tab pos="9142413" algn="l"/>
                <a:tab pos="10056813" algn="l"/>
              </a:tabLst>
            </a:pPr>
            <a:r>
              <a:rPr lang="en-US" sz="1800" kern="0" dirty="0" smtClean="0">
                <a:solidFill>
                  <a:schemeClr val="tx1"/>
                </a:solidFill>
                <a:latin typeface="Arial" pitchFamily="34" charset="0"/>
                <a:ea typeface="Verdana"/>
                <a:cs typeface="Arial" pitchFamily="34" charset="0"/>
              </a:rPr>
              <a:t>SIEM dependence on shared infrastructure.</a:t>
            </a:r>
          </a:p>
          <a:p>
            <a:pPr marL="744537" lvl="1" eaLnBrk="1" hangingPunct="1">
              <a:spcBef>
                <a:spcPts val="500"/>
              </a:spcBef>
              <a:buClr>
                <a:srgbClr val="3366CC"/>
              </a:buClr>
              <a:tabLst>
                <a:tab pos="912813" algn="l"/>
                <a:tab pos="1827213" algn="l"/>
                <a:tab pos="2741613" algn="l"/>
                <a:tab pos="3656013" algn="l"/>
                <a:tab pos="4570413" algn="l"/>
                <a:tab pos="5484813" algn="l"/>
                <a:tab pos="6399213" algn="l"/>
                <a:tab pos="7313613" algn="l"/>
                <a:tab pos="8228013" algn="l"/>
                <a:tab pos="9142413" algn="l"/>
                <a:tab pos="10056813" algn="l"/>
              </a:tabLst>
            </a:pPr>
            <a:r>
              <a:rPr lang="en-US" sz="1800" b="0" kern="0" dirty="0" smtClean="0">
                <a:solidFill>
                  <a:schemeClr val="tx1"/>
                </a:solidFill>
                <a:latin typeface="Arial" pitchFamily="34" charset="0"/>
                <a:ea typeface="Verdana"/>
                <a:cs typeface="Arial" pitchFamily="34" charset="0"/>
              </a:rPr>
              <a:t>Importance of time sync.</a:t>
            </a:r>
          </a:p>
          <a:p>
            <a:pPr marL="744537" lvl="1" eaLnBrk="1" hangingPunct="1">
              <a:spcBef>
                <a:spcPts val="500"/>
              </a:spcBef>
              <a:buClr>
                <a:srgbClr val="3366CC"/>
              </a:buClr>
              <a:tabLst>
                <a:tab pos="912813" algn="l"/>
                <a:tab pos="1827213" algn="l"/>
                <a:tab pos="2741613" algn="l"/>
                <a:tab pos="3656013" algn="l"/>
                <a:tab pos="4570413" algn="l"/>
                <a:tab pos="5484813" algn="l"/>
                <a:tab pos="6399213" algn="l"/>
                <a:tab pos="7313613" algn="l"/>
                <a:tab pos="8228013" algn="l"/>
                <a:tab pos="9142413" algn="l"/>
                <a:tab pos="10056813" algn="l"/>
              </a:tabLst>
            </a:pPr>
            <a:r>
              <a:rPr lang="en-US" sz="1800" kern="0" dirty="0" smtClean="0">
                <a:solidFill>
                  <a:schemeClr val="tx1"/>
                </a:solidFill>
                <a:latin typeface="Arial" pitchFamily="34" charset="0"/>
                <a:ea typeface="Verdana"/>
                <a:cs typeface="Arial" pitchFamily="34" charset="0"/>
              </a:rPr>
              <a:t>Error event correlation with audit events.</a:t>
            </a:r>
            <a:endParaRPr lang="en-US" sz="1800" b="0" kern="0" dirty="0">
              <a:solidFill>
                <a:schemeClr val="tx1"/>
              </a:solidFill>
              <a:latin typeface="Arial" pitchFamily="34" charset="0"/>
              <a:ea typeface="Verdana"/>
              <a:cs typeface="Arial" pitchFamily="34" charset="0"/>
            </a:endParaRPr>
          </a:p>
        </p:txBody>
      </p:sp>
    </p:spTree>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Rectangle 1"/>
          <p:cNvSpPr>
            <a:spLocks noGrp="1" noChangeArrowheads="1"/>
          </p:cNvSpPr>
          <p:nvPr>
            <p:ph type="title"/>
          </p:nvPr>
        </p:nvSpPr>
        <p:spPr>
          <a:xfrm>
            <a:off x="2057400" y="304800"/>
            <a:ext cx="6815138" cy="533400"/>
          </a:xfrm>
        </p:spPr>
        <p:txBody>
          <a:bodyPr/>
          <a:lstStyle/>
          <a:p>
            <a:pPr eaLnBrk="1" hangingPunct="1">
              <a:buClr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mtClean="0"/>
              <a:t>Defenders POV 800-53 Technical</a:t>
            </a:r>
          </a:p>
        </p:txBody>
      </p:sp>
      <p:sp>
        <p:nvSpPr>
          <p:cNvPr id="3" name="Rectangle 2"/>
          <p:cNvSpPr txBox="1">
            <a:spLocks noChangeArrowheads="1"/>
          </p:cNvSpPr>
          <p:nvPr/>
        </p:nvSpPr>
        <p:spPr bwMode="auto">
          <a:xfrm>
            <a:off x="554491" y="1066800"/>
            <a:ext cx="8567738" cy="46481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0000" tIns="46800" rIns="90000" bIns="46800" numCol="1" anchor="t" anchorCtr="0" compatLnSpc="1">
            <a:prstTxWarp prst="textNoShape">
              <a:avLst/>
            </a:prstTxWarp>
          </a:bodyPr>
          <a:lstStyle>
            <a:lvl1pPr marL="342900" indent="-342900" algn="l" defTabSz="457200" rtl="0" eaLnBrk="0" fontAlgn="base" hangingPunct="0">
              <a:spcBef>
                <a:spcPts val="350"/>
              </a:spcBef>
              <a:spcAft>
                <a:spcPct val="0"/>
              </a:spcAft>
              <a:buClr>
                <a:srgbClr val="000000"/>
              </a:buClr>
              <a:buSzPct val="100000"/>
              <a:buFont typeface="Times New Roman" panose="02020603050405020304" pitchFamily="18" charset="0"/>
              <a:buChar char="•"/>
              <a:defRPr sz="1400" b="1">
                <a:solidFill>
                  <a:srgbClr val="000000"/>
                </a:solidFill>
                <a:latin typeface="+mn-lt"/>
                <a:ea typeface="+mn-ea"/>
                <a:cs typeface="+mn-cs"/>
              </a:defRPr>
            </a:lvl1pPr>
            <a:lvl2pPr marL="742950" indent="-285750" algn="l" defTabSz="457200" rtl="0" eaLnBrk="0" fontAlgn="base" hangingPunct="0">
              <a:spcBef>
                <a:spcPts val="300"/>
              </a:spcBef>
              <a:spcAft>
                <a:spcPct val="0"/>
              </a:spcAft>
              <a:buClr>
                <a:srgbClr val="000000"/>
              </a:buClr>
              <a:buSzPct val="100000"/>
              <a:buFont typeface="Times New Roman" panose="02020603050405020304" pitchFamily="18" charset="0"/>
              <a:buChar char="–"/>
              <a:defRPr sz="1200">
                <a:solidFill>
                  <a:srgbClr val="000000"/>
                </a:solidFill>
                <a:latin typeface="+mn-lt"/>
                <a:ea typeface="+mn-ea"/>
                <a:cs typeface="+mn-cs"/>
              </a:defRPr>
            </a:lvl2pPr>
            <a:lvl3pPr marL="1143000" indent="-228600" algn="l" defTabSz="457200" rtl="0" eaLnBrk="0" fontAlgn="base" hangingPunct="0">
              <a:spcBef>
                <a:spcPts val="600"/>
              </a:spcBef>
              <a:spcAft>
                <a:spcPct val="0"/>
              </a:spcAft>
              <a:buClr>
                <a:srgbClr val="000000"/>
              </a:buClr>
              <a:buSzPct val="100000"/>
              <a:buFont typeface="Times New Roman" panose="02020603050405020304" pitchFamily="18" charset="0"/>
              <a:buChar char="•"/>
              <a:defRPr sz="2400">
                <a:solidFill>
                  <a:srgbClr val="000000"/>
                </a:solidFill>
                <a:latin typeface="Arial" charset="0"/>
                <a:ea typeface="+mn-ea"/>
                <a:cs typeface="+mn-cs"/>
              </a:defRPr>
            </a:lvl3pPr>
            <a:lvl4pPr marL="1600200" indent="-228600" algn="l" defTabSz="457200" rtl="0" eaLnBrk="0" fontAlgn="base" hangingPunct="0">
              <a:spcBef>
                <a:spcPts val="500"/>
              </a:spcBef>
              <a:spcAft>
                <a:spcPct val="0"/>
              </a:spcAft>
              <a:buClr>
                <a:srgbClr val="000000"/>
              </a:buClr>
              <a:buSzPct val="100000"/>
              <a:buFont typeface="Times New Roman" panose="02020603050405020304" pitchFamily="18" charset="0"/>
              <a:buChar char="–"/>
              <a:defRPr sz="2000">
                <a:solidFill>
                  <a:srgbClr val="000000"/>
                </a:solidFill>
                <a:latin typeface="Arial" charset="0"/>
                <a:ea typeface="+mn-ea"/>
                <a:cs typeface="+mn-cs"/>
              </a:defRPr>
            </a:lvl4pPr>
            <a:lvl5pPr marL="2057400" indent="-228600" algn="l" defTabSz="457200" rtl="0" eaLnBrk="0" fontAlgn="base" hangingPunct="0">
              <a:spcBef>
                <a:spcPts val="500"/>
              </a:spcBef>
              <a:spcAft>
                <a:spcPct val="0"/>
              </a:spcAft>
              <a:buClr>
                <a:srgbClr val="000000"/>
              </a:buClr>
              <a:buSzPct val="100000"/>
              <a:buFont typeface="Times New Roman" panose="02020603050405020304" pitchFamily="18" charset="0"/>
              <a:buChar char="»"/>
              <a:defRPr sz="2000">
                <a:solidFill>
                  <a:srgbClr val="000000"/>
                </a:solidFill>
                <a:latin typeface="Arial" charset="0"/>
                <a:ea typeface="+mn-ea"/>
                <a:cs typeface="+mn-cs"/>
              </a:defRPr>
            </a:lvl5pPr>
            <a:lvl6pPr marL="2514600" indent="-228600" algn="l" defTabSz="457200" rtl="0" fontAlgn="base">
              <a:spcBef>
                <a:spcPts val="500"/>
              </a:spcBef>
              <a:spcAft>
                <a:spcPct val="0"/>
              </a:spcAft>
              <a:buClr>
                <a:srgbClr val="000000"/>
              </a:buClr>
              <a:buSzPct val="100000"/>
              <a:buFont typeface="Times New Roman" pitchFamily="16" charset="0"/>
              <a:defRPr sz="2000">
                <a:solidFill>
                  <a:srgbClr val="000000"/>
                </a:solidFill>
                <a:latin typeface="Arial" charset="0"/>
                <a:ea typeface="+mn-ea"/>
                <a:cs typeface="+mn-cs"/>
              </a:defRPr>
            </a:lvl6pPr>
            <a:lvl7pPr marL="2971800" indent="-228600" algn="l" defTabSz="457200" rtl="0" fontAlgn="base">
              <a:spcBef>
                <a:spcPts val="500"/>
              </a:spcBef>
              <a:spcAft>
                <a:spcPct val="0"/>
              </a:spcAft>
              <a:buClr>
                <a:srgbClr val="000000"/>
              </a:buClr>
              <a:buSzPct val="100000"/>
              <a:buFont typeface="Times New Roman" pitchFamily="16" charset="0"/>
              <a:defRPr sz="2000">
                <a:solidFill>
                  <a:srgbClr val="000000"/>
                </a:solidFill>
                <a:latin typeface="Arial" charset="0"/>
                <a:ea typeface="+mn-ea"/>
                <a:cs typeface="+mn-cs"/>
              </a:defRPr>
            </a:lvl7pPr>
            <a:lvl8pPr marL="3429000" indent="-228600" algn="l" defTabSz="457200" rtl="0" fontAlgn="base">
              <a:spcBef>
                <a:spcPts val="500"/>
              </a:spcBef>
              <a:spcAft>
                <a:spcPct val="0"/>
              </a:spcAft>
              <a:buClr>
                <a:srgbClr val="000000"/>
              </a:buClr>
              <a:buSzPct val="100000"/>
              <a:buFont typeface="Times New Roman" pitchFamily="16" charset="0"/>
              <a:defRPr sz="2000">
                <a:solidFill>
                  <a:srgbClr val="000000"/>
                </a:solidFill>
                <a:latin typeface="Arial" charset="0"/>
                <a:ea typeface="+mn-ea"/>
                <a:cs typeface="+mn-cs"/>
              </a:defRPr>
            </a:lvl8pPr>
            <a:lvl9pPr marL="3886200" indent="-228600" algn="l" defTabSz="457200" rtl="0" fontAlgn="base">
              <a:spcBef>
                <a:spcPts val="500"/>
              </a:spcBef>
              <a:spcAft>
                <a:spcPct val="0"/>
              </a:spcAft>
              <a:buClr>
                <a:srgbClr val="000000"/>
              </a:buClr>
              <a:buSzPct val="100000"/>
              <a:buFont typeface="Times New Roman" pitchFamily="16" charset="0"/>
              <a:defRPr sz="2000">
                <a:solidFill>
                  <a:srgbClr val="000000"/>
                </a:solidFill>
                <a:latin typeface="Arial" charset="0"/>
                <a:ea typeface="+mn-ea"/>
                <a:cs typeface="+mn-cs"/>
              </a:defRPr>
            </a:lvl9pPr>
          </a:lstStyle>
          <a:p>
            <a:pPr marL="344487" eaLnBrk="1" hangingPunct="1">
              <a:spcBef>
                <a:spcPts val="500"/>
              </a:spcBef>
              <a:buClr>
                <a:srgbClr val="3366CC"/>
              </a:buClr>
              <a:tabLst>
                <a:tab pos="912813" algn="l"/>
                <a:tab pos="1827213" algn="l"/>
                <a:tab pos="2741613" algn="l"/>
                <a:tab pos="3656013" algn="l"/>
                <a:tab pos="4570413" algn="l"/>
                <a:tab pos="5484813" algn="l"/>
                <a:tab pos="6399213" algn="l"/>
                <a:tab pos="7313613" algn="l"/>
                <a:tab pos="8228013" algn="l"/>
                <a:tab pos="9142413" algn="l"/>
                <a:tab pos="10056813" algn="l"/>
              </a:tabLst>
            </a:pPr>
            <a:r>
              <a:rPr lang="en-US" b="0" kern="0" dirty="0" smtClean="0">
                <a:solidFill>
                  <a:schemeClr val="tx1"/>
                </a:solidFill>
                <a:latin typeface="Arial" pitchFamily="34" charset="0"/>
                <a:ea typeface="Verdana"/>
                <a:cs typeface="Arial" pitchFamily="34" charset="0"/>
              </a:rPr>
              <a:t>Access control policy and procedures </a:t>
            </a:r>
            <a:r>
              <a:rPr lang="en-US" b="0" kern="0" dirty="0">
                <a:solidFill>
                  <a:schemeClr val="tx1"/>
                </a:solidFill>
                <a:latin typeface="Arial" pitchFamily="34" charset="0"/>
                <a:ea typeface="Verdana"/>
                <a:cs typeface="Arial" pitchFamily="34" charset="0"/>
              </a:rPr>
              <a:t>(CA-1</a:t>
            </a:r>
            <a:r>
              <a:rPr lang="en-US" b="0" kern="0" dirty="0" smtClean="0">
                <a:solidFill>
                  <a:schemeClr val="tx1"/>
                </a:solidFill>
                <a:latin typeface="Arial" pitchFamily="34" charset="0"/>
                <a:ea typeface="Verdana"/>
                <a:cs typeface="Arial" pitchFamily="34" charset="0"/>
              </a:rPr>
              <a:t>)</a:t>
            </a:r>
          </a:p>
          <a:p>
            <a:pPr marL="744537" lvl="1" eaLnBrk="1" hangingPunct="1">
              <a:spcBef>
                <a:spcPts val="500"/>
              </a:spcBef>
              <a:buClr>
                <a:srgbClr val="3366CC"/>
              </a:buClr>
              <a:tabLst>
                <a:tab pos="912813" algn="l"/>
                <a:tab pos="1827213" algn="l"/>
                <a:tab pos="2741613" algn="l"/>
                <a:tab pos="3656013" algn="l"/>
                <a:tab pos="4570413" algn="l"/>
                <a:tab pos="5484813" algn="l"/>
                <a:tab pos="6399213" algn="l"/>
                <a:tab pos="7313613" algn="l"/>
                <a:tab pos="8228013" algn="l"/>
                <a:tab pos="9142413" algn="l"/>
                <a:tab pos="10056813" algn="l"/>
              </a:tabLst>
            </a:pPr>
            <a:r>
              <a:rPr lang="en-US" sz="1400" kern="0" dirty="0" smtClean="0">
                <a:solidFill>
                  <a:schemeClr val="tx1"/>
                </a:solidFill>
                <a:latin typeface="Arial" pitchFamily="34" charset="0"/>
                <a:ea typeface="Verdana"/>
                <a:cs typeface="Arial" pitchFamily="34" charset="0"/>
              </a:rPr>
              <a:t>Accepting/accounting for ACL risk exposure</a:t>
            </a:r>
          </a:p>
          <a:p>
            <a:pPr marL="744537" lvl="1" eaLnBrk="1" hangingPunct="1">
              <a:spcBef>
                <a:spcPts val="500"/>
              </a:spcBef>
              <a:buClr>
                <a:srgbClr val="3366CC"/>
              </a:buClr>
              <a:tabLst>
                <a:tab pos="912813" algn="l"/>
                <a:tab pos="1827213" algn="l"/>
                <a:tab pos="2741613" algn="l"/>
                <a:tab pos="3656013" algn="l"/>
                <a:tab pos="4570413" algn="l"/>
                <a:tab pos="5484813" algn="l"/>
                <a:tab pos="6399213" algn="l"/>
                <a:tab pos="7313613" algn="l"/>
                <a:tab pos="8228013" algn="l"/>
                <a:tab pos="9142413" algn="l"/>
                <a:tab pos="10056813" algn="l"/>
              </a:tabLst>
            </a:pPr>
            <a:r>
              <a:rPr lang="en-US" sz="1400" kern="0" dirty="0" smtClean="0">
                <a:solidFill>
                  <a:schemeClr val="tx1"/>
                </a:solidFill>
                <a:latin typeface="Arial" pitchFamily="34" charset="0"/>
                <a:ea typeface="Verdana"/>
                <a:cs typeface="Arial" pitchFamily="34" charset="0"/>
              </a:rPr>
              <a:t>Admin </a:t>
            </a:r>
            <a:r>
              <a:rPr lang="en-US" sz="1400" kern="0" dirty="0">
                <a:solidFill>
                  <a:schemeClr val="tx1"/>
                </a:solidFill>
                <a:latin typeface="Arial" pitchFamily="34" charset="0"/>
                <a:ea typeface="Verdana"/>
                <a:cs typeface="Arial" pitchFamily="34" charset="0"/>
              </a:rPr>
              <a:t>account review intervals</a:t>
            </a:r>
            <a:endParaRPr lang="en-US" sz="1400" b="0" kern="0" dirty="0">
              <a:solidFill>
                <a:schemeClr val="tx1"/>
              </a:solidFill>
              <a:latin typeface="Arial" pitchFamily="34" charset="0"/>
              <a:ea typeface="Verdana"/>
              <a:cs typeface="Arial" pitchFamily="34" charset="0"/>
            </a:endParaRPr>
          </a:p>
          <a:p>
            <a:pPr marL="344487" eaLnBrk="1" hangingPunct="1">
              <a:spcBef>
                <a:spcPts val="500"/>
              </a:spcBef>
              <a:buClr>
                <a:srgbClr val="3366CC"/>
              </a:buClr>
              <a:tabLst>
                <a:tab pos="912813" algn="l"/>
                <a:tab pos="1827213" algn="l"/>
                <a:tab pos="2741613" algn="l"/>
                <a:tab pos="3656013" algn="l"/>
                <a:tab pos="4570413" algn="l"/>
                <a:tab pos="5484813" algn="l"/>
                <a:tab pos="6399213" algn="l"/>
                <a:tab pos="7313613" algn="l"/>
                <a:tab pos="8228013" algn="l"/>
                <a:tab pos="9142413" algn="l"/>
                <a:tab pos="10056813" algn="l"/>
              </a:tabLst>
            </a:pPr>
            <a:r>
              <a:rPr lang="en-US" b="0" kern="0" dirty="0" smtClean="0">
                <a:solidFill>
                  <a:schemeClr val="tx1"/>
                </a:solidFill>
                <a:latin typeface="Arial" pitchFamily="34" charset="0"/>
                <a:ea typeface="Verdana"/>
                <a:cs typeface="Arial" pitchFamily="34" charset="0"/>
              </a:rPr>
              <a:t>Least privilege (AC-6)</a:t>
            </a:r>
          </a:p>
          <a:p>
            <a:pPr marL="744537" lvl="1" eaLnBrk="1" hangingPunct="1">
              <a:spcBef>
                <a:spcPts val="500"/>
              </a:spcBef>
              <a:buClr>
                <a:srgbClr val="3366CC"/>
              </a:buClr>
              <a:tabLst>
                <a:tab pos="912813" algn="l"/>
                <a:tab pos="1827213" algn="l"/>
                <a:tab pos="2741613" algn="l"/>
                <a:tab pos="3656013" algn="l"/>
                <a:tab pos="4570413" algn="l"/>
                <a:tab pos="5484813" algn="l"/>
                <a:tab pos="6399213" algn="l"/>
                <a:tab pos="7313613" algn="l"/>
                <a:tab pos="8228013" algn="l"/>
                <a:tab pos="9142413" algn="l"/>
                <a:tab pos="10056813" algn="l"/>
              </a:tabLst>
            </a:pPr>
            <a:r>
              <a:rPr lang="en-US" sz="1400" kern="0" dirty="0" smtClean="0">
                <a:solidFill>
                  <a:schemeClr val="tx1"/>
                </a:solidFill>
                <a:latin typeface="Arial" pitchFamily="34" charset="0"/>
                <a:ea typeface="Verdana"/>
                <a:cs typeface="Arial" pitchFamily="34" charset="0"/>
              </a:rPr>
              <a:t>ACLs</a:t>
            </a:r>
          </a:p>
          <a:p>
            <a:pPr marL="744537" lvl="1" eaLnBrk="1" hangingPunct="1">
              <a:spcBef>
                <a:spcPts val="500"/>
              </a:spcBef>
              <a:buClr>
                <a:srgbClr val="3366CC"/>
              </a:buClr>
              <a:tabLst>
                <a:tab pos="912813" algn="l"/>
                <a:tab pos="1827213" algn="l"/>
                <a:tab pos="2741613" algn="l"/>
                <a:tab pos="3656013" algn="l"/>
                <a:tab pos="4570413" algn="l"/>
                <a:tab pos="5484813" algn="l"/>
                <a:tab pos="6399213" algn="l"/>
                <a:tab pos="7313613" algn="l"/>
                <a:tab pos="8228013" algn="l"/>
                <a:tab pos="9142413" algn="l"/>
                <a:tab pos="10056813" algn="l"/>
              </a:tabLst>
            </a:pPr>
            <a:r>
              <a:rPr lang="en-US" sz="1400" kern="0" dirty="0" smtClean="0">
                <a:solidFill>
                  <a:schemeClr val="tx1"/>
                </a:solidFill>
                <a:latin typeface="Arial" pitchFamily="34" charset="0"/>
                <a:ea typeface="Verdana"/>
                <a:cs typeface="Arial" pitchFamily="34" charset="0"/>
              </a:rPr>
              <a:t>Impersonation </a:t>
            </a:r>
            <a:r>
              <a:rPr lang="en-US" sz="1400" kern="0" dirty="0" err="1" smtClean="0">
                <a:solidFill>
                  <a:schemeClr val="tx1"/>
                </a:solidFill>
                <a:latin typeface="Arial" pitchFamily="34" charset="0"/>
                <a:ea typeface="Verdana"/>
                <a:cs typeface="Arial" pitchFamily="34" charset="0"/>
              </a:rPr>
              <a:t>vs</a:t>
            </a:r>
            <a:r>
              <a:rPr lang="en-US" sz="1400" kern="0" dirty="0" smtClean="0">
                <a:solidFill>
                  <a:schemeClr val="tx1"/>
                </a:solidFill>
                <a:latin typeface="Arial" pitchFamily="34" charset="0"/>
                <a:ea typeface="Verdana"/>
                <a:cs typeface="Arial" pitchFamily="34" charset="0"/>
              </a:rPr>
              <a:t> delegation</a:t>
            </a:r>
          </a:p>
          <a:p>
            <a:pPr marL="744537" lvl="1" eaLnBrk="1" hangingPunct="1">
              <a:spcBef>
                <a:spcPts val="500"/>
              </a:spcBef>
              <a:buClr>
                <a:srgbClr val="3366CC"/>
              </a:buClr>
              <a:tabLst>
                <a:tab pos="912813" algn="l"/>
                <a:tab pos="1827213" algn="l"/>
                <a:tab pos="2741613" algn="l"/>
                <a:tab pos="3656013" algn="l"/>
                <a:tab pos="4570413" algn="l"/>
                <a:tab pos="5484813" algn="l"/>
                <a:tab pos="6399213" algn="l"/>
                <a:tab pos="7313613" algn="l"/>
                <a:tab pos="8228013" algn="l"/>
                <a:tab pos="9142413" algn="l"/>
                <a:tab pos="10056813" algn="l"/>
              </a:tabLst>
            </a:pPr>
            <a:r>
              <a:rPr lang="en-US" sz="1400" b="0" kern="0" dirty="0" smtClean="0">
                <a:solidFill>
                  <a:schemeClr val="tx1"/>
                </a:solidFill>
                <a:latin typeface="Arial" pitchFamily="34" charset="0"/>
                <a:ea typeface="Verdana"/>
                <a:cs typeface="Arial" pitchFamily="34" charset="0"/>
              </a:rPr>
              <a:t>Kerberos constrained delegation</a:t>
            </a:r>
          </a:p>
          <a:p>
            <a:pPr marL="744537" lvl="1" eaLnBrk="1" hangingPunct="1">
              <a:spcBef>
                <a:spcPts val="500"/>
              </a:spcBef>
              <a:buClr>
                <a:srgbClr val="3366CC"/>
              </a:buClr>
              <a:tabLst>
                <a:tab pos="912813" algn="l"/>
                <a:tab pos="1827213" algn="l"/>
                <a:tab pos="2741613" algn="l"/>
                <a:tab pos="3656013" algn="l"/>
                <a:tab pos="4570413" algn="l"/>
                <a:tab pos="5484813" algn="l"/>
                <a:tab pos="6399213" algn="l"/>
                <a:tab pos="7313613" algn="l"/>
                <a:tab pos="8228013" algn="l"/>
                <a:tab pos="9142413" algn="l"/>
                <a:tab pos="10056813" algn="l"/>
              </a:tabLst>
            </a:pPr>
            <a:r>
              <a:rPr lang="en-US" sz="1400" kern="0" dirty="0" smtClean="0">
                <a:solidFill>
                  <a:schemeClr val="tx1"/>
                </a:solidFill>
                <a:latin typeface="Arial" pitchFamily="34" charset="0"/>
                <a:ea typeface="Verdana"/>
                <a:cs typeface="Arial" pitchFamily="34" charset="0"/>
              </a:rPr>
              <a:t>Federated authentication</a:t>
            </a:r>
            <a:endParaRPr lang="en-US" sz="1400" b="0" kern="0" dirty="0" smtClean="0">
              <a:solidFill>
                <a:schemeClr val="tx1"/>
              </a:solidFill>
              <a:latin typeface="Arial" pitchFamily="34" charset="0"/>
              <a:ea typeface="Verdana"/>
              <a:cs typeface="Arial" pitchFamily="34" charset="0"/>
            </a:endParaRPr>
          </a:p>
          <a:p>
            <a:pPr marL="744537" lvl="1" eaLnBrk="1" hangingPunct="1">
              <a:spcBef>
                <a:spcPts val="500"/>
              </a:spcBef>
              <a:buClr>
                <a:srgbClr val="3366CC"/>
              </a:buClr>
              <a:tabLst>
                <a:tab pos="912813" algn="l"/>
                <a:tab pos="1827213" algn="l"/>
                <a:tab pos="2741613" algn="l"/>
                <a:tab pos="3656013" algn="l"/>
                <a:tab pos="4570413" algn="l"/>
                <a:tab pos="5484813" algn="l"/>
                <a:tab pos="6399213" algn="l"/>
                <a:tab pos="7313613" algn="l"/>
                <a:tab pos="8228013" algn="l"/>
                <a:tab pos="9142413" algn="l"/>
                <a:tab pos="10056813" algn="l"/>
              </a:tabLst>
            </a:pPr>
            <a:r>
              <a:rPr lang="en-US" sz="1400" kern="0" dirty="0" smtClean="0">
                <a:solidFill>
                  <a:schemeClr val="tx1"/>
                </a:solidFill>
                <a:latin typeface="Arial" pitchFamily="34" charset="0"/>
                <a:ea typeface="Verdana"/>
                <a:cs typeface="Arial" pitchFamily="34" charset="0"/>
              </a:rPr>
              <a:t>Monitoring/accounting for compliance</a:t>
            </a:r>
            <a:endParaRPr lang="en-US" sz="1400" kern="0" dirty="0">
              <a:solidFill>
                <a:schemeClr val="tx1"/>
              </a:solidFill>
              <a:latin typeface="Arial" pitchFamily="34" charset="0"/>
              <a:ea typeface="Verdana"/>
              <a:cs typeface="Arial" pitchFamily="34" charset="0"/>
            </a:endParaRPr>
          </a:p>
          <a:p>
            <a:pPr marL="744537" lvl="1" eaLnBrk="1" hangingPunct="1">
              <a:spcBef>
                <a:spcPts val="500"/>
              </a:spcBef>
              <a:buClr>
                <a:srgbClr val="3366CC"/>
              </a:buClr>
              <a:tabLst>
                <a:tab pos="912813" algn="l"/>
                <a:tab pos="1827213" algn="l"/>
                <a:tab pos="2741613" algn="l"/>
                <a:tab pos="3656013" algn="l"/>
                <a:tab pos="4570413" algn="l"/>
                <a:tab pos="5484813" algn="l"/>
                <a:tab pos="6399213" algn="l"/>
                <a:tab pos="7313613" algn="l"/>
                <a:tab pos="8228013" algn="l"/>
                <a:tab pos="9142413" algn="l"/>
                <a:tab pos="10056813" algn="l"/>
              </a:tabLst>
            </a:pPr>
            <a:r>
              <a:rPr lang="en-US" sz="1400" b="0" kern="0" dirty="0" smtClean="0">
                <a:solidFill>
                  <a:schemeClr val="tx1"/>
                </a:solidFill>
                <a:latin typeface="Arial" pitchFamily="34" charset="0"/>
                <a:ea typeface="Verdana"/>
                <a:cs typeface="Arial" pitchFamily="34" charset="0"/>
              </a:rPr>
              <a:t>Group policies</a:t>
            </a:r>
            <a:endParaRPr lang="en-US" sz="1400" b="0" kern="0" dirty="0">
              <a:solidFill>
                <a:schemeClr val="tx1"/>
              </a:solidFill>
              <a:latin typeface="Arial" pitchFamily="34" charset="0"/>
              <a:ea typeface="Verdana"/>
              <a:cs typeface="Arial" pitchFamily="34" charset="0"/>
            </a:endParaRPr>
          </a:p>
          <a:p>
            <a:pPr marL="344487" eaLnBrk="1" hangingPunct="1">
              <a:spcBef>
                <a:spcPts val="500"/>
              </a:spcBef>
              <a:buClr>
                <a:srgbClr val="3366CC"/>
              </a:buClr>
              <a:tabLst>
                <a:tab pos="912813" algn="l"/>
                <a:tab pos="1827213" algn="l"/>
                <a:tab pos="2741613" algn="l"/>
                <a:tab pos="3656013" algn="l"/>
                <a:tab pos="4570413" algn="l"/>
                <a:tab pos="5484813" algn="l"/>
                <a:tab pos="6399213" algn="l"/>
                <a:tab pos="7313613" algn="l"/>
                <a:tab pos="8228013" algn="l"/>
                <a:tab pos="9142413" algn="l"/>
                <a:tab pos="10056813" algn="l"/>
              </a:tabLst>
            </a:pPr>
            <a:r>
              <a:rPr lang="en-US" b="0" kern="0" dirty="0" smtClean="0">
                <a:solidFill>
                  <a:schemeClr val="tx1"/>
                </a:solidFill>
                <a:latin typeface="Arial" pitchFamily="34" charset="0"/>
                <a:ea typeface="Verdana"/>
                <a:cs typeface="Arial" pitchFamily="34" charset="0"/>
              </a:rPr>
              <a:t>Audit record retention (AU-11)</a:t>
            </a:r>
          </a:p>
          <a:p>
            <a:pPr marL="744537" lvl="1" eaLnBrk="1" hangingPunct="1">
              <a:spcBef>
                <a:spcPts val="500"/>
              </a:spcBef>
              <a:buClr>
                <a:srgbClr val="3366CC"/>
              </a:buClr>
              <a:tabLst>
                <a:tab pos="912813" algn="l"/>
                <a:tab pos="1827213" algn="l"/>
                <a:tab pos="2741613" algn="l"/>
                <a:tab pos="3656013" algn="l"/>
                <a:tab pos="4570413" algn="l"/>
                <a:tab pos="5484813" algn="l"/>
                <a:tab pos="6399213" algn="l"/>
                <a:tab pos="7313613" algn="l"/>
                <a:tab pos="8228013" algn="l"/>
                <a:tab pos="9142413" algn="l"/>
                <a:tab pos="10056813" algn="l"/>
              </a:tabLst>
            </a:pPr>
            <a:r>
              <a:rPr lang="en-US" sz="1400" kern="0" dirty="0" smtClean="0">
                <a:solidFill>
                  <a:schemeClr val="tx1"/>
                </a:solidFill>
                <a:latin typeface="Arial" pitchFamily="34" charset="0"/>
                <a:ea typeface="Verdana"/>
                <a:cs typeface="Arial" pitchFamily="34" charset="0"/>
              </a:rPr>
              <a:t>Tiered retention by risk exposure.</a:t>
            </a:r>
            <a:endParaRPr lang="en-US" sz="1400" b="0" kern="0" dirty="0">
              <a:solidFill>
                <a:schemeClr val="tx1"/>
              </a:solidFill>
              <a:latin typeface="Arial" pitchFamily="34" charset="0"/>
              <a:ea typeface="Verdana"/>
              <a:cs typeface="Arial" pitchFamily="34" charset="0"/>
            </a:endParaRPr>
          </a:p>
          <a:p>
            <a:pPr marL="344487" eaLnBrk="1" hangingPunct="1">
              <a:spcBef>
                <a:spcPts val="500"/>
              </a:spcBef>
              <a:buClr>
                <a:srgbClr val="3366CC"/>
              </a:buClr>
              <a:tabLst>
                <a:tab pos="912813" algn="l"/>
                <a:tab pos="1827213" algn="l"/>
                <a:tab pos="2741613" algn="l"/>
                <a:tab pos="3656013" algn="l"/>
                <a:tab pos="4570413" algn="l"/>
                <a:tab pos="5484813" algn="l"/>
                <a:tab pos="6399213" algn="l"/>
                <a:tab pos="7313613" algn="l"/>
                <a:tab pos="8228013" algn="l"/>
                <a:tab pos="9142413" algn="l"/>
                <a:tab pos="10056813" algn="l"/>
              </a:tabLst>
            </a:pPr>
            <a:r>
              <a:rPr lang="en-US" b="0" kern="0" dirty="0" smtClean="0">
                <a:solidFill>
                  <a:schemeClr val="tx1"/>
                </a:solidFill>
                <a:latin typeface="Arial" pitchFamily="34" charset="0"/>
                <a:ea typeface="Verdana"/>
                <a:cs typeface="Arial" pitchFamily="34" charset="0"/>
              </a:rPr>
              <a:t>Session concurrency, lock, replay (AC-10, AC-11)</a:t>
            </a:r>
          </a:p>
          <a:p>
            <a:pPr marL="744537" lvl="1" eaLnBrk="1" hangingPunct="1">
              <a:spcBef>
                <a:spcPts val="500"/>
              </a:spcBef>
              <a:buClr>
                <a:srgbClr val="3366CC"/>
              </a:buClr>
              <a:tabLst>
                <a:tab pos="912813" algn="l"/>
                <a:tab pos="1827213" algn="l"/>
                <a:tab pos="2741613" algn="l"/>
                <a:tab pos="3656013" algn="l"/>
                <a:tab pos="4570413" algn="l"/>
                <a:tab pos="5484813" algn="l"/>
                <a:tab pos="6399213" algn="l"/>
                <a:tab pos="7313613" algn="l"/>
                <a:tab pos="8228013" algn="l"/>
                <a:tab pos="9142413" algn="l"/>
                <a:tab pos="10056813" algn="l"/>
              </a:tabLst>
            </a:pPr>
            <a:r>
              <a:rPr lang="en-US" sz="1400" kern="0" dirty="0" smtClean="0">
                <a:solidFill>
                  <a:schemeClr val="tx1"/>
                </a:solidFill>
                <a:latin typeface="Arial" pitchFamily="34" charset="0"/>
                <a:ea typeface="Verdana"/>
                <a:cs typeface="Arial" pitchFamily="34" charset="0"/>
              </a:rPr>
              <a:t>Securing external identifiers</a:t>
            </a:r>
          </a:p>
          <a:p>
            <a:pPr marL="744537" lvl="1" eaLnBrk="1" hangingPunct="1">
              <a:spcBef>
                <a:spcPts val="500"/>
              </a:spcBef>
              <a:buClr>
                <a:srgbClr val="3366CC"/>
              </a:buClr>
              <a:tabLst>
                <a:tab pos="912813" algn="l"/>
                <a:tab pos="1827213" algn="l"/>
                <a:tab pos="2741613" algn="l"/>
                <a:tab pos="3656013" algn="l"/>
                <a:tab pos="4570413" algn="l"/>
                <a:tab pos="5484813" algn="l"/>
                <a:tab pos="6399213" algn="l"/>
                <a:tab pos="7313613" algn="l"/>
                <a:tab pos="8228013" algn="l"/>
                <a:tab pos="9142413" algn="l"/>
                <a:tab pos="10056813" algn="l"/>
              </a:tabLst>
            </a:pPr>
            <a:r>
              <a:rPr lang="en-US" sz="1400" b="0" kern="0" dirty="0" smtClean="0">
                <a:solidFill>
                  <a:schemeClr val="tx1"/>
                </a:solidFill>
                <a:latin typeface="Arial" pitchFamily="34" charset="0"/>
                <a:ea typeface="Verdana"/>
                <a:cs typeface="Arial" pitchFamily="34" charset="0"/>
              </a:rPr>
              <a:t>Preventing app “nesting”</a:t>
            </a:r>
            <a:endParaRPr lang="en-US" sz="1400" b="0" kern="0" dirty="0">
              <a:solidFill>
                <a:schemeClr val="tx1"/>
              </a:solidFill>
              <a:latin typeface="Arial" pitchFamily="34" charset="0"/>
              <a:ea typeface="Verdana"/>
              <a:cs typeface="Arial" pitchFamily="34" charset="0"/>
            </a:endParaRPr>
          </a:p>
          <a:p>
            <a:pPr marL="344487" eaLnBrk="1" hangingPunct="1">
              <a:spcBef>
                <a:spcPts val="500"/>
              </a:spcBef>
              <a:buClr>
                <a:srgbClr val="3366CC"/>
              </a:buClr>
              <a:tabLst>
                <a:tab pos="912813" algn="l"/>
                <a:tab pos="1827213" algn="l"/>
                <a:tab pos="2741613" algn="l"/>
                <a:tab pos="3656013" algn="l"/>
                <a:tab pos="4570413" algn="l"/>
                <a:tab pos="5484813" algn="l"/>
                <a:tab pos="6399213" algn="l"/>
                <a:tab pos="7313613" algn="l"/>
                <a:tab pos="8228013" algn="l"/>
                <a:tab pos="9142413" algn="l"/>
                <a:tab pos="10056813" algn="l"/>
              </a:tabLst>
            </a:pPr>
            <a:r>
              <a:rPr lang="en-US" b="0" kern="0" dirty="0">
                <a:solidFill>
                  <a:schemeClr val="tx1"/>
                </a:solidFill>
                <a:latin typeface="Arial" pitchFamily="34" charset="0"/>
                <a:ea typeface="Verdana"/>
                <a:cs typeface="Arial" pitchFamily="34" charset="0"/>
              </a:rPr>
              <a:t>Architectural design </a:t>
            </a:r>
            <a:r>
              <a:rPr lang="en-US" b="0" kern="0" dirty="0" smtClean="0">
                <a:solidFill>
                  <a:schemeClr val="tx1"/>
                </a:solidFill>
                <a:latin typeface="Arial" pitchFamily="34" charset="0"/>
                <a:ea typeface="Verdana"/>
                <a:cs typeface="Arial" pitchFamily="34" charset="0"/>
              </a:rPr>
              <a:t>elements (all SC’s)</a:t>
            </a:r>
          </a:p>
          <a:p>
            <a:pPr marL="744537" lvl="1" eaLnBrk="1" hangingPunct="1">
              <a:spcBef>
                <a:spcPts val="500"/>
              </a:spcBef>
              <a:buClr>
                <a:srgbClr val="3366CC"/>
              </a:buClr>
              <a:tabLst>
                <a:tab pos="912813" algn="l"/>
                <a:tab pos="1827213" algn="l"/>
                <a:tab pos="2741613" algn="l"/>
                <a:tab pos="3656013" algn="l"/>
                <a:tab pos="4570413" algn="l"/>
                <a:tab pos="5484813" algn="l"/>
                <a:tab pos="6399213" algn="l"/>
                <a:tab pos="7313613" algn="l"/>
                <a:tab pos="8228013" algn="l"/>
                <a:tab pos="9142413" algn="l"/>
                <a:tab pos="10056813" algn="l"/>
              </a:tabLst>
            </a:pPr>
            <a:r>
              <a:rPr lang="en-US" sz="1400" kern="0" dirty="0" smtClean="0">
                <a:solidFill>
                  <a:schemeClr val="tx1"/>
                </a:solidFill>
                <a:latin typeface="Arial" pitchFamily="34" charset="0"/>
                <a:ea typeface="Verdana"/>
                <a:cs typeface="Arial" pitchFamily="34" charset="0"/>
              </a:rPr>
              <a:t>System partitioning from the ground (physical) and up</a:t>
            </a:r>
          </a:p>
          <a:p>
            <a:pPr marL="744537" lvl="1" eaLnBrk="1" hangingPunct="1">
              <a:spcBef>
                <a:spcPts val="500"/>
              </a:spcBef>
              <a:buClr>
                <a:srgbClr val="3366CC"/>
              </a:buClr>
              <a:tabLst>
                <a:tab pos="912813" algn="l"/>
                <a:tab pos="1827213" algn="l"/>
                <a:tab pos="2741613" algn="l"/>
                <a:tab pos="3656013" algn="l"/>
                <a:tab pos="4570413" algn="l"/>
                <a:tab pos="5484813" algn="l"/>
                <a:tab pos="6399213" algn="l"/>
                <a:tab pos="7313613" algn="l"/>
                <a:tab pos="8228013" algn="l"/>
                <a:tab pos="9142413" algn="l"/>
                <a:tab pos="10056813" algn="l"/>
              </a:tabLst>
            </a:pPr>
            <a:r>
              <a:rPr lang="en-US" sz="1400" b="0" kern="0" dirty="0" smtClean="0">
                <a:solidFill>
                  <a:schemeClr val="tx1"/>
                </a:solidFill>
                <a:latin typeface="Arial" pitchFamily="34" charset="0"/>
                <a:ea typeface="Verdana"/>
                <a:cs typeface="Arial" pitchFamily="34" charset="0"/>
              </a:rPr>
              <a:t>Careful with resource sharing – </a:t>
            </a:r>
            <a:r>
              <a:rPr lang="en-US" sz="1400" b="0" kern="0" dirty="0" err="1" smtClean="0">
                <a:solidFill>
                  <a:schemeClr val="tx1"/>
                </a:solidFill>
                <a:latin typeface="Arial" pitchFamily="34" charset="0"/>
                <a:ea typeface="Verdana"/>
                <a:cs typeface="Arial" pitchFamily="34" charset="0"/>
              </a:rPr>
              <a:t>esp</a:t>
            </a:r>
            <a:r>
              <a:rPr lang="en-US" sz="1400" b="0" kern="0" dirty="0" smtClean="0">
                <a:solidFill>
                  <a:schemeClr val="tx1"/>
                </a:solidFill>
                <a:latin typeface="Arial" pitchFamily="34" charset="0"/>
                <a:ea typeface="Verdana"/>
                <a:cs typeface="Arial" pitchFamily="34" charset="0"/>
              </a:rPr>
              <a:t> with virtualization</a:t>
            </a:r>
          </a:p>
          <a:p>
            <a:pPr marL="344487" eaLnBrk="1" hangingPunct="1">
              <a:spcBef>
                <a:spcPts val="500"/>
              </a:spcBef>
              <a:buClr>
                <a:srgbClr val="3366CC"/>
              </a:buClr>
              <a:tabLst>
                <a:tab pos="912813" algn="l"/>
                <a:tab pos="1827213" algn="l"/>
                <a:tab pos="2741613" algn="l"/>
                <a:tab pos="3656013" algn="l"/>
                <a:tab pos="4570413" algn="l"/>
                <a:tab pos="5484813" algn="l"/>
                <a:tab pos="6399213" algn="l"/>
                <a:tab pos="7313613" algn="l"/>
                <a:tab pos="8228013" algn="l"/>
                <a:tab pos="9142413" algn="l"/>
                <a:tab pos="10056813" algn="l"/>
              </a:tabLst>
            </a:pPr>
            <a:endParaRPr lang="en-US" b="0" kern="0" dirty="0">
              <a:solidFill>
                <a:schemeClr val="tx1"/>
              </a:solidFill>
              <a:latin typeface="Verdana"/>
              <a:ea typeface="Verdana"/>
              <a:cs typeface="Verdana"/>
            </a:endParaRPr>
          </a:p>
        </p:txBody>
      </p:sp>
    </p:spTree>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1"/>
          <p:cNvSpPr>
            <a:spLocks noGrp="1" noChangeArrowheads="1"/>
          </p:cNvSpPr>
          <p:nvPr>
            <p:ph type="title"/>
          </p:nvPr>
        </p:nvSpPr>
        <p:spPr>
          <a:xfrm>
            <a:off x="2057400" y="304800"/>
            <a:ext cx="6815138" cy="533400"/>
          </a:xfrm>
        </p:spPr>
        <p:txBody>
          <a:bodyPr/>
          <a:lstStyle/>
          <a:p>
            <a:pPr eaLnBrk="1" hangingPunct="1">
              <a:buClr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mtClean="0"/>
              <a:t>Examples From Good Organizations</a:t>
            </a:r>
          </a:p>
        </p:txBody>
      </p:sp>
      <p:sp>
        <p:nvSpPr>
          <p:cNvPr id="4" name="Rectangle 2"/>
          <p:cNvSpPr txBox="1">
            <a:spLocks noChangeArrowheads="1"/>
          </p:cNvSpPr>
          <p:nvPr/>
        </p:nvSpPr>
        <p:spPr bwMode="auto">
          <a:xfrm>
            <a:off x="258792" y="1524000"/>
            <a:ext cx="8567738" cy="411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0000" tIns="46800" rIns="90000" bIns="46800" numCol="1" anchor="t" anchorCtr="0" compatLnSpc="1">
            <a:prstTxWarp prst="textNoShape">
              <a:avLst/>
            </a:prstTxWarp>
          </a:bodyPr>
          <a:lstStyle>
            <a:lvl1pPr marL="342900" indent="-342900" algn="l" defTabSz="457200" rtl="0" eaLnBrk="0" fontAlgn="base" hangingPunct="0">
              <a:spcBef>
                <a:spcPts val="350"/>
              </a:spcBef>
              <a:spcAft>
                <a:spcPct val="0"/>
              </a:spcAft>
              <a:buClr>
                <a:srgbClr val="000000"/>
              </a:buClr>
              <a:buSzPct val="100000"/>
              <a:buFont typeface="Times New Roman" panose="02020603050405020304" pitchFamily="18" charset="0"/>
              <a:buChar char="•"/>
              <a:defRPr sz="1400" b="1">
                <a:solidFill>
                  <a:srgbClr val="000000"/>
                </a:solidFill>
                <a:latin typeface="+mn-lt"/>
                <a:ea typeface="+mn-ea"/>
                <a:cs typeface="+mn-cs"/>
              </a:defRPr>
            </a:lvl1pPr>
            <a:lvl2pPr marL="742950" indent="-285750" algn="l" defTabSz="457200" rtl="0" eaLnBrk="0" fontAlgn="base" hangingPunct="0">
              <a:spcBef>
                <a:spcPts val="300"/>
              </a:spcBef>
              <a:spcAft>
                <a:spcPct val="0"/>
              </a:spcAft>
              <a:buClr>
                <a:srgbClr val="000000"/>
              </a:buClr>
              <a:buSzPct val="100000"/>
              <a:buFont typeface="Times New Roman" panose="02020603050405020304" pitchFamily="18" charset="0"/>
              <a:buChar char="–"/>
              <a:defRPr sz="1200">
                <a:solidFill>
                  <a:srgbClr val="000000"/>
                </a:solidFill>
                <a:latin typeface="+mn-lt"/>
                <a:ea typeface="+mn-ea"/>
                <a:cs typeface="+mn-cs"/>
              </a:defRPr>
            </a:lvl2pPr>
            <a:lvl3pPr marL="1143000" indent="-228600" algn="l" defTabSz="457200" rtl="0" eaLnBrk="0" fontAlgn="base" hangingPunct="0">
              <a:spcBef>
                <a:spcPts val="600"/>
              </a:spcBef>
              <a:spcAft>
                <a:spcPct val="0"/>
              </a:spcAft>
              <a:buClr>
                <a:srgbClr val="000000"/>
              </a:buClr>
              <a:buSzPct val="100000"/>
              <a:buFont typeface="Times New Roman" panose="02020603050405020304" pitchFamily="18" charset="0"/>
              <a:buChar char="•"/>
              <a:defRPr sz="2400">
                <a:solidFill>
                  <a:srgbClr val="000000"/>
                </a:solidFill>
                <a:latin typeface="Arial" charset="0"/>
                <a:ea typeface="+mn-ea"/>
                <a:cs typeface="+mn-cs"/>
              </a:defRPr>
            </a:lvl3pPr>
            <a:lvl4pPr marL="1600200" indent="-228600" algn="l" defTabSz="457200" rtl="0" eaLnBrk="0" fontAlgn="base" hangingPunct="0">
              <a:spcBef>
                <a:spcPts val="500"/>
              </a:spcBef>
              <a:spcAft>
                <a:spcPct val="0"/>
              </a:spcAft>
              <a:buClr>
                <a:srgbClr val="000000"/>
              </a:buClr>
              <a:buSzPct val="100000"/>
              <a:buFont typeface="Times New Roman" panose="02020603050405020304" pitchFamily="18" charset="0"/>
              <a:buChar char="–"/>
              <a:defRPr sz="2000">
                <a:solidFill>
                  <a:srgbClr val="000000"/>
                </a:solidFill>
                <a:latin typeface="Arial" charset="0"/>
                <a:ea typeface="+mn-ea"/>
                <a:cs typeface="+mn-cs"/>
              </a:defRPr>
            </a:lvl4pPr>
            <a:lvl5pPr marL="2057400" indent="-228600" algn="l" defTabSz="457200" rtl="0" eaLnBrk="0" fontAlgn="base" hangingPunct="0">
              <a:spcBef>
                <a:spcPts val="500"/>
              </a:spcBef>
              <a:spcAft>
                <a:spcPct val="0"/>
              </a:spcAft>
              <a:buClr>
                <a:srgbClr val="000000"/>
              </a:buClr>
              <a:buSzPct val="100000"/>
              <a:buFont typeface="Times New Roman" panose="02020603050405020304" pitchFamily="18" charset="0"/>
              <a:buChar char="»"/>
              <a:defRPr sz="2000">
                <a:solidFill>
                  <a:srgbClr val="000000"/>
                </a:solidFill>
                <a:latin typeface="Arial" charset="0"/>
                <a:ea typeface="+mn-ea"/>
                <a:cs typeface="+mn-cs"/>
              </a:defRPr>
            </a:lvl5pPr>
            <a:lvl6pPr marL="2514600" indent="-228600" algn="l" defTabSz="457200" rtl="0" fontAlgn="base">
              <a:spcBef>
                <a:spcPts val="500"/>
              </a:spcBef>
              <a:spcAft>
                <a:spcPct val="0"/>
              </a:spcAft>
              <a:buClr>
                <a:srgbClr val="000000"/>
              </a:buClr>
              <a:buSzPct val="100000"/>
              <a:buFont typeface="Times New Roman" pitchFamily="16" charset="0"/>
              <a:defRPr sz="2000">
                <a:solidFill>
                  <a:srgbClr val="000000"/>
                </a:solidFill>
                <a:latin typeface="Arial" charset="0"/>
                <a:ea typeface="+mn-ea"/>
                <a:cs typeface="+mn-cs"/>
              </a:defRPr>
            </a:lvl6pPr>
            <a:lvl7pPr marL="2971800" indent="-228600" algn="l" defTabSz="457200" rtl="0" fontAlgn="base">
              <a:spcBef>
                <a:spcPts val="500"/>
              </a:spcBef>
              <a:spcAft>
                <a:spcPct val="0"/>
              </a:spcAft>
              <a:buClr>
                <a:srgbClr val="000000"/>
              </a:buClr>
              <a:buSzPct val="100000"/>
              <a:buFont typeface="Times New Roman" pitchFamily="16" charset="0"/>
              <a:defRPr sz="2000">
                <a:solidFill>
                  <a:srgbClr val="000000"/>
                </a:solidFill>
                <a:latin typeface="Arial" charset="0"/>
                <a:ea typeface="+mn-ea"/>
                <a:cs typeface="+mn-cs"/>
              </a:defRPr>
            </a:lvl7pPr>
            <a:lvl8pPr marL="3429000" indent="-228600" algn="l" defTabSz="457200" rtl="0" fontAlgn="base">
              <a:spcBef>
                <a:spcPts val="500"/>
              </a:spcBef>
              <a:spcAft>
                <a:spcPct val="0"/>
              </a:spcAft>
              <a:buClr>
                <a:srgbClr val="000000"/>
              </a:buClr>
              <a:buSzPct val="100000"/>
              <a:buFont typeface="Times New Roman" pitchFamily="16" charset="0"/>
              <a:defRPr sz="2000">
                <a:solidFill>
                  <a:srgbClr val="000000"/>
                </a:solidFill>
                <a:latin typeface="Arial" charset="0"/>
                <a:ea typeface="+mn-ea"/>
                <a:cs typeface="+mn-cs"/>
              </a:defRPr>
            </a:lvl8pPr>
            <a:lvl9pPr marL="3886200" indent="-228600" algn="l" defTabSz="457200" rtl="0" fontAlgn="base">
              <a:spcBef>
                <a:spcPts val="500"/>
              </a:spcBef>
              <a:spcAft>
                <a:spcPct val="0"/>
              </a:spcAft>
              <a:buClr>
                <a:srgbClr val="000000"/>
              </a:buClr>
              <a:buSzPct val="100000"/>
              <a:buFont typeface="Times New Roman" pitchFamily="16" charset="0"/>
              <a:defRPr sz="2000">
                <a:solidFill>
                  <a:srgbClr val="000000"/>
                </a:solidFill>
                <a:latin typeface="Arial" charset="0"/>
                <a:ea typeface="+mn-ea"/>
                <a:cs typeface="+mn-cs"/>
              </a:defRPr>
            </a:lvl9pPr>
          </a:lstStyle>
          <a:p>
            <a:pPr marL="344487" eaLnBrk="1" hangingPunct="1">
              <a:spcBef>
                <a:spcPts val="500"/>
              </a:spcBef>
              <a:buClr>
                <a:srgbClr val="3366CC"/>
              </a:buClr>
              <a:tabLst>
                <a:tab pos="912813" algn="l"/>
                <a:tab pos="1827213" algn="l"/>
                <a:tab pos="2741613" algn="l"/>
                <a:tab pos="3656013" algn="l"/>
                <a:tab pos="4570413" algn="l"/>
                <a:tab pos="5484813" algn="l"/>
                <a:tab pos="6399213" algn="l"/>
                <a:tab pos="7313613" algn="l"/>
                <a:tab pos="8228013" algn="l"/>
                <a:tab pos="9142413" algn="l"/>
                <a:tab pos="10056813" algn="l"/>
              </a:tabLst>
            </a:pPr>
            <a:r>
              <a:rPr lang="en-US" sz="1800" b="0" kern="0" dirty="0">
                <a:solidFill>
                  <a:schemeClr val="tx1"/>
                </a:solidFill>
                <a:latin typeface="Arial" pitchFamily="34" charset="0"/>
                <a:ea typeface="Verdana"/>
                <a:cs typeface="Arial" pitchFamily="34" charset="0"/>
              </a:rPr>
              <a:t>Organizational InfoSec program</a:t>
            </a:r>
          </a:p>
          <a:p>
            <a:pPr marL="344487" eaLnBrk="1" hangingPunct="1">
              <a:spcBef>
                <a:spcPts val="500"/>
              </a:spcBef>
              <a:buClr>
                <a:srgbClr val="3366CC"/>
              </a:buClr>
              <a:tabLst>
                <a:tab pos="912813" algn="l"/>
                <a:tab pos="1827213" algn="l"/>
                <a:tab pos="2741613" algn="l"/>
                <a:tab pos="3656013" algn="l"/>
                <a:tab pos="4570413" algn="l"/>
                <a:tab pos="5484813" algn="l"/>
                <a:tab pos="6399213" algn="l"/>
                <a:tab pos="7313613" algn="l"/>
                <a:tab pos="8228013" algn="l"/>
                <a:tab pos="9142413" algn="l"/>
                <a:tab pos="10056813" algn="l"/>
              </a:tabLst>
            </a:pPr>
            <a:r>
              <a:rPr lang="en-US" sz="1800" b="0" kern="0" dirty="0">
                <a:solidFill>
                  <a:schemeClr val="tx1"/>
                </a:solidFill>
                <a:latin typeface="Arial" pitchFamily="34" charset="0"/>
                <a:ea typeface="Verdana"/>
                <a:cs typeface="Arial" pitchFamily="34" charset="0"/>
              </a:rPr>
              <a:t>Service management initiatives + PMO integration</a:t>
            </a:r>
          </a:p>
          <a:p>
            <a:pPr marL="344487" eaLnBrk="1" hangingPunct="1">
              <a:spcBef>
                <a:spcPts val="500"/>
              </a:spcBef>
              <a:buClr>
                <a:srgbClr val="3366CC"/>
              </a:buClr>
              <a:tabLst>
                <a:tab pos="912813" algn="l"/>
                <a:tab pos="1827213" algn="l"/>
                <a:tab pos="2741613" algn="l"/>
                <a:tab pos="3656013" algn="l"/>
                <a:tab pos="4570413" algn="l"/>
                <a:tab pos="5484813" algn="l"/>
                <a:tab pos="6399213" algn="l"/>
                <a:tab pos="7313613" algn="l"/>
                <a:tab pos="8228013" algn="l"/>
                <a:tab pos="9142413" algn="l"/>
                <a:tab pos="10056813" algn="l"/>
              </a:tabLst>
            </a:pPr>
            <a:r>
              <a:rPr lang="en-US" sz="1800" b="0" kern="0" dirty="0">
                <a:solidFill>
                  <a:schemeClr val="tx1"/>
                </a:solidFill>
                <a:latin typeface="Arial" pitchFamily="34" charset="0"/>
                <a:ea typeface="Verdana"/>
                <a:cs typeface="Arial" pitchFamily="34" charset="0"/>
              </a:rPr>
              <a:t>Architecture and design</a:t>
            </a:r>
          </a:p>
          <a:p>
            <a:pPr marL="344487" eaLnBrk="1" hangingPunct="1">
              <a:spcBef>
                <a:spcPts val="500"/>
              </a:spcBef>
              <a:buClr>
                <a:srgbClr val="3366CC"/>
              </a:buClr>
              <a:tabLst>
                <a:tab pos="912813" algn="l"/>
                <a:tab pos="1827213" algn="l"/>
                <a:tab pos="2741613" algn="l"/>
                <a:tab pos="3656013" algn="l"/>
                <a:tab pos="4570413" algn="l"/>
                <a:tab pos="5484813" algn="l"/>
                <a:tab pos="6399213" algn="l"/>
                <a:tab pos="7313613" algn="l"/>
                <a:tab pos="8228013" algn="l"/>
                <a:tab pos="9142413" algn="l"/>
                <a:tab pos="10056813" algn="l"/>
              </a:tabLst>
            </a:pPr>
            <a:r>
              <a:rPr lang="en-US" sz="1800" b="0" kern="0" dirty="0">
                <a:solidFill>
                  <a:schemeClr val="tx1"/>
                </a:solidFill>
                <a:latin typeface="Arial" pitchFamily="34" charset="0"/>
                <a:ea typeface="Verdana"/>
                <a:cs typeface="Arial" pitchFamily="34" charset="0"/>
              </a:rPr>
              <a:t>Software development</a:t>
            </a:r>
          </a:p>
          <a:p>
            <a:pPr marL="744537" lvl="1" eaLnBrk="1" hangingPunct="1">
              <a:spcBef>
                <a:spcPts val="500"/>
              </a:spcBef>
              <a:buClr>
                <a:srgbClr val="3366CC"/>
              </a:buClr>
              <a:tabLst>
                <a:tab pos="912813" algn="l"/>
                <a:tab pos="1827213" algn="l"/>
                <a:tab pos="2741613" algn="l"/>
                <a:tab pos="3656013" algn="l"/>
                <a:tab pos="4570413" algn="l"/>
                <a:tab pos="5484813" algn="l"/>
                <a:tab pos="6399213" algn="l"/>
                <a:tab pos="7313613" algn="l"/>
                <a:tab pos="8228013" algn="l"/>
                <a:tab pos="9142413" algn="l"/>
                <a:tab pos="10056813" algn="l"/>
              </a:tabLst>
            </a:pPr>
            <a:r>
              <a:rPr lang="en-US" sz="1800" b="0" kern="0" dirty="0">
                <a:solidFill>
                  <a:schemeClr val="tx1"/>
                </a:solidFill>
                <a:latin typeface="Arial" pitchFamily="34" charset="0"/>
                <a:ea typeface="Verdana"/>
                <a:cs typeface="Arial" pitchFamily="34" charset="0"/>
              </a:rPr>
              <a:t>Code reviews</a:t>
            </a:r>
          </a:p>
          <a:p>
            <a:pPr marL="744537" lvl="1" eaLnBrk="1" hangingPunct="1">
              <a:spcBef>
                <a:spcPts val="500"/>
              </a:spcBef>
              <a:buClr>
                <a:srgbClr val="3366CC"/>
              </a:buClr>
              <a:tabLst>
                <a:tab pos="912813" algn="l"/>
                <a:tab pos="1827213" algn="l"/>
                <a:tab pos="2741613" algn="l"/>
                <a:tab pos="3656013" algn="l"/>
                <a:tab pos="4570413" algn="l"/>
                <a:tab pos="5484813" algn="l"/>
                <a:tab pos="6399213" algn="l"/>
                <a:tab pos="7313613" algn="l"/>
                <a:tab pos="8228013" algn="l"/>
                <a:tab pos="9142413" algn="l"/>
                <a:tab pos="10056813" algn="l"/>
              </a:tabLst>
            </a:pPr>
            <a:r>
              <a:rPr lang="en-US" sz="1800" b="0" kern="0" dirty="0">
                <a:solidFill>
                  <a:schemeClr val="tx1"/>
                </a:solidFill>
                <a:latin typeface="Arial" pitchFamily="34" charset="0"/>
                <a:ea typeface="Verdana"/>
                <a:cs typeface="Arial" pitchFamily="34" charset="0"/>
              </a:rPr>
              <a:t>Coding policies, standards</a:t>
            </a:r>
          </a:p>
          <a:p>
            <a:pPr marL="744537" lvl="1" eaLnBrk="1" hangingPunct="1">
              <a:spcBef>
                <a:spcPts val="500"/>
              </a:spcBef>
              <a:buClr>
                <a:srgbClr val="3366CC"/>
              </a:buClr>
              <a:tabLst>
                <a:tab pos="912813" algn="l"/>
                <a:tab pos="1827213" algn="l"/>
                <a:tab pos="2741613" algn="l"/>
                <a:tab pos="3656013" algn="l"/>
                <a:tab pos="4570413" algn="l"/>
                <a:tab pos="5484813" algn="l"/>
                <a:tab pos="6399213" algn="l"/>
                <a:tab pos="7313613" algn="l"/>
                <a:tab pos="8228013" algn="l"/>
                <a:tab pos="9142413" algn="l"/>
                <a:tab pos="10056813" algn="l"/>
              </a:tabLst>
            </a:pPr>
            <a:r>
              <a:rPr lang="en-US" sz="1800" b="0" kern="0" dirty="0">
                <a:solidFill>
                  <a:schemeClr val="tx1"/>
                </a:solidFill>
                <a:latin typeface="Arial" pitchFamily="34" charset="0"/>
                <a:ea typeface="Verdana"/>
                <a:cs typeface="Arial" pitchFamily="34" charset="0"/>
              </a:rPr>
              <a:t>QA security function</a:t>
            </a:r>
          </a:p>
          <a:p>
            <a:pPr marL="344487" eaLnBrk="1" hangingPunct="1">
              <a:spcBef>
                <a:spcPts val="500"/>
              </a:spcBef>
              <a:buClr>
                <a:srgbClr val="3366CC"/>
              </a:buClr>
              <a:tabLst>
                <a:tab pos="912813" algn="l"/>
                <a:tab pos="1827213" algn="l"/>
                <a:tab pos="2741613" algn="l"/>
                <a:tab pos="3656013" algn="l"/>
                <a:tab pos="4570413" algn="l"/>
                <a:tab pos="5484813" algn="l"/>
                <a:tab pos="6399213" algn="l"/>
                <a:tab pos="7313613" algn="l"/>
                <a:tab pos="8228013" algn="l"/>
                <a:tab pos="9142413" algn="l"/>
                <a:tab pos="10056813" algn="l"/>
              </a:tabLst>
            </a:pPr>
            <a:endParaRPr lang="en-US" b="0" kern="0" dirty="0">
              <a:solidFill>
                <a:schemeClr val="tx1"/>
              </a:solidFill>
              <a:latin typeface="Verdana"/>
              <a:ea typeface="Verdana"/>
              <a:cs typeface="Verdana"/>
            </a:endParaRPr>
          </a:p>
        </p:txBody>
      </p:sp>
    </p:spTree>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Rectangle 1"/>
          <p:cNvSpPr>
            <a:spLocks noGrp="1" noChangeArrowheads="1"/>
          </p:cNvSpPr>
          <p:nvPr>
            <p:ph type="title"/>
          </p:nvPr>
        </p:nvSpPr>
        <p:spPr>
          <a:xfrm>
            <a:off x="2057400" y="304800"/>
            <a:ext cx="6815138" cy="533400"/>
          </a:xfrm>
        </p:spPr>
        <p:txBody>
          <a:bodyPr/>
          <a:lstStyle/>
          <a:p>
            <a:pPr eaLnBrk="1" hangingPunct="1">
              <a:buClr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mtClean="0"/>
              <a:t>Built Into the SDLC</a:t>
            </a:r>
          </a:p>
        </p:txBody>
      </p:sp>
      <p:sp>
        <p:nvSpPr>
          <p:cNvPr id="64515" name="TextBox 2"/>
          <p:cNvSpPr txBox="1">
            <a:spLocks noChangeArrowheads="1"/>
          </p:cNvSpPr>
          <p:nvPr/>
        </p:nvSpPr>
        <p:spPr bwMode="auto">
          <a:xfrm>
            <a:off x="2089150" y="3124200"/>
            <a:ext cx="56388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285750" indent="-285750">
              <a:spcBef>
                <a:spcPts val="350"/>
              </a:spcBef>
              <a:buClr>
                <a:srgbClr val="000000"/>
              </a:buClr>
              <a:buSzPct val="100000"/>
              <a:buFont typeface="Times New Roman" panose="02020603050405020304" pitchFamily="18" charset="0"/>
              <a:buChar char="•"/>
              <a:defRPr sz="1400" b="1">
                <a:solidFill>
                  <a:srgbClr val="000000"/>
                </a:solidFill>
                <a:latin typeface="Verdana" panose="020B0604030504040204" pitchFamily="34" charset="0"/>
                <a:ea typeface="DejaVu Sans" pitchFamily="34" charset="0"/>
                <a:cs typeface="DejaVu Sans" pitchFamily="34" charset="0"/>
              </a:defRPr>
            </a:lvl1pPr>
            <a:lvl2pPr>
              <a:spcBef>
                <a:spcPts val="300"/>
              </a:spcBef>
              <a:buClr>
                <a:srgbClr val="000000"/>
              </a:buClr>
              <a:buSzPct val="100000"/>
              <a:buFont typeface="Times New Roman" panose="02020603050405020304" pitchFamily="18" charset="0"/>
              <a:buChar char="–"/>
              <a:defRPr sz="1200">
                <a:solidFill>
                  <a:srgbClr val="000000"/>
                </a:solidFill>
                <a:latin typeface="Verdana" panose="020B0604030504040204" pitchFamily="34" charset="0"/>
                <a:ea typeface="DejaVu Sans" pitchFamily="34" charset="0"/>
                <a:cs typeface="DejaVu Sans" pitchFamily="34" charset="0"/>
              </a:defRPr>
            </a:lvl2pPr>
            <a:lvl3pPr>
              <a:spcBef>
                <a:spcPts val="600"/>
              </a:spcBef>
              <a:buClr>
                <a:srgbClr val="000000"/>
              </a:buClr>
              <a:buSzPct val="100000"/>
              <a:buFont typeface="Times New Roman" panose="02020603050405020304" pitchFamily="18" charset="0"/>
              <a:buChar char="•"/>
              <a:defRPr sz="2400">
                <a:solidFill>
                  <a:srgbClr val="000000"/>
                </a:solidFill>
                <a:latin typeface="Arial" panose="020B0604020202020204" pitchFamily="34" charset="0"/>
                <a:ea typeface="DejaVu Sans" pitchFamily="34" charset="0"/>
                <a:cs typeface="DejaVu Sans" pitchFamily="34" charset="0"/>
              </a:defRPr>
            </a:lvl3pPr>
            <a:lvl4pPr>
              <a:spcBef>
                <a:spcPts val="500"/>
              </a:spcBef>
              <a:buClr>
                <a:srgbClr val="000000"/>
              </a:buClr>
              <a:buSzPct val="100000"/>
              <a:buFont typeface="Times New Roman" panose="02020603050405020304" pitchFamily="18" charset="0"/>
              <a:buChar char="–"/>
              <a:defRPr sz="2000">
                <a:solidFill>
                  <a:srgbClr val="000000"/>
                </a:solidFill>
                <a:latin typeface="Arial" panose="020B0604020202020204" pitchFamily="34" charset="0"/>
                <a:ea typeface="DejaVu Sans" pitchFamily="34" charset="0"/>
                <a:cs typeface="DejaVu Sans" pitchFamily="34" charset="0"/>
              </a:defRPr>
            </a:lvl4pPr>
            <a:lvl5pPr>
              <a:spcBef>
                <a:spcPts val="500"/>
              </a:spcBef>
              <a:buClr>
                <a:srgbClr val="000000"/>
              </a:buClr>
              <a:buSzPct val="100000"/>
              <a:buFont typeface="Times New Roman" panose="02020603050405020304" pitchFamily="18" charset="0"/>
              <a:buChar char="»"/>
              <a:defRPr sz="2000">
                <a:solidFill>
                  <a:srgbClr val="000000"/>
                </a:solidFill>
                <a:latin typeface="Arial" panose="020B0604020202020204" pitchFamily="34" charset="0"/>
                <a:ea typeface="DejaVu Sans" pitchFamily="34" charset="0"/>
                <a:cs typeface="DejaVu Sans" pitchFamily="34" charset="0"/>
              </a:defRPr>
            </a:lvl5pPr>
            <a:lvl6pPr marL="2514600" indent="-228600" defTabSz="457200" eaLnBrk="0" fontAlgn="base" hangingPunct="0">
              <a:spcBef>
                <a:spcPts val="500"/>
              </a:spcBef>
              <a:spcAft>
                <a:spcPct val="0"/>
              </a:spcAft>
              <a:buClr>
                <a:srgbClr val="000000"/>
              </a:buClr>
              <a:buSzPct val="100000"/>
              <a:buFont typeface="Times New Roman" panose="02020603050405020304" pitchFamily="18" charset="0"/>
              <a:buChar char="»"/>
              <a:defRPr sz="2000">
                <a:solidFill>
                  <a:srgbClr val="000000"/>
                </a:solidFill>
                <a:latin typeface="Arial" panose="020B0604020202020204" pitchFamily="34" charset="0"/>
                <a:ea typeface="DejaVu Sans" pitchFamily="34" charset="0"/>
                <a:cs typeface="DejaVu Sans" pitchFamily="34" charset="0"/>
              </a:defRPr>
            </a:lvl6pPr>
            <a:lvl7pPr marL="2971800" indent="-228600" defTabSz="457200" eaLnBrk="0" fontAlgn="base" hangingPunct="0">
              <a:spcBef>
                <a:spcPts val="500"/>
              </a:spcBef>
              <a:spcAft>
                <a:spcPct val="0"/>
              </a:spcAft>
              <a:buClr>
                <a:srgbClr val="000000"/>
              </a:buClr>
              <a:buSzPct val="100000"/>
              <a:buFont typeface="Times New Roman" panose="02020603050405020304" pitchFamily="18" charset="0"/>
              <a:buChar char="»"/>
              <a:defRPr sz="2000">
                <a:solidFill>
                  <a:srgbClr val="000000"/>
                </a:solidFill>
                <a:latin typeface="Arial" panose="020B0604020202020204" pitchFamily="34" charset="0"/>
                <a:ea typeface="DejaVu Sans" pitchFamily="34" charset="0"/>
                <a:cs typeface="DejaVu Sans" pitchFamily="34" charset="0"/>
              </a:defRPr>
            </a:lvl7pPr>
            <a:lvl8pPr marL="3429000" indent="-228600" defTabSz="457200" eaLnBrk="0" fontAlgn="base" hangingPunct="0">
              <a:spcBef>
                <a:spcPts val="500"/>
              </a:spcBef>
              <a:spcAft>
                <a:spcPct val="0"/>
              </a:spcAft>
              <a:buClr>
                <a:srgbClr val="000000"/>
              </a:buClr>
              <a:buSzPct val="100000"/>
              <a:buFont typeface="Times New Roman" panose="02020603050405020304" pitchFamily="18" charset="0"/>
              <a:buChar char="»"/>
              <a:defRPr sz="2000">
                <a:solidFill>
                  <a:srgbClr val="000000"/>
                </a:solidFill>
                <a:latin typeface="Arial" panose="020B0604020202020204" pitchFamily="34" charset="0"/>
                <a:ea typeface="DejaVu Sans" pitchFamily="34" charset="0"/>
                <a:cs typeface="DejaVu Sans" pitchFamily="34" charset="0"/>
              </a:defRPr>
            </a:lvl8pPr>
            <a:lvl9pPr marL="3886200" indent="-228600" defTabSz="457200" eaLnBrk="0" fontAlgn="base" hangingPunct="0">
              <a:spcBef>
                <a:spcPts val="500"/>
              </a:spcBef>
              <a:spcAft>
                <a:spcPct val="0"/>
              </a:spcAft>
              <a:buClr>
                <a:srgbClr val="000000"/>
              </a:buClr>
              <a:buSzPct val="100000"/>
              <a:buFont typeface="Times New Roman" panose="02020603050405020304" pitchFamily="18" charset="0"/>
              <a:buChar char="»"/>
              <a:defRPr sz="2000">
                <a:solidFill>
                  <a:srgbClr val="000000"/>
                </a:solidFill>
                <a:latin typeface="Arial" panose="020B0604020202020204" pitchFamily="34" charset="0"/>
                <a:ea typeface="DejaVu Sans" pitchFamily="34" charset="0"/>
                <a:cs typeface="DejaVu Sans" pitchFamily="34" charset="0"/>
              </a:defRPr>
            </a:lvl9pPr>
          </a:lstStyle>
          <a:p>
            <a:pPr eaLnBrk="1" hangingPunct="1">
              <a:spcBef>
                <a:spcPct val="0"/>
              </a:spcBef>
              <a:buFont typeface="Arial" panose="020B0604020202020204" pitchFamily="34" charset="0"/>
              <a:buChar char="•"/>
            </a:pPr>
            <a:r>
              <a:rPr lang="en-US" sz="1800" b="0" dirty="0">
                <a:solidFill>
                  <a:schemeClr val="tx1"/>
                </a:solidFill>
                <a:latin typeface="Arial" panose="020B0604020202020204" pitchFamily="34" charset="0"/>
              </a:rPr>
              <a:t>Risk-based approach </a:t>
            </a:r>
            <a:r>
              <a:rPr lang="en-US" sz="1800" b="0" dirty="0" err="1">
                <a:solidFill>
                  <a:schemeClr val="tx1"/>
                </a:solidFill>
                <a:latin typeface="Arial" panose="020B0604020202020204" pitchFamily="34" charset="0"/>
              </a:rPr>
              <a:t>vs</a:t>
            </a:r>
            <a:r>
              <a:rPr lang="en-US" sz="1800" b="0" dirty="0">
                <a:solidFill>
                  <a:schemeClr val="tx1"/>
                </a:solidFill>
                <a:latin typeface="Arial" panose="020B0604020202020204" pitchFamily="34" charset="0"/>
              </a:rPr>
              <a:t> compliance-only focus.</a:t>
            </a:r>
          </a:p>
        </p:txBody>
      </p:sp>
      <p:sp>
        <p:nvSpPr>
          <p:cNvPr id="4" name="Rectangle 3"/>
          <p:cNvSpPr/>
          <p:nvPr/>
        </p:nvSpPr>
        <p:spPr>
          <a:xfrm rot="19332546">
            <a:off x="285444" y="1954036"/>
            <a:ext cx="3608680" cy="923330"/>
          </a:xfrm>
          <a:prstGeom prst="rect">
            <a:avLst/>
          </a:prstGeom>
          <a:noFill/>
        </p:spPr>
        <p:txBody>
          <a:bodyPr wrap="none">
            <a:spAutoFit/>
          </a:bodyPr>
          <a:lstStyle/>
          <a:p>
            <a:pPr algn="ctr" eaLnBrk="1" hangingPunct="1">
              <a:buClr>
                <a:srgbClr val="000000"/>
              </a:buClr>
              <a:buSzPct val="100000"/>
              <a:buFont typeface="Times New Roman" panose="02020603050405020304" pitchFamily="18" charset="0"/>
              <a:buNone/>
              <a:defRPr/>
            </a:pPr>
            <a:r>
              <a:rPr lang="en-US" sz="5400" b="1" dirty="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latin typeface="Arial" charset="0"/>
              </a:rPr>
              <a:t>Important!</a:t>
            </a:r>
          </a:p>
        </p:txBody>
      </p:sp>
    </p:spTree>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Rectangle 1"/>
          <p:cNvSpPr>
            <a:spLocks noGrp="1" noChangeArrowheads="1"/>
          </p:cNvSpPr>
          <p:nvPr>
            <p:ph type="title"/>
          </p:nvPr>
        </p:nvSpPr>
        <p:spPr>
          <a:xfrm>
            <a:off x="2057400" y="304800"/>
            <a:ext cx="6815138" cy="533400"/>
          </a:xfrm>
        </p:spPr>
        <p:txBody>
          <a:bodyPr/>
          <a:lstStyle/>
          <a:p>
            <a:pPr eaLnBrk="1" hangingPunct="1">
              <a:buClr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dirty="0" smtClean="0"/>
              <a:t>Built Into the SDLC (Cont.)</a:t>
            </a:r>
          </a:p>
        </p:txBody>
      </p:sp>
      <p:sp>
        <p:nvSpPr>
          <p:cNvPr id="66563" name="TextBox 1"/>
          <p:cNvSpPr txBox="1">
            <a:spLocks noChangeArrowheads="1"/>
          </p:cNvSpPr>
          <p:nvPr/>
        </p:nvSpPr>
        <p:spPr bwMode="auto">
          <a:xfrm>
            <a:off x="685800" y="2133600"/>
            <a:ext cx="7696200"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1" hangingPunct="1">
              <a:buClr>
                <a:srgbClr val="000000"/>
              </a:buClr>
              <a:buSzPct val="100000"/>
              <a:buFont typeface="Times New Roman" panose="02020603050405020304" pitchFamily="18" charset="0"/>
              <a:buNone/>
            </a:pPr>
            <a:r>
              <a:rPr lang="en-US" dirty="0">
                <a:solidFill>
                  <a:schemeClr val="tx1"/>
                </a:solidFill>
              </a:rPr>
              <a:t>Security integration to system development is critical to front-end design (not to confuse the term "front-end" with network design terms).</a:t>
            </a:r>
          </a:p>
        </p:txBody>
      </p:sp>
    </p:spTree>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Rectangle 1"/>
          <p:cNvSpPr>
            <a:spLocks noGrp="1" noChangeArrowheads="1"/>
          </p:cNvSpPr>
          <p:nvPr>
            <p:ph type="title"/>
          </p:nvPr>
        </p:nvSpPr>
        <p:spPr>
          <a:xfrm>
            <a:off x="2057400" y="304800"/>
            <a:ext cx="6815138" cy="533400"/>
          </a:xfrm>
        </p:spPr>
        <p:txBody>
          <a:bodyPr/>
          <a:lstStyle/>
          <a:p>
            <a:pPr eaLnBrk="1" hangingPunct="1">
              <a:buClr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dirty="0"/>
              <a:t>Built Into the SDLC (Cont.)</a:t>
            </a:r>
            <a:endParaRPr lang="en-US" dirty="0" smtClean="0"/>
          </a:p>
        </p:txBody>
      </p:sp>
      <p:sp>
        <p:nvSpPr>
          <p:cNvPr id="68611" name="TextBox 1"/>
          <p:cNvSpPr txBox="1">
            <a:spLocks noChangeArrowheads="1"/>
          </p:cNvSpPr>
          <p:nvPr/>
        </p:nvSpPr>
        <p:spPr bwMode="auto">
          <a:xfrm>
            <a:off x="685800" y="2133600"/>
            <a:ext cx="7162800"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1" hangingPunct="1">
              <a:buClr>
                <a:srgbClr val="000000"/>
              </a:buClr>
              <a:buSzPct val="100000"/>
              <a:buFont typeface="Times New Roman" panose="02020603050405020304" pitchFamily="18" charset="0"/>
              <a:buNone/>
            </a:pPr>
            <a:r>
              <a:rPr lang="en-US" dirty="0">
                <a:solidFill>
                  <a:schemeClr val="tx1"/>
                </a:solidFill>
              </a:rPr>
              <a:t>Align the application design to your corporate information security program initiatives (you have one, right??).</a:t>
            </a:r>
          </a:p>
        </p:txBody>
      </p:sp>
    </p:spTree>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Rectangle 1"/>
          <p:cNvSpPr>
            <a:spLocks noGrp="1" noChangeArrowheads="1"/>
          </p:cNvSpPr>
          <p:nvPr>
            <p:ph type="title"/>
          </p:nvPr>
        </p:nvSpPr>
        <p:spPr>
          <a:xfrm>
            <a:off x="2057400" y="304800"/>
            <a:ext cx="6815138" cy="533400"/>
          </a:xfrm>
        </p:spPr>
        <p:txBody>
          <a:bodyPr/>
          <a:lstStyle/>
          <a:p>
            <a:pPr eaLnBrk="1" hangingPunct="1">
              <a:buClr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dirty="0"/>
              <a:t>Built Into the SDLC (Cont.)</a:t>
            </a:r>
            <a:endParaRPr lang="en-US" dirty="0" smtClean="0"/>
          </a:p>
        </p:txBody>
      </p:sp>
      <p:sp>
        <p:nvSpPr>
          <p:cNvPr id="2" name="TextBox 1"/>
          <p:cNvSpPr txBox="1"/>
          <p:nvPr/>
        </p:nvSpPr>
        <p:spPr>
          <a:xfrm>
            <a:off x="685800" y="1219200"/>
            <a:ext cx="7696200" cy="4524375"/>
          </a:xfrm>
          <a:prstGeom prst="rect">
            <a:avLst/>
          </a:prstGeom>
          <a:noFill/>
        </p:spPr>
        <p:txBody>
          <a:bodyPr>
            <a:spAutoFit/>
          </a:bodyPr>
          <a:lstStyle/>
          <a:p>
            <a:pPr eaLnBrk="1" hangingPunct="1">
              <a:buClr>
                <a:srgbClr val="000000"/>
              </a:buClr>
              <a:buSzPct val="100000"/>
              <a:buFont typeface="Times New Roman" panose="02020603050405020304" pitchFamily="18" charset="0"/>
              <a:buNone/>
              <a:defRPr/>
            </a:pPr>
            <a:r>
              <a:rPr lang="en-US" dirty="0">
                <a:solidFill>
                  <a:schemeClr val="tx1"/>
                </a:solidFill>
              </a:rPr>
              <a:t>Examples:</a:t>
            </a:r>
          </a:p>
          <a:p>
            <a:pPr marL="285750" eaLnBrk="1" hangingPunct="1">
              <a:buClr>
                <a:srgbClr val="000000"/>
              </a:buClr>
              <a:buSzPct val="100000"/>
              <a:buFont typeface="Arial" panose="020B0604020202020204" pitchFamily="34" charset="0"/>
              <a:buChar char="•"/>
              <a:defRPr/>
            </a:pPr>
            <a:r>
              <a:rPr lang="en-US" dirty="0">
                <a:solidFill>
                  <a:schemeClr val="tx1"/>
                </a:solidFill>
              </a:rPr>
              <a:t> Audit logging design</a:t>
            </a:r>
          </a:p>
          <a:p>
            <a:pPr marL="1028700" lvl="1" eaLnBrk="1" hangingPunct="1">
              <a:buClr>
                <a:srgbClr val="000000"/>
              </a:buClr>
              <a:buSzPct val="100000"/>
              <a:buFont typeface="Arial" panose="020B0604020202020204" pitchFamily="34" charset="0"/>
              <a:buChar char="•"/>
              <a:defRPr/>
            </a:pPr>
            <a:r>
              <a:rPr lang="en-US" dirty="0">
                <a:solidFill>
                  <a:schemeClr val="tx1"/>
                </a:solidFill>
              </a:rPr>
              <a:t>possibly include redundancy, retention, and reliability (unintentional 3 r's there);</a:t>
            </a:r>
          </a:p>
          <a:p>
            <a:pPr marL="285750" eaLnBrk="1" hangingPunct="1">
              <a:buClr>
                <a:srgbClr val="000000"/>
              </a:buClr>
              <a:buSzPct val="100000"/>
              <a:buFont typeface="Arial" panose="020B0604020202020204" pitchFamily="34" charset="0"/>
              <a:buChar char="•"/>
              <a:defRPr/>
            </a:pPr>
            <a:r>
              <a:rPr lang="en-US" dirty="0">
                <a:solidFill>
                  <a:schemeClr val="tx1"/>
                </a:solidFill>
              </a:rPr>
              <a:t> Session design</a:t>
            </a:r>
          </a:p>
          <a:p>
            <a:pPr marL="1028700" lvl="1" eaLnBrk="1" hangingPunct="1">
              <a:buClr>
                <a:srgbClr val="000000"/>
              </a:buClr>
              <a:buSzPct val="100000"/>
              <a:buFont typeface="Arial" panose="020B0604020202020204" pitchFamily="34" charset="0"/>
              <a:buChar char="•"/>
              <a:defRPr/>
            </a:pPr>
            <a:r>
              <a:rPr lang="en-US" dirty="0">
                <a:solidFill>
                  <a:schemeClr val="tx1"/>
                </a:solidFill>
              </a:rPr>
              <a:t>possibly include concurrency control, lock, identification, replay</a:t>
            </a:r>
          </a:p>
          <a:p>
            <a:pPr marL="285750" eaLnBrk="1" hangingPunct="1">
              <a:buClr>
                <a:srgbClr val="000000"/>
              </a:buClr>
              <a:buSzPct val="100000"/>
              <a:buFont typeface="Arial" panose="020B0604020202020204" pitchFamily="34" charset="0"/>
              <a:buChar char="•"/>
              <a:defRPr/>
            </a:pPr>
            <a:r>
              <a:rPr lang="en-US" dirty="0">
                <a:solidFill>
                  <a:schemeClr val="tx1"/>
                </a:solidFill>
              </a:rPr>
              <a:t> Access, authentication, and authorization (intentional 3 a's there)</a:t>
            </a:r>
          </a:p>
          <a:p>
            <a:pPr marL="285750" eaLnBrk="1" hangingPunct="1">
              <a:buClr>
                <a:srgbClr val="000000"/>
              </a:buClr>
              <a:buSzPct val="100000"/>
              <a:buFont typeface="Arial" panose="020B0604020202020204" pitchFamily="34" charset="0"/>
              <a:buChar char="•"/>
              <a:defRPr/>
            </a:pPr>
            <a:r>
              <a:rPr lang="en-US" dirty="0">
                <a:solidFill>
                  <a:schemeClr val="tx1"/>
                </a:solidFill>
              </a:rPr>
              <a:t> Error handling design</a:t>
            </a:r>
          </a:p>
          <a:p>
            <a:pPr marL="285750" eaLnBrk="1" hangingPunct="1">
              <a:buClr>
                <a:srgbClr val="000000"/>
              </a:buClr>
              <a:buSzPct val="100000"/>
              <a:buFont typeface="Arial" panose="020B0604020202020204" pitchFamily="34" charset="0"/>
              <a:buChar char="•"/>
              <a:defRPr/>
            </a:pPr>
            <a:r>
              <a:rPr lang="en-US" dirty="0">
                <a:solidFill>
                  <a:schemeClr val="tx1"/>
                </a:solidFill>
              </a:rPr>
              <a:t> Unit test automation by check-in gates</a:t>
            </a:r>
          </a:p>
          <a:p>
            <a:pPr marL="1028700" lvl="1" eaLnBrk="1" hangingPunct="1">
              <a:buClr>
                <a:srgbClr val="000000"/>
              </a:buClr>
              <a:buSzPct val="100000"/>
              <a:buFont typeface="Arial" panose="020B0604020202020204" pitchFamily="34" charset="0"/>
              <a:buChar char="•"/>
              <a:defRPr/>
            </a:pPr>
            <a:r>
              <a:rPr lang="en-US" dirty="0">
                <a:solidFill>
                  <a:schemeClr val="tx1"/>
                </a:solidFill>
              </a:rPr>
              <a:t>Code coverage</a:t>
            </a:r>
          </a:p>
          <a:p>
            <a:pPr marL="285750" eaLnBrk="1" hangingPunct="1">
              <a:buClr>
                <a:srgbClr val="000000"/>
              </a:buClr>
              <a:buSzPct val="100000"/>
              <a:buFont typeface="Arial" panose="020B0604020202020204" pitchFamily="34" charset="0"/>
              <a:buChar char="•"/>
              <a:defRPr/>
            </a:pPr>
            <a:r>
              <a:rPr lang="en-US" dirty="0">
                <a:solidFill>
                  <a:schemeClr val="tx1"/>
                </a:solidFill>
              </a:rPr>
              <a:t> Design for functional testing</a:t>
            </a:r>
          </a:p>
          <a:p>
            <a:pPr marL="285750" eaLnBrk="1" hangingPunct="1">
              <a:buClr>
                <a:srgbClr val="000000"/>
              </a:buClr>
              <a:buSzPct val="100000"/>
              <a:buFont typeface="Arial" panose="020B0604020202020204" pitchFamily="34" charset="0"/>
              <a:buChar char="•"/>
              <a:defRPr/>
            </a:pPr>
            <a:r>
              <a:rPr lang="en-US" dirty="0">
                <a:solidFill>
                  <a:schemeClr val="tx1"/>
                </a:solidFill>
              </a:rPr>
              <a:t> Information input restriction</a:t>
            </a:r>
          </a:p>
          <a:p>
            <a:pPr marL="1028700" lvl="1" eaLnBrk="1" hangingPunct="1">
              <a:buClr>
                <a:srgbClr val="000000"/>
              </a:buClr>
              <a:buSzPct val="100000"/>
              <a:buFont typeface="Arial" panose="020B0604020202020204" pitchFamily="34" charset="0"/>
              <a:buChar char="•"/>
              <a:defRPr/>
            </a:pPr>
            <a:r>
              <a:rPr lang="en-US" dirty="0">
                <a:solidFill>
                  <a:schemeClr val="tx1"/>
                </a:solidFill>
              </a:rPr>
              <a:t>RBAC</a:t>
            </a:r>
          </a:p>
          <a:p>
            <a:pPr marL="1028700" lvl="1" eaLnBrk="1" hangingPunct="1">
              <a:buClr>
                <a:srgbClr val="000000"/>
              </a:buClr>
              <a:buSzPct val="100000"/>
              <a:buFont typeface="Arial" panose="020B0604020202020204" pitchFamily="34" charset="0"/>
              <a:buChar char="•"/>
              <a:defRPr/>
            </a:pPr>
            <a:r>
              <a:rPr lang="en-US" dirty="0">
                <a:solidFill>
                  <a:schemeClr val="tx1"/>
                </a:solidFill>
              </a:rPr>
              <a:t>Partitioning</a:t>
            </a:r>
          </a:p>
          <a:p>
            <a:pPr marL="285750" eaLnBrk="1" hangingPunct="1">
              <a:buClr>
                <a:srgbClr val="000000"/>
              </a:buClr>
              <a:buSzPct val="100000"/>
              <a:buFont typeface="Arial" panose="020B0604020202020204" pitchFamily="34" charset="0"/>
              <a:buChar char="•"/>
              <a:defRPr/>
            </a:pPr>
            <a:r>
              <a:rPr lang="en-US" dirty="0">
                <a:solidFill>
                  <a:schemeClr val="tx1"/>
                </a:solidFill>
              </a:rPr>
              <a:t> Information validation</a:t>
            </a:r>
          </a:p>
          <a:p>
            <a:pPr marL="1028700" lvl="1" eaLnBrk="1" hangingPunct="1">
              <a:buClr>
                <a:srgbClr val="000000"/>
              </a:buClr>
              <a:buSzPct val="100000"/>
              <a:buFont typeface="Arial" panose="020B0604020202020204" pitchFamily="34" charset="0"/>
              <a:buChar char="•"/>
              <a:defRPr/>
            </a:pPr>
            <a:r>
              <a:rPr lang="en-US" dirty="0">
                <a:solidFill>
                  <a:schemeClr val="tx1"/>
                </a:solidFill>
              </a:rPr>
              <a:t>Rules engine/input validation, app firewall</a:t>
            </a:r>
          </a:p>
        </p:txBody>
      </p:sp>
    </p:spTree>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Rectangle 1"/>
          <p:cNvSpPr>
            <a:spLocks noGrp="1" noChangeArrowheads="1"/>
          </p:cNvSpPr>
          <p:nvPr>
            <p:ph type="title"/>
          </p:nvPr>
        </p:nvSpPr>
        <p:spPr>
          <a:xfrm>
            <a:off x="2057400" y="304800"/>
            <a:ext cx="6815138" cy="533400"/>
          </a:xfrm>
        </p:spPr>
        <p:txBody>
          <a:bodyPr/>
          <a:lstStyle/>
          <a:p>
            <a:pPr eaLnBrk="1" hangingPunct="1">
              <a:buClr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dirty="0"/>
              <a:t>Built Into the SDLC (Cont.)</a:t>
            </a:r>
            <a:endParaRPr lang="en-US" dirty="0" smtClean="0"/>
          </a:p>
        </p:txBody>
      </p:sp>
      <p:sp>
        <p:nvSpPr>
          <p:cNvPr id="2" name="TextBox 1"/>
          <p:cNvSpPr txBox="1"/>
          <p:nvPr/>
        </p:nvSpPr>
        <p:spPr>
          <a:xfrm>
            <a:off x="1243847" y="3611051"/>
            <a:ext cx="6600606" cy="368300"/>
          </a:xfrm>
          <a:prstGeom prst="rect">
            <a:avLst/>
          </a:prstGeom>
          <a:noFill/>
        </p:spPr>
        <p:txBody>
          <a:bodyPr wrap="square">
            <a:spAutoFit/>
          </a:bodyPr>
          <a:lstStyle/>
          <a:p>
            <a:pPr marL="285750" eaLnBrk="1" hangingPunct="1">
              <a:buClr>
                <a:srgbClr val="000000"/>
              </a:buClr>
              <a:buSzPct val="100000"/>
              <a:buFont typeface="Arial" panose="020B0604020202020204" pitchFamily="34" charset="0"/>
              <a:buChar char="•"/>
              <a:defRPr/>
            </a:pPr>
            <a:r>
              <a:rPr lang="en-US" dirty="0">
                <a:solidFill>
                  <a:schemeClr val="tx1"/>
                </a:solidFill>
                <a:cs typeface="Arial"/>
              </a:rPr>
              <a:t> Risks behind an insufficiently documented system</a:t>
            </a:r>
            <a:endParaRPr lang="en-US" dirty="0">
              <a:solidFill>
                <a:schemeClr val="tx1"/>
              </a:solidFill>
            </a:endParaRPr>
          </a:p>
        </p:txBody>
      </p:sp>
      <p:sp>
        <p:nvSpPr>
          <p:cNvPr id="4" name="Rectangle 3"/>
          <p:cNvSpPr/>
          <p:nvPr/>
        </p:nvSpPr>
        <p:spPr>
          <a:xfrm>
            <a:off x="460065" y="2373134"/>
            <a:ext cx="6021247" cy="507831"/>
          </a:xfrm>
          <a:prstGeom prst="rect">
            <a:avLst/>
          </a:prstGeom>
          <a:noFill/>
        </p:spPr>
        <p:txBody>
          <a:bodyPr wrap="square">
            <a:spAutoFit/>
          </a:bodyPr>
          <a:lstStyle/>
          <a:p>
            <a:pPr algn="ctr" eaLnBrk="1" hangingPunct="1">
              <a:buClr>
                <a:srgbClr val="000000"/>
              </a:buClr>
              <a:buSzPct val="100000"/>
              <a:buFont typeface="Times New Roman" panose="02020603050405020304" pitchFamily="18" charset="0"/>
              <a:buNone/>
              <a:defRPr/>
            </a:pPr>
            <a:r>
              <a:rPr lang="en-US" sz="2700" b="1" dirty="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latin typeface="Arial" charset="0"/>
                <a:cs typeface="Arial"/>
              </a:rPr>
              <a:t>Writing documentation sucks, but...</a:t>
            </a:r>
            <a:endParaRPr lang="en-US" sz="2700" b="1" dirty="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latin typeface="Arial" charset="0"/>
            </a:endParaRPr>
          </a:p>
        </p:txBody>
      </p:sp>
    </p:spTree>
    <p:extLst>
      <p:ext uri="{BB962C8B-B14F-4D97-AF65-F5344CB8AC3E}">
        <p14:creationId xmlns:p14="http://schemas.microsoft.com/office/powerpoint/2010/main" val="3982499556"/>
      </p:ext>
    </p:extLst>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1"/>
          <p:cNvSpPr>
            <a:spLocks noGrp="1" noChangeArrowheads="1"/>
          </p:cNvSpPr>
          <p:nvPr>
            <p:ph type="title"/>
          </p:nvPr>
        </p:nvSpPr>
        <p:spPr>
          <a:xfrm>
            <a:off x="2057400" y="219075"/>
            <a:ext cx="6815138" cy="703263"/>
          </a:xfrm>
        </p:spPr>
        <p:txBody>
          <a:bodyPr/>
          <a:lstStyle/>
          <a:p>
            <a:pPr eaLnBrk="1" hangingPunct="1">
              <a:buClr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smtClean="0"/>
              <a:t>How Do These Controls Get Assessed</a:t>
            </a:r>
          </a:p>
        </p:txBody>
      </p:sp>
      <p:pic>
        <p:nvPicPr>
          <p:cNvPr id="2" name="Picture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267200" y="1336221"/>
            <a:ext cx="4667250" cy="4229100"/>
          </a:xfrm>
          <a:prstGeom prst="rect">
            <a:avLst/>
          </a:prstGeom>
        </p:spPr>
      </p:pic>
      <p:sp>
        <p:nvSpPr>
          <p:cNvPr id="3" name="TextBox 2"/>
          <p:cNvSpPr txBox="1"/>
          <p:nvPr/>
        </p:nvSpPr>
        <p:spPr>
          <a:xfrm>
            <a:off x="533400" y="1336221"/>
            <a:ext cx="3505200" cy="2893100"/>
          </a:xfrm>
          <a:prstGeom prst="rect">
            <a:avLst/>
          </a:prstGeom>
          <a:noFill/>
        </p:spPr>
        <p:txBody>
          <a:bodyPr wrap="square" rtlCol="0">
            <a:spAutoFit/>
          </a:bodyPr>
          <a:lstStyle/>
          <a:p>
            <a:pPr marL="285750" indent="-285750">
              <a:buFont typeface="Arial" pitchFamily="34" charset="0"/>
              <a:buChar char="•"/>
            </a:pPr>
            <a:r>
              <a:rPr lang="en-US" dirty="0" smtClean="0">
                <a:solidFill>
                  <a:schemeClr val="tx1"/>
                </a:solidFill>
              </a:rPr>
              <a:t>800-53A</a:t>
            </a:r>
          </a:p>
          <a:p>
            <a:endParaRPr lang="en-US" dirty="0" smtClean="0">
              <a:solidFill>
                <a:schemeClr val="tx1"/>
              </a:solidFill>
            </a:endParaRPr>
          </a:p>
          <a:p>
            <a:pPr marL="1028700" lvl="1">
              <a:buFont typeface="Arial" pitchFamily="34" charset="0"/>
              <a:buChar char="•"/>
            </a:pPr>
            <a:r>
              <a:rPr lang="en-US" dirty="0" smtClean="0">
                <a:solidFill>
                  <a:schemeClr val="tx1"/>
                </a:solidFill>
              </a:rPr>
              <a:t>Interviews</a:t>
            </a:r>
          </a:p>
          <a:p>
            <a:pPr marL="1028700" lvl="1">
              <a:buFont typeface="Arial" pitchFamily="34" charset="0"/>
              <a:buChar char="•"/>
            </a:pPr>
            <a:r>
              <a:rPr lang="en-US" dirty="0" smtClean="0">
                <a:solidFill>
                  <a:schemeClr val="tx1"/>
                </a:solidFill>
              </a:rPr>
              <a:t>Examinations</a:t>
            </a:r>
          </a:p>
          <a:p>
            <a:pPr marL="1028700" lvl="1">
              <a:buFont typeface="Arial" pitchFamily="34" charset="0"/>
              <a:buChar char="•"/>
            </a:pPr>
            <a:r>
              <a:rPr lang="en-US" dirty="0" smtClean="0">
                <a:solidFill>
                  <a:schemeClr val="tx1"/>
                </a:solidFill>
              </a:rPr>
              <a:t>Testing*</a:t>
            </a:r>
          </a:p>
          <a:p>
            <a:pPr marL="285750" indent="-285750">
              <a:buFont typeface="Arial" pitchFamily="34" charset="0"/>
              <a:buChar char="•"/>
            </a:pPr>
            <a:endParaRPr lang="en-US" dirty="0">
              <a:solidFill>
                <a:schemeClr val="tx1"/>
              </a:solidFill>
            </a:endParaRPr>
          </a:p>
          <a:p>
            <a:endParaRPr lang="en-US" dirty="0">
              <a:solidFill>
                <a:schemeClr val="tx1"/>
              </a:solidFill>
            </a:endParaRPr>
          </a:p>
          <a:p>
            <a:pPr marL="285750" indent="-285750">
              <a:buFont typeface="Arial" pitchFamily="34" charset="0"/>
              <a:buChar char="•"/>
            </a:pPr>
            <a:endParaRPr lang="en-US" dirty="0" smtClean="0">
              <a:solidFill>
                <a:schemeClr val="tx1"/>
              </a:solidFill>
            </a:endParaRPr>
          </a:p>
          <a:p>
            <a:r>
              <a:rPr lang="en-US" dirty="0" smtClean="0">
                <a:solidFill>
                  <a:schemeClr val="tx1"/>
                </a:solidFill>
              </a:rPr>
              <a:t>* This is the phase that suffers the must in C&amp;A testing</a:t>
            </a:r>
            <a:r>
              <a:rPr lang="en-US" sz="2000" dirty="0" smtClean="0">
                <a:solidFill>
                  <a:schemeClr val="tx1"/>
                </a:solidFill>
              </a:rPr>
              <a:t>.</a:t>
            </a:r>
            <a:endParaRPr lang="en-US" sz="2000" dirty="0">
              <a:solidFill>
                <a:schemeClr val="tx1"/>
              </a:solidFill>
            </a:endParaRPr>
          </a:p>
        </p:txBody>
      </p:sp>
    </p:spTree>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Rectangle 1"/>
          <p:cNvSpPr>
            <a:spLocks noGrp="1" noChangeArrowheads="1"/>
          </p:cNvSpPr>
          <p:nvPr>
            <p:ph type="title"/>
          </p:nvPr>
        </p:nvSpPr>
        <p:spPr>
          <a:xfrm>
            <a:off x="2057400" y="219075"/>
            <a:ext cx="6815138" cy="703263"/>
          </a:xfrm>
        </p:spPr>
        <p:txBody>
          <a:bodyPr/>
          <a:lstStyle/>
          <a:p>
            <a:pPr eaLnBrk="1" hangingPunct="1">
              <a:buClr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smtClean="0"/>
              <a:t>Tools that Perform 800-53 Compliance</a:t>
            </a:r>
          </a:p>
        </p:txBody>
      </p:sp>
      <p:sp>
        <p:nvSpPr>
          <p:cNvPr id="2" name="TextBox 1"/>
          <p:cNvSpPr txBox="1"/>
          <p:nvPr/>
        </p:nvSpPr>
        <p:spPr>
          <a:xfrm>
            <a:off x="1143000" y="1524000"/>
            <a:ext cx="7467600" cy="1477328"/>
          </a:xfrm>
          <a:prstGeom prst="rect">
            <a:avLst/>
          </a:prstGeom>
          <a:noFill/>
        </p:spPr>
        <p:txBody>
          <a:bodyPr wrap="square" rtlCol="0">
            <a:spAutoFit/>
          </a:bodyPr>
          <a:lstStyle/>
          <a:p>
            <a:pPr marL="285750" indent="-285750">
              <a:buFont typeface="Arial" pitchFamily="34" charset="0"/>
              <a:buChar char="•"/>
            </a:pPr>
            <a:r>
              <a:rPr lang="en-US" dirty="0" smtClean="0">
                <a:solidFill>
                  <a:schemeClr val="tx1"/>
                </a:solidFill>
              </a:rPr>
              <a:t>ASSERT</a:t>
            </a:r>
          </a:p>
          <a:p>
            <a:pPr marL="285750" indent="-285750">
              <a:buFont typeface="Arial" pitchFamily="34" charset="0"/>
              <a:buChar char="•"/>
            </a:pPr>
            <a:r>
              <a:rPr lang="en-US" dirty="0" smtClean="0">
                <a:solidFill>
                  <a:schemeClr val="tx1"/>
                </a:solidFill>
              </a:rPr>
              <a:t>CSAM</a:t>
            </a:r>
          </a:p>
          <a:p>
            <a:pPr marL="285750" indent="-285750">
              <a:buFont typeface="Arial" pitchFamily="34" charset="0"/>
              <a:buChar char="•"/>
            </a:pPr>
            <a:r>
              <a:rPr lang="en-US" dirty="0" smtClean="0">
                <a:solidFill>
                  <a:schemeClr val="tx1"/>
                </a:solidFill>
              </a:rPr>
              <a:t>Trusted Agent FISMA</a:t>
            </a:r>
          </a:p>
          <a:p>
            <a:pPr marL="285750" indent="-285750">
              <a:buFont typeface="Arial" pitchFamily="34" charset="0"/>
              <a:buChar char="•"/>
            </a:pPr>
            <a:r>
              <a:rPr lang="en-US" dirty="0" smtClean="0">
                <a:solidFill>
                  <a:schemeClr val="tx1"/>
                </a:solidFill>
              </a:rPr>
              <a:t>RSAM</a:t>
            </a:r>
          </a:p>
          <a:p>
            <a:pPr marL="285750" indent="-285750">
              <a:buFont typeface="Arial" pitchFamily="34" charset="0"/>
              <a:buChar char="•"/>
            </a:pPr>
            <a:r>
              <a:rPr lang="en-US" dirty="0" smtClean="0">
                <a:solidFill>
                  <a:schemeClr val="tx1"/>
                </a:solidFill>
              </a:rPr>
              <a:t>Maybe more?</a:t>
            </a:r>
            <a:endParaRPr lang="en-US" dirty="0">
              <a:solidFill>
                <a:schemeClr val="tx1"/>
              </a:solidFill>
            </a:endParaRPr>
          </a:p>
        </p:txBody>
      </p:sp>
      <p:pic>
        <p:nvPicPr>
          <p:cNvPr id="3" name="Picture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362200" y="3001328"/>
            <a:ext cx="4724400" cy="2609850"/>
          </a:xfrm>
          <a:prstGeom prst="rect">
            <a:avLst/>
          </a:prstGeom>
        </p:spPr>
      </p:pic>
    </p:spTree>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228600" y="990600"/>
            <a:ext cx="3733800" cy="5103813"/>
          </a:xfrm>
        </p:spPr>
        <p:txBody>
          <a:bodyPr/>
          <a:lstStyle/>
          <a:p>
            <a:r>
              <a:rPr lang="en-US" sz="1600" b="0" dirty="0">
                <a:latin typeface="Arial" pitchFamily="34" charset="0"/>
                <a:cs typeface="Arial" pitchFamily="34" charset="0"/>
              </a:rPr>
              <a:t>The U.S. Office of Management and Budget has required, in the August 11, 2008, M-08-22 memorandum to Federal CIOs, that "Both industry and government information technology providers must use SCAP validated tools with FDCC Scanner capability to certify their products operate correctly with FDCC configurations and do not alter FDCC settings. Agencies will use SCAP tools to scan for both FDCC configurations and configuration deviations approved by department or agency accrediting authority. Agencies must also use these tools when monitoring use of these configurations as part of FISMA continuous monitoring."</a:t>
            </a:r>
          </a:p>
        </p:txBody>
      </p:sp>
      <p:sp>
        <p:nvSpPr>
          <p:cNvPr id="3" name="Title 2"/>
          <p:cNvSpPr>
            <a:spLocks noGrp="1"/>
          </p:cNvSpPr>
          <p:nvPr>
            <p:ph type="title"/>
          </p:nvPr>
        </p:nvSpPr>
        <p:spPr/>
        <p:txBody>
          <a:bodyPr/>
          <a:lstStyle/>
          <a:p>
            <a:r>
              <a:rPr lang="en-US" dirty="0" smtClean="0"/>
              <a:t>SCAP Tools</a:t>
            </a:r>
            <a:endParaRPr lang="en-US" dirty="0"/>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191000" y="1066800"/>
            <a:ext cx="4931229" cy="4495800"/>
          </a:xfrm>
          <a:prstGeom prst="rect">
            <a:avLst/>
          </a:prstGeom>
        </p:spPr>
      </p:pic>
    </p:spTree>
    <p:extLst>
      <p:ext uri="{BB962C8B-B14F-4D97-AF65-F5344CB8AC3E}">
        <p14:creationId xmlns:p14="http://schemas.microsoft.com/office/powerpoint/2010/main" val="4245320514"/>
      </p:ext>
    </p:extLst>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Rectangle 1"/>
          <p:cNvSpPr>
            <a:spLocks noGrp="1" noChangeArrowheads="1"/>
          </p:cNvSpPr>
          <p:nvPr>
            <p:ph type="title"/>
          </p:nvPr>
        </p:nvSpPr>
        <p:spPr>
          <a:xfrm>
            <a:off x="2057400" y="219075"/>
            <a:ext cx="6815138" cy="703263"/>
          </a:xfrm>
        </p:spPr>
        <p:txBody>
          <a:bodyPr/>
          <a:lstStyle/>
          <a:p>
            <a:pPr eaLnBrk="1" hangingPunct="1">
              <a:buClr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dirty="0" smtClean="0"/>
              <a:t>Assessors POV 800-53 Management</a:t>
            </a:r>
          </a:p>
        </p:txBody>
      </p:sp>
      <p:sp>
        <p:nvSpPr>
          <p:cNvPr id="76803" name="Rectangle 2"/>
          <p:cNvSpPr>
            <a:spLocks noGrp="1" noChangeArrowheads="1"/>
          </p:cNvSpPr>
          <p:nvPr>
            <p:ph type="body" idx="4294967295"/>
          </p:nvPr>
        </p:nvSpPr>
        <p:spPr>
          <a:xfrm>
            <a:off x="304800" y="1295400"/>
            <a:ext cx="8567738" cy="4114800"/>
          </a:xfrm>
        </p:spPr>
        <p:txBody>
          <a:bodyPr/>
          <a:lstStyle/>
          <a:p>
            <a:pPr indent="-341313" eaLnBrk="1" hangingPunct="1">
              <a:buClrTx/>
              <a:buFont typeface="Arial" panose="020B0604020202020204" pitchFamily="34" charset="0"/>
              <a:buChar char="•"/>
              <a:tabLst>
                <a:tab pos="912813" algn="l"/>
                <a:tab pos="1827213" algn="l"/>
                <a:tab pos="2741613" algn="l"/>
                <a:tab pos="3656013" algn="l"/>
                <a:tab pos="4570413" algn="l"/>
                <a:tab pos="5484813" algn="l"/>
                <a:tab pos="6399213" algn="l"/>
                <a:tab pos="7313613" algn="l"/>
                <a:tab pos="8228013" algn="l"/>
                <a:tab pos="9142413" algn="l"/>
                <a:tab pos="10056813" algn="l"/>
              </a:tabLst>
            </a:pPr>
            <a:endParaRPr lang="en-US" b="0" dirty="0" smtClean="0"/>
          </a:p>
          <a:p>
            <a:pPr indent="-341313" eaLnBrk="1" hangingPunct="1">
              <a:spcBef>
                <a:spcPts val="500"/>
              </a:spcBef>
              <a:buClrTx/>
              <a:buFont typeface="Arial" panose="020B0604020202020204" pitchFamily="34" charset="0"/>
              <a:buChar char="•"/>
              <a:tabLst>
                <a:tab pos="912813" algn="l"/>
                <a:tab pos="1827213" algn="l"/>
                <a:tab pos="2741613" algn="l"/>
                <a:tab pos="3656013" algn="l"/>
                <a:tab pos="4570413" algn="l"/>
                <a:tab pos="5484813" algn="l"/>
                <a:tab pos="6399213" algn="l"/>
                <a:tab pos="7313613" algn="l"/>
                <a:tab pos="8228013" algn="l"/>
                <a:tab pos="9142413" algn="l"/>
                <a:tab pos="10056813" algn="l"/>
              </a:tabLst>
            </a:pPr>
            <a:endParaRPr lang="en-US" sz="2000" b="0" dirty="0" smtClean="0"/>
          </a:p>
        </p:txBody>
      </p:sp>
      <p:sp>
        <p:nvSpPr>
          <p:cNvPr id="2" name="TextBox 1"/>
          <p:cNvSpPr txBox="1"/>
          <p:nvPr/>
        </p:nvSpPr>
        <p:spPr>
          <a:xfrm>
            <a:off x="533400" y="1295400"/>
            <a:ext cx="8153400" cy="923330"/>
          </a:xfrm>
          <a:prstGeom prst="rect">
            <a:avLst/>
          </a:prstGeom>
          <a:noFill/>
        </p:spPr>
        <p:txBody>
          <a:bodyPr wrap="square" rtlCol="0">
            <a:spAutoFit/>
          </a:bodyPr>
          <a:lstStyle/>
          <a:p>
            <a:pPr marL="285750" indent="-285750">
              <a:buFont typeface="Arial" pitchFamily="34" charset="0"/>
              <a:buChar char="•"/>
            </a:pPr>
            <a:r>
              <a:rPr lang="en-US" dirty="0" smtClean="0">
                <a:solidFill>
                  <a:schemeClr val="tx1"/>
                </a:solidFill>
              </a:rPr>
              <a:t>Most often assessed via interviews and document collection.</a:t>
            </a:r>
          </a:p>
          <a:p>
            <a:pPr marL="285750" indent="-285750">
              <a:buFont typeface="Arial" pitchFamily="34" charset="0"/>
              <a:buChar char="•"/>
            </a:pPr>
            <a:r>
              <a:rPr lang="en-US" dirty="0" smtClean="0">
                <a:solidFill>
                  <a:schemeClr val="tx1"/>
                </a:solidFill>
              </a:rPr>
              <a:t>While important concepts, rarely do they equate to the direct security of a system.</a:t>
            </a:r>
            <a:endParaRPr lang="en-US" dirty="0">
              <a:solidFill>
                <a:schemeClr val="tx1"/>
              </a:solidFill>
            </a:endParaRPr>
          </a:p>
        </p:txBody>
      </p:sp>
      <p:pic>
        <p:nvPicPr>
          <p:cNvPr id="3" name="Picture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44286" y="2438400"/>
            <a:ext cx="8229600" cy="3548936"/>
          </a:xfrm>
          <a:prstGeom prst="rect">
            <a:avLst/>
          </a:prstGeom>
        </p:spPr>
      </p:pic>
    </p:spTree>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r>
              <a:rPr lang="en-US" sz="1800" b="0" dirty="0" smtClean="0">
                <a:latin typeface="Arial" pitchFamily="34" charset="0"/>
                <a:cs typeface="Arial" pitchFamily="34" charset="0"/>
              </a:rPr>
              <a:t>Often assessing these controls  is easy and straightforward.  Do some interviews and collect some evidence.</a:t>
            </a:r>
          </a:p>
          <a:p>
            <a:r>
              <a:rPr lang="en-US" sz="1800" b="0" dirty="0" smtClean="0">
                <a:latin typeface="Arial" pitchFamily="34" charset="0"/>
                <a:cs typeface="Arial" pitchFamily="34" charset="0"/>
              </a:rPr>
              <a:t>But you still have to be careful because you will get compliance descriptions like this that may look right but really aren’t.</a:t>
            </a:r>
            <a:endParaRPr lang="en-US" sz="1800" b="0" dirty="0">
              <a:latin typeface="Arial" pitchFamily="34" charset="0"/>
              <a:cs typeface="Arial" pitchFamily="34" charset="0"/>
            </a:endParaRPr>
          </a:p>
        </p:txBody>
      </p:sp>
      <p:sp>
        <p:nvSpPr>
          <p:cNvPr id="3" name="Title 2"/>
          <p:cNvSpPr>
            <a:spLocks noGrp="1"/>
          </p:cNvSpPr>
          <p:nvPr>
            <p:ph type="title"/>
          </p:nvPr>
        </p:nvSpPr>
        <p:spPr/>
        <p:txBody>
          <a:bodyPr/>
          <a:lstStyle/>
          <a:p>
            <a:r>
              <a:rPr lang="en-US" dirty="0"/>
              <a:t>Assessors POV 800-53 </a:t>
            </a:r>
            <a:r>
              <a:rPr lang="en-US" dirty="0" smtClean="0"/>
              <a:t>Management (Cont.)</a:t>
            </a:r>
            <a:endParaRPr lang="en-US" dirty="0"/>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8600" y="2590800"/>
            <a:ext cx="8763000" cy="3352800"/>
          </a:xfrm>
          <a:prstGeom prst="rect">
            <a:avLst/>
          </a:prstGeom>
        </p:spPr>
      </p:pic>
    </p:spTree>
    <p:extLst>
      <p:ext uri="{BB962C8B-B14F-4D97-AF65-F5344CB8AC3E}">
        <p14:creationId xmlns:p14="http://schemas.microsoft.com/office/powerpoint/2010/main" val="3078490990"/>
      </p:ext>
    </p:extLst>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Rectangle 1"/>
          <p:cNvSpPr>
            <a:spLocks noGrp="1" noChangeArrowheads="1"/>
          </p:cNvSpPr>
          <p:nvPr>
            <p:ph type="title"/>
          </p:nvPr>
        </p:nvSpPr>
        <p:spPr>
          <a:xfrm>
            <a:off x="2057400" y="219075"/>
            <a:ext cx="6815138" cy="703263"/>
          </a:xfrm>
        </p:spPr>
        <p:txBody>
          <a:bodyPr/>
          <a:lstStyle/>
          <a:p>
            <a:pPr eaLnBrk="1" hangingPunct="1">
              <a:buClr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dirty="0" smtClean="0"/>
              <a:t>Assessors POV 800-53 Operational</a:t>
            </a:r>
          </a:p>
        </p:txBody>
      </p:sp>
      <p:sp>
        <p:nvSpPr>
          <p:cNvPr id="78851" name="Rectangle 2"/>
          <p:cNvSpPr>
            <a:spLocks noGrp="1" noChangeArrowheads="1"/>
          </p:cNvSpPr>
          <p:nvPr>
            <p:ph type="body" idx="4294967295"/>
          </p:nvPr>
        </p:nvSpPr>
        <p:spPr>
          <a:xfrm>
            <a:off x="304800" y="1295400"/>
            <a:ext cx="8567738" cy="4114800"/>
          </a:xfrm>
        </p:spPr>
        <p:txBody>
          <a:bodyPr/>
          <a:lstStyle/>
          <a:p>
            <a:pPr indent="-341313" eaLnBrk="1" hangingPunct="1">
              <a:buClrTx/>
              <a:buFont typeface="Arial" panose="020B0604020202020204" pitchFamily="34" charset="0"/>
              <a:buChar char="•"/>
              <a:tabLst>
                <a:tab pos="912813" algn="l"/>
                <a:tab pos="1827213" algn="l"/>
                <a:tab pos="2741613" algn="l"/>
                <a:tab pos="3656013" algn="l"/>
                <a:tab pos="4570413" algn="l"/>
                <a:tab pos="5484813" algn="l"/>
                <a:tab pos="6399213" algn="l"/>
                <a:tab pos="7313613" algn="l"/>
                <a:tab pos="8228013" algn="l"/>
                <a:tab pos="9142413" algn="l"/>
                <a:tab pos="10056813" algn="l"/>
              </a:tabLst>
            </a:pPr>
            <a:endParaRPr lang="en-US" b="0" smtClean="0"/>
          </a:p>
          <a:p>
            <a:pPr indent="-341313" eaLnBrk="1" hangingPunct="1">
              <a:spcBef>
                <a:spcPts val="500"/>
              </a:spcBef>
              <a:buClrTx/>
              <a:buFont typeface="Arial" panose="020B0604020202020204" pitchFamily="34" charset="0"/>
              <a:buChar char="•"/>
              <a:tabLst>
                <a:tab pos="912813" algn="l"/>
                <a:tab pos="1827213" algn="l"/>
                <a:tab pos="2741613" algn="l"/>
                <a:tab pos="3656013" algn="l"/>
                <a:tab pos="4570413" algn="l"/>
                <a:tab pos="5484813" algn="l"/>
                <a:tab pos="6399213" algn="l"/>
                <a:tab pos="7313613" algn="l"/>
                <a:tab pos="8228013" algn="l"/>
                <a:tab pos="9142413" algn="l"/>
                <a:tab pos="10056813" algn="l"/>
              </a:tabLst>
            </a:pPr>
            <a:endParaRPr lang="en-US" sz="2000" b="0" smtClean="0"/>
          </a:p>
        </p:txBody>
      </p:sp>
      <p:sp>
        <p:nvSpPr>
          <p:cNvPr id="2" name="TextBox 1"/>
          <p:cNvSpPr txBox="1"/>
          <p:nvPr/>
        </p:nvSpPr>
        <p:spPr>
          <a:xfrm>
            <a:off x="609600" y="1143000"/>
            <a:ext cx="8229600" cy="2862322"/>
          </a:xfrm>
          <a:prstGeom prst="rect">
            <a:avLst/>
          </a:prstGeom>
          <a:noFill/>
        </p:spPr>
        <p:txBody>
          <a:bodyPr wrap="square" rtlCol="0">
            <a:spAutoFit/>
          </a:bodyPr>
          <a:lstStyle/>
          <a:p>
            <a:pPr marL="285750" indent="-285750">
              <a:buFont typeface="Arial" pitchFamily="34" charset="0"/>
              <a:buChar char="•"/>
            </a:pPr>
            <a:r>
              <a:rPr lang="en-US" dirty="0" smtClean="0">
                <a:solidFill>
                  <a:schemeClr val="tx1"/>
                </a:solidFill>
              </a:rPr>
              <a:t>The largest control class, with several critical controls that directly impact the security posture of the system.</a:t>
            </a:r>
          </a:p>
          <a:p>
            <a:pPr marL="285750" indent="-285750">
              <a:buFont typeface="Arial" pitchFamily="34" charset="0"/>
              <a:buChar char="•"/>
            </a:pPr>
            <a:r>
              <a:rPr lang="en-US" dirty="0" smtClean="0">
                <a:solidFill>
                  <a:schemeClr val="tx1"/>
                </a:solidFill>
              </a:rPr>
              <a:t>Some aren’t that important IMO (AT, PS, MA)</a:t>
            </a:r>
          </a:p>
          <a:p>
            <a:pPr marL="285750" indent="-285750">
              <a:buFont typeface="Arial" pitchFamily="34" charset="0"/>
              <a:buChar char="•"/>
            </a:pPr>
            <a:r>
              <a:rPr lang="en-US" dirty="0" smtClean="0">
                <a:solidFill>
                  <a:schemeClr val="tx1"/>
                </a:solidFill>
              </a:rPr>
              <a:t>But the CM and SI have several critical controls that can indicate a fundamental flaw in processes and procedures (CM-3, CM-6, CM-7, SI-2)</a:t>
            </a:r>
          </a:p>
          <a:p>
            <a:pPr marL="285750" indent="-285750">
              <a:buFont typeface="Arial" pitchFamily="34" charset="0"/>
              <a:buChar char="•"/>
            </a:pPr>
            <a:r>
              <a:rPr lang="en-US" dirty="0" smtClean="0">
                <a:solidFill>
                  <a:schemeClr val="tx1"/>
                </a:solidFill>
              </a:rPr>
              <a:t>Others like CP are important, but often are overlooked and don’t get the attention they deserve (CP tests).</a:t>
            </a:r>
          </a:p>
          <a:p>
            <a:pPr marL="285750" indent="-285750">
              <a:buFont typeface="Arial" pitchFamily="34" charset="0"/>
              <a:buChar char="•"/>
            </a:pPr>
            <a:r>
              <a:rPr lang="en-US" dirty="0" smtClean="0">
                <a:solidFill>
                  <a:schemeClr val="tx1"/>
                </a:solidFill>
              </a:rPr>
              <a:t>While still assessed mostly via interviews and examination, more technical testing is required here.  Many of you technical findings can be mapped back to CM-6 or SI-2.</a:t>
            </a:r>
            <a:endParaRPr lang="en-US" dirty="0">
              <a:solidFill>
                <a:schemeClr val="tx1"/>
              </a:solidFill>
            </a:endParaRPr>
          </a:p>
        </p:txBody>
      </p:sp>
    </p:spTree>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743200" y="990600"/>
            <a:ext cx="6269389" cy="5103813"/>
          </a:xfrm>
        </p:spPr>
      </p:pic>
      <p:sp>
        <p:nvSpPr>
          <p:cNvPr id="3" name="Title 2"/>
          <p:cNvSpPr>
            <a:spLocks noGrp="1"/>
          </p:cNvSpPr>
          <p:nvPr>
            <p:ph type="title"/>
          </p:nvPr>
        </p:nvSpPr>
        <p:spPr/>
        <p:txBody>
          <a:bodyPr/>
          <a:lstStyle/>
          <a:p>
            <a:r>
              <a:rPr lang="en-US" dirty="0"/>
              <a:t>Assessors POV 800-53 </a:t>
            </a:r>
            <a:r>
              <a:rPr lang="en-US" dirty="0" smtClean="0"/>
              <a:t>Operational (Cont.)</a:t>
            </a:r>
            <a:endParaRPr lang="en-US" dirty="0"/>
          </a:p>
        </p:txBody>
      </p:sp>
      <p:sp>
        <p:nvSpPr>
          <p:cNvPr id="5" name="TextBox 4"/>
          <p:cNvSpPr txBox="1"/>
          <p:nvPr/>
        </p:nvSpPr>
        <p:spPr>
          <a:xfrm>
            <a:off x="457200" y="1219200"/>
            <a:ext cx="2133600" cy="1200329"/>
          </a:xfrm>
          <a:prstGeom prst="rect">
            <a:avLst/>
          </a:prstGeom>
          <a:noFill/>
        </p:spPr>
        <p:txBody>
          <a:bodyPr wrap="square" rtlCol="0">
            <a:spAutoFit/>
          </a:bodyPr>
          <a:lstStyle/>
          <a:p>
            <a:r>
              <a:rPr lang="en-US" dirty="0" smtClean="0">
                <a:solidFill>
                  <a:schemeClr val="tx1"/>
                </a:solidFill>
              </a:rPr>
              <a:t>We get a lot of “non-technical” findings in the Operational class</a:t>
            </a:r>
            <a:endParaRPr lang="en-US" dirty="0">
              <a:solidFill>
                <a:schemeClr val="tx1"/>
              </a:solidFill>
            </a:endParaRPr>
          </a:p>
        </p:txBody>
      </p:sp>
    </p:spTree>
    <p:extLst>
      <p:ext uri="{BB962C8B-B14F-4D97-AF65-F5344CB8AC3E}">
        <p14:creationId xmlns:p14="http://schemas.microsoft.com/office/powerpoint/2010/main" val="386424988"/>
      </p:ext>
    </p:extLst>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4267200" y="990600"/>
            <a:ext cx="4740199" cy="5103813"/>
          </a:xfrm>
        </p:spPr>
      </p:pic>
      <p:sp>
        <p:nvSpPr>
          <p:cNvPr id="3" name="Title 2"/>
          <p:cNvSpPr>
            <a:spLocks noGrp="1"/>
          </p:cNvSpPr>
          <p:nvPr>
            <p:ph type="title"/>
          </p:nvPr>
        </p:nvSpPr>
        <p:spPr/>
        <p:txBody>
          <a:bodyPr/>
          <a:lstStyle/>
          <a:p>
            <a:r>
              <a:rPr lang="en-US" dirty="0"/>
              <a:t>Assessors POV 800-53 Operational (Cont.)</a:t>
            </a:r>
          </a:p>
        </p:txBody>
      </p:sp>
      <p:sp>
        <p:nvSpPr>
          <p:cNvPr id="6" name="TextBox 5"/>
          <p:cNvSpPr txBox="1"/>
          <p:nvPr/>
        </p:nvSpPr>
        <p:spPr>
          <a:xfrm>
            <a:off x="457200" y="1219200"/>
            <a:ext cx="3200400" cy="1200329"/>
          </a:xfrm>
          <a:prstGeom prst="rect">
            <a:avLst/>
          </a:prstGeom>
          <a:noFill/>
        </p:spPr>
        <p:txBody>
          <a:bodyPr wrap="square" rtlCol="0">
            <a:spAutoFit/>
          </a:bodyPr>
          <a:lstStyle/>
          <a:p>
            <a:r>
              <a:rPr lang="en-US" dirty="0" smtClean="0">
                <a:solidFill>
                  <a:schemeClr val="tx1"/>
                </a:solidFill>
              </a:rPr>
              <a:t>But we also get to have some fun by running tools like Nessus and </a:t>
            </a:r>
            <a:r>
              <a:rPr lang="en-US" dirty="0" err="1" smtClean="0">
                <a:solidFill>
                  <a:schemeClr val="tx1"/>
                </a:solidFill>
              </a:rPr>
              <a:t>Nmap</a:t>
            </a:r>
            <a:r>
              <a:rPr lang="en-US" dirty="0" smtClean="0">
                <a:solidFill>
                  <a:schemeClr val="tx1"/>
                </a:solidFill>
              </a:rPr>
              <a:t>.  At least it is something……….</a:t>
            </a:r>
            <a:endParaRPr lang="en-US" dirty="0">
              <a:solidFill>
                <a:schemeClr val="tx1"/>
              </a:solidFill>
            </a:endParaRPr>
          </a:p>
        </p:txBody>
      </p:sp>
    </p:spTree>
    <p:extLst>
      <p:ext uri="{BB962C8B-B14F-4D97-AF65-F5344CB8AC3E}">
        <p14:creationId xmlns:p14="http://schemas.microsoft.com/office/powerpoint/2010/main" val="3119147619"/>
      </p:ext>
    </p:extLst>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Rectangle 1"/>
          <p:cNvSpPr>
            <a:spLocks noGrp="1" noChangeArrowheads="1"/>
          </p:cNvSpPr>
          <p:nvPr>
            <p:ph type="title"/>
          </p:nvPr>
        </p:nvSpPr>
        <p:spPr>
          <a:xfrm>
            <a:off x="2057400" y="219075"/>
            <a:ext cx="6815138" cy="703263"/>
          </a:xfrm>
        </p:spPr>
        <p:txBody>
          <a:bodyPr/>
          <a:lstStyle/>
          <a:p>
            <a:pPr eaLnBrk="1" hangingPunct="1">
              <a:buClr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dirty="0" smtClean="0"/>
              <a:t>Assessors POV 800-53 Technical</a:t>
            </a:r>
          </a:p>
        </p:txBody>
      </p:sp>
      <p:sp>
        <p:nvSpPr>
          <p:cNvPr id="80899" name="Rectangle 2"/>
          <p:cNvSpPr>
            <a:spLocks noGrp="1" noChangeArrowheads="1"/>
          </p:cNvSpPr>
          <p:nvPr>
            <p:ph type="body" idx="4294967295"/>
          </p:nvPr>
        </p:nvSpPr>
        <p:spPr>
          <a:xfrm>
            <a:off x="326231" y="1371600"/>
            <a:ext cx="8567738" cy="4114800"/>
          </a:xfrm>
        </p:spPr>
        <p:txBody>
          <a:bodyPr/>
          <a:lstStyle/>
          <a:p>
            <a:pPr indent="-341313" eaLnBrk="1" hangingPunct="1">
              <a:buClrTx/>
              <a:buFont typeface="Arial" panose="020B0604020202020204" pitchFamily="34" charset="0"/>
              <a:buChar char="•"/>
              <a:tabLst>
                <a:tab pos="912813" algn="l"/>
                <a:tab pos="1827213" algn="l"/>
                <a:tab pos="2741613" algn="l"/>
                <a:tab pos="3656013" algn="l"/>
                <a:tab pos="4570413" algn="l"/>
                <a:tab pos="5484813" algn="l"/>
                <a:tab pos="6399213" algn="l"/>
                <a:tab pos="7313613" algn="l"/>
                <a:tab pos="8228013" algn="l"/>
                <a:tab pos="9142413" algn="l"/>
                <a:tab pos="10056813" algn="l"/>
              </a:tabLst>
            </a:pPr>
            <a:endParaRPr lang="en-US" b="0" smtClean="0"/>
          </a:p>
          <a:p>
            <a:pPr indent="-341313" eaLnBrk="1" hangingPunct="1">
              <a:spcBef>
                <a:spcPts val="500"/>
              </a:spcBef>
              <a:buClrTx/>
              <a:buFont typeface="Arial" panose="020B0604020202020204" pitchFamily="34" charset="0"/>
              <a:buChar char="•"/>
              <a:tabLst>
                <a:tab pos="912813" algn="l"/>
                <a:tab pos="1827213" algn="l"/>
                <a:tab pos="2741613" algn="l"/>
                <a:tab pos="3656013" algn="l"/>
                <a:tab pos="4570413" algn="l"/>
                <a:tab pos="5484813" algn="l"/>
                <a:tab pos="6399213" algn="l"/>
                <a:tab pos="7313613" algn="l"/>
                <a:tab pos="8228013" algn="l"/>
                <a:tab pos="9142413" algn="l"/>
                <a:tab pos="10056813" algn="l"/>
              </a:tabLst>
            </a:pPr>
            <a:endParaRPr lang="en-US" sz="2000" b="0" smtClean="0"/>
          </a:p>
        </p:txBody>
      </p:sp>
      <p:sp>
        <p:nvSpPr>
          <p:cNvPr id="2" name="TextBox 1"/>
          <p:cNvSpPr txBox="1"/>
          <p:nvPr/>
        </p:nvSpPr>
        <p:spPr>
          <a:xfrm>
            <a:off x="457200" y="1143000"/>
            <a:ext cx="8305800" cy="2585323"/>
          </a:xfrm>
          <a:prstGeom prst="rect">
            <a:avLst/>
          </a:prstGeom>
          <a:noFill/>
        </p:spPr>
        <p:txBody>
          <a:bodyPr wrap="square" rtlCol="0">
            <a:spAutoFit/>
          </a:bodyPr>
          <a:lstStyle/>
          <a:p>
            <a:pPr marL="285750" indent="-285750">
              <a:buFont typeface="Arial" pitchFamily="34" charset="0"/>
              <a:buChar char="•"/>
            </a:pPr>
            <a:r>
              <a:rPr lang="en-US" dirty="0" smtClean="0">
                <a:solidFill>
                  <a:schemeClr val="tx1"/>
                </a:solidFill>
              </a:rPr>
              <a:t>Don’t let this trick you plenty of interviews and examinations still take place at this level.</a:t>
            </a:r>
          </a:p>
          <a:p>
            <a:pPr marL="285750" indent="-285750">
              <a:buFont typeface="Arial" pitchFamily="34" charset="0"/>
              <a:buChar char="•"/>
            </a:pPr>
            <a:r>
              <a:rPr lang="en-US" dirty="0" smtClean="0">
                <a:solidFill>
                  <a:schemeClr val="tx1"/>
                </a:solidFill>
              </a:rPr>
              <a:t>Have spent hours going over AC-2 and all of its enhancements if done right (often it is not).</a:t>
            </a:r>
          </a:p>
          <a:p>
            <a:pPr marL="285750" indent="-285750">
              <a:buFont typeface="Arial" pitchFamily="34" charset="0"/>
              <a:buChar char="•"/>
            </a:pPr>
            <a:r>
              <a:rPr lang="en-US" dirty="0" smtClean="0">
                <a:solidFill>
                  <a:schemeClr val="tx1"/>
                </a:solidFill>
              </a:rPr>
              <a:t>This is the phase where we can have some fun (Yeah penetration testing!!!) </a:t>
            </a:r>
            <a:r>
              <a:rPr lang="en-US" dirty="0" err="1" smtClean="0">
                <a:solidFill>
                  <a:schemeClr val="tx1"/>
                </a:solidFill>
              </a:rPr>
              <a:t>sorta</a:t>
            </a:r>
            <a:r>
              <a:rPr lang="en-US" dirty="0" smtClean="0">
                <a:solidFill>
                  <a:schemeClr val="tx1"/>
                </a:solidFill>
              </a:rPr>
              <a:t>.</a:t>
            </a:r>
          </a:p>
          <a:p>
            <a:pPr marL="285750" indent="-285750">
              <a:buFont typeface="Arial" pitchFamily="34" charset="0"/>
              <a:buChar char="•"/>
            </a:pPr>
            <a:r>
              <a:rPr lang="en-US" dirty="0" smtClean="0">
                <a:solidFill>
                  <a:schemeClr val="tx1"/>
                </a:solidFill>
              </a:rPr>
              <a:t>Also an area where many mistakes are made on the development of documentation side because they do not have technical resources working on it.</a:t>
            </a:r>
            <a:endParaRPr lang="en-US" dirty="0">
              <a:solidFill>
                <a:schemeClr val="tx1"/>
              </a:solidFill>
            </a:endParaRPr>
          </a:p>
        </p:txBody>
      </p:sp>
    </p:spTree>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04800" y="1219200"/>
            <a:ext cx="8566150" cy="4495437"/>
          </a:xfrm>
        </p:spPr>
      </p:pic>
      <p:sp>
        <p:nvSpPr>
          <p:cNvPr id="3" name="Title 2"/>
          <p:cNvSpPr>
            <a:spLocks noGrp="1"/>
          </p:cNvSpPr>
          <p:nvPr>
            <p:ph type="title"/>
          </p:nvPr>
        </p:nvSpPr>
        <p:spPr/>
        <p:txBody>
          <a:bodyPr/>
          <a:lstStyle/>
          <a:p>
            <a:r>
              <a:rPr lang="en-US" dirty="0"/>
              <a:t>Assessors POV 800-53 </a:t>
            </a:r>
            <a:r>
              <a:rPr lang="en-US" dirty="0" smtClean="0"/>
              <a:t>Technical (Cont.)</a:t>
            </a:r>
            <a:endParaRPr lang="en-US" dirty="0"/>
          </a:p>
        </p:txBody>
      </p:sp>
    </p:spTree>
    <p:extLst>
      <p:ext uri="{BB962C8B-B14F-4D97-AF65-F5344CB8AC3E}">
        <p14:creationId xmlns:p14="http://schemas.microsoft.com/office/powerpoint/2010/main" val="945352373"/>
      </p:ext>
    </p:extLst>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304800" y="1295400"/>
            <a:ext cx="8566150" cy="5103813"/>
          </a:xfrm>
        </p:spPr>
        <p:txBody>
          <a:bodyPr/>
          <a:lstStyle/>
          <a:p>
            <a:r>
              <a:rPr lang="en-US" sz="1800" b="0" dirty="0" smtClean="0">
                <a:latin typeface="Arial" pitchFamily="34" charset="0"/>
                <a:cs typeface="Arial" pitchFamily="34" charset="0"/>
              </a:rPr>
              <a:t>So just a typical </a:t>
            </a:r>
            <a:r>
              <a:rPr lang="en-US" sz="1800" b="0" dirty="0" err="1" smtClean="0">
                <a:latin typeface="Arial" pitchFamily="34" charset="0"/>
                <a:cs typeface="Arial" pitchFamily="34" charset="0"/>
              </a:rPr>
              <a:t>SQLi</a:t>
            </a:r>
            <a:r>
              <a:rPr lang="en-US" sz="1800" b="0" dirty="0" smtClean="0">
                <a:latin typeface="Arial" pitchFamily="34" charset="0"/>
                <a:cs typeface="Arial" pitchFamily="34" charset="0"/>
              </a:rPr>
              <a:t> issue, why is this important?</a:t>
            </a:r>
          </a:p>
          <a:p>
            <a:r>
              <a:rPr lang="en-US" sz="1800" b="0" dirty="0" smtClean="0">
                <a:latin typeface="Arial" pitchFamily="34" charset="0"/>
                <a:cs typeface="Arial" pitchFamily="34" charset="0"/>
              </a:rPr>
              <a:t>Because the SSP for this system states for SI-10 (actually an operational control) that the application validates all input and prevents against these types of attacks</a:t>
            </a:r>
          </a:p>
          <a:p>
            <a:r>
              <a:rPr lang="en-US" sz="1800" b="0" dirty="0" smtClean="0">
                <a:latin typeface="Arial" pitchFamily="34" charset="0"/>
                <a:cs typeface="Arial" pitchFamily="34" charset="0"/>
              </a:rPr>
              <a:t>And the exact same application had been through a C&amp;A and granted an ATO at another agency……</a:t>
            </a:r>
            <a:endParaRPr lang="en-US" sz="1800" b="0" dirty="0">
              <a:latin typeface="Arial" pitchFamily="34" charset="0"/>
              <a:cs typeface="Arial" pitchFamily="34" charset="0"/>
            </a:endParaRPr>
          </a:p>
        </p:txBody>
      </p:sp>
      <p:sp>
        <p:nvSpPr>
          <p:cNvPr id="3" name="Title 2"/>
          <p:cNvSpPr>
            <a:spLocks noGrp="1"/>
          </p:cNvSpPr>
          <p:nvPr>
            <p:ph type="title"/>
          </p:nvPr>
        </p:nvSpPr>
        <p:spPr/>
        <p:txBody>
          <a:bodyPr/>
          <a:lstStyle/>
          <a:p>
            <a:r>
              <a:rPr lang="en-US" dirty="0"/>
              <a:t>Assessors POV 800-53 Technical (Cont.)</a:t>
            </a:r>
          </a:p>
        </p:txBody>
      </p:sp>
    </p:spTree>
    <p:extLst>
      <p:ext uri="{BB962C8B-B14F-4D97-AF65-F5344CB8AC3E}">
        <p14:creationId xmlns:p14="http://schemas.microsoft.com/office/powerpoint/2010/main" val="1834452423"/>
      </p:ext>
    </p:extLst>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Rectangle 1"/>
          <p:cNvSpPr>
            <a:spLocks noGrp="1" noChangeArrowheads="1"/>
          </p:cNvSpPr>
          <p:nvPr>
            <p:ph type="title"/>
          </p:nvPr>
        </p:nvSpPr>
        <p:spPr>
          <a:xfrm>
            <a:off x="2057400" y="219075"/>
            <a:ext cx="6815138" cy="703263"/>
          </a:xfrm>
        </p:spPr>
        <p:txBody>
          <a:bodyPr/>
          <a:lstStyle/>
          <a:p>
            <a:pPr eaLnBrk="1" hangingPunct="1">
              <a:buClr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smtClean="0"/>
              <a:t>How Can We Fix FISMA?</a:t>
            </a:r>
          </a:p>
        </p:txBody>
      </p:sp>
      <p:pic>
        <p:nvPicPr>
          <p:cNvPr id="2" name="Picture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572000" y="990600"/>
            <a:ext cx="4428572" cy="3352800"/>
          </a:xfrm>
          <a:prstGeom prst="rect">
            <a:avLst/>
          </a:prstGeom>
        </p:spPr>
      </p:pic>
      <p:sp>
        <p:nvSpPr>
          <p:cNvPr id="3" name="TextBox 2"/>
          <p:cNvSpPr txBox="1"/>
          <p:nvPr/>
        </p:nvSpPr>
        <p:spPr>
          <a:xfrm>
            <a:off x="457200" y="1295400"/>
            <a:ext cx="3886200" cy="3139321"/>
          </a:xfrm>
          <a:prstGeom prst="rect">
            <a:avLst/>
          </a:prstGeom>
          <a:noFill/>
        </p:spPr>
        <p:txBody>
          <a:bodyPr wrap="square" rtlCol="0">
            <a:spAutoFit/>
          </a:bodyPr>
          <a:lstStyle/>
          <a:p>
            <a:r>
              <a:rPr lang="en-US" dirty="0" smtClean="0">
                <a:solidFill>
                  <a:schemeClr val="tx1"/>
                </a:solidFill>
              </a:rPr>
              <a:t>Some laws have recently been passed or are close to being passed.</a:t>
            </a:r>
          </a:p>
          <a:p>
            <a:pPr marL="285750" indent="-285750">
              <a:buFont typeface="Arial" pitchFamily="34" charset="0"/>
              <a:buChar char="•"/>
            </a:pPr>
            <a:r>
              <a:rPr lang="en-US" dirty="0">
                <a:solidFill>
                  <a:schemeClr val="tx1"/>
                </a:solidFill>
              </a:rPr>
              <a:t>Executive Order </a:t>
            </a:r>
            <a:r>
              <a:rPr lang="en-US" dirty="0" smtClean="0">
                <a:solidFill>
                  <a:schemeClr val="tx1"/>
                </a:solidFill>
              </a:rPr>
              <a:t>13636</a:t>
            </a:r>
          </a:p>
          <a:p>
            <a:pPr marL="285750" indent="-285750">
              <a:buFont typeface="Arial" pitchFamily="34" charset="0"/>
              <a:buChar char="•"/>
            </a:pPr>
            <a:r>
              <a:rPr lang="en-US" dirty="0">
                <a:solidFill>
                  <a:schemeClr val="tx1"/>
                </a:solidFill>
              </a:rPr>
              <a:t>Federal Information Security Amendments Act of </a:t>
            </a:r>
            <a:r>
              <a:rPr lang="en-US" dirty="0" smtClean="0">
                <a:solidFill>
                  <a:schemeClr val="tx1"/>
                </a:solidFill>
              </a:rPr>
              <a:t>2013</a:t>
            </a:r>
          </a:p>
          <a:p>
            <a:r>
              <a:rPr lang="en-US" dirty="0" smtClean="0">
                <a:solidFill>
                  <a:schemeClr val="tx1"/>
                </a:solidFill>
              </a:rPr>
              <a:t>Other organization have alternatives.</a:t>
            </a:r>
          </a:p>
          <a:p>
            <a:pPr marL="285750" indent="-285750">
              <a:buFont typeface="Arial" pitchFamily="34" charset="0"/>
              <a:buChar char="•"/>
            </a:pPr>
            <a:r>
              <a:rPr lang="en-US" dirty="0">
                <a:solidFill>
                  <a:schemeClr val="tx1"/>
                </a:solidFill>
              </a:rPr>
              <a:t>SANS Twenty Critical Security </a:t>
            </a:r>
            <a:r>
              <a:rPr lang="en-US" dirty="0" smtClean="0">
                <a:solidFill>
                  <a:schemeClr val="tx1"/>
                </a:solidFill>
              </a:rPr>
              <a:t>Controls</a:t>
            </a:r>
          </a:p>
          <a:p>
            <a:r>
              <a:rPr lang="en-US" dirty="0" smtClean="0">
                <a:solidFill>
                  <a:schemeClr val="tx1"/>
                </a:solidFill>
              </a:rPr>
              <a:t>Other ideas?</a:t>
            </a:r>
          </a:p>
        </p:txBody>
      </p:sp>
      <p:sp>
        <p:nvSpPr>
          <p:cNvPr id="4" name="TextBox 3"/>
          <p:cNvSpPr txBox="1"/>
          <p:nvPr/>
        </p:nvSpPr>
        <p:spPr>
          <a:xfrm>
            <a:off x="4572000" y="4572000"/>
            <a:ext cx="4428572" cy="1754326"/>
          </a:xfrm>
          <a:prstGeom prst="rect">
            <a:avLst/>
          </a:prstGeom>
          <a:noFill/>
        </p:spPr>
        <p:txBody>
          <a:bodyPr wrap="square" rtlCol="0">
            <a:spAutoFit/>
          </a:bodyPr>
          <a:lstStyle/>
          <a:p>
            <a:pPr marL="285750" indent="-285750">
              <a:buFont typeface="Arial" pitchFamily="34" charset="0"/>
              <a:buChar char="•"/>
            </a:pPr>
            <a:r>
              <a:rPr lang="en-US" dirty="0">
                <a:solidFill>
                  <a:schemeClr val="tx1"/>
                </a:solidFill>
              </a:rPr>
              <a:t>Require organizations and people to be certified to perform C&amp;A activities.  Though it is debatable how well that has worked for QSA and the PCI sectors……</a:t>
            </a:r>
          </a:p>
          <a:p>
            <a:endParaRPr lang="en-US" dirty="0"/>
          </a:p>
        </p:txBody>
      </p:sp>
    </p:spTree>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Rectangle 1"/>
          <p:cNvSpPr>
            <a:spLocks noGrp="1" noChangeArrowheads="1"/>
          </p:cNvSpPr>
          <p:nvPr>
            <p:ph type="title"/>
          </p:nvPr>
        </p:nvSpPr>
        <p:spPr>
          <a:xfrm>
            <a:off x="2057400" y="304800"/>
            <a:ext cx="6815138" cy="533400"/>
          </a:xfrm>
        </p:spPr>
        <p:txBody>
          <a:bodyPr/>
          <a:lstStyle/>
          <a:p>
            <a:pPr eaLnBrk="1" hangingPunct="1">
              <a:buClr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mtClean="0"/>
              <a:t>Conclusion</a:t>
            </a:r>
          </a:p>
        </p:txBody>
      </p:sp>
      <p:sp>
        <p:nvSpPr>
          <p:cNvPr id="2" name="TextBox 1"/>
          <p:cNvSpPr txBox="1"/>
          <p:nvPr/>
        </p:nvSpPr>
        <p:spPr>
          <a:xfrm>
            <a:off x="838200" y="1371600"/>
            <a:ext cx="7924800" cy="2862322"/>
          </a:xfrm>
          <a:prstGeom prst="rect">
            <a:avLst/>
          </a:prstGeom>
          <a:noFill/>
        </p:spPr>
        <p:txBody>
          <a:bodyPr wrap="square" rtlCol="0">
            <a:spAutoFit/>
          </a:bodyPr>
          <a:lstStyle/>
          <a:p>
            <a:pPr marL="285750" indent="-285750">
              <a:buFont typeface="Arial" pitchFamily="34" charset="0"/>
              <a:buChar char="•"/>
            </a:pPr>
            <a:r>
              <a:rPr lang="en-US" dirty="0" smtClean="0">
                <a:solidFill>
                  <a:schemeClr val="tx1"/>
                </a:solidFill>
              </a:rPr>
              <a:t>It is easy to comply with FISMA, it is harder to build real security into our systems and networks.</a:t>
            </a:r>
            <a:br>
              <a:rPr lang="en-US" dirty="0" smtClean="0">
                <a:solidFill>
                  <a:schemeClr val="tx1"/>
                </a:solidFill>
              </a:rPr>
            </a:br>
            <a:endParaRPr lang="en-US" dirty="0" smtClean="0">
              <a:solidFill>
                <a:schemeClr val="tx1"/>
              </a:solidFill>
            </a:endParaRPr>
          </a:p>
          <a:p>
            <a:pPr marL="285750" indent="-285750">
              <a:buFont typeface="Arial" pitchFamily="34" charset="0"/>
              <a:buChar char="•"/>
            </a:pPr>
            <a:r>
              <a:rPr lang="en-US" dirty="0" smtClean="0">
                <a:solidFill>
                  <a:schemeClr val="tx1"/>
                </a:solidFill>
              </a:rPr>
              <a:t>Until we move beyond the “paperwork” drill this problem will not be fixed.</a:t>
            </a:r>
          </a:p>
          <a:p>
            <a:endParaRPr lang="en-US" dirty="0" smtClean="0">
              <a:solidFill>
                <a:schemeClr val="tx1"/>
              </a:solidFill>
            </a:endParaRPr>
          </a:p>
          <a:p>
            <a:pPr marL="285750" indent="-285750">
              <a:buFont typeface="Arial" pitchFamily="34" charset="0"/>
              <a:buChar char="•"/>
            </a:pPr>
            <a:r>
              <a:rPr lang="en-US" dirty="0" smtClean="0">
                <a:solidFill>
                  <a:schemeClr val="tx1"/>
                </a:solidFill>
              </a:rPr>
              <a:t>Making sure these controls are integrated into the SDLC and then properly monitoring them is the key.</a:t>
            </a:r>
          </a:p>
          <a:p>
            <a:endParaRPr lang="en-US" dirty="0" smtClean="0">
              <a:solidFill>
                <a:schemeClr val="tx1"/>
              </a:solidFill>
            </a:endParaRPr>
          </a:p>
          <a:p>
            <a:pPr marL="285750" indent="-285750">
              <a:buFont typeface="Arial" pitchFamily="34" charset="0"/>
              <a:buChar char="•"/>
            </a:pPr>
            <a:r>
              <a:rPr lang="en-US" dirty="0" smtClean="0">
                <a:solidFill>
                  <a:schemeClr val="tx1"/>
                </a:solidFill>
              </a:rPr>
              <a:t>Believe we are and will continue to see these regulations changing and adapting, for the better.</a:t>
            </a:r>
            <a:endParaRPr lang="en-US" dirty="0">
              <a:solidFill>
                <a:schemeClr val="tx1"/>
              </a:solidFill>
            </a:endParaRPr>
          </a:p>
        </p:txBody>
      </p:sp>
    </p:spTree>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Title 1"/>
          <p:cNvSpPr>
            <a:spLocks noGrp="1"/>
          </p:cNvSpPr>
          <p:nvPr>
            <p:ph type="title"/>
          </p:nvPr>
        </p:nvSpPr>
        <p:spPr/>
        <p:txBody>
          <a:bodyPr/>
          <a:lstStyle/>
          <a:p>
            <a:r>
              <a:rPr lang="en-US" smtClean="0"/>
              <a:t>Questions</a:t>
            </a:r>
          </a:p>
        </p:txBody>
      </p:sp>
      <p:pic>
        <p:nvPicPr>
          <p:cNvPr id="2" name="Content Placeholder 1"/>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1676400" y="1524000"/>
            <a:ext cx="6019799" cy="3742531"/>
          </a:xfrm>
        </p:spPr>
      </p:pic>
    </p:spTree>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Them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Theme">
      <a:majorFont>
        <a:latin typeface="Verdana"/>
        <a:ea typeface="DejaVu Sans"/>
        <a:cs typeface="DejaVu Sans"/>
      </a:majorFont>
      <a:minorFont>
        <a:latin typeface="Verdana"/>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rgbClr val="00B8FF"/>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457200" rtl="0" eaLnBrk="1" fontAlgn="base" latinLnBrk="0" hangingPunct="1">
          <a:lnSpc>
            <a:spcPct val="100000"/>
          </a:lnSpc>
          <a:spcBef>
            <a:spcPct val="0"/>
          </a:spcBef>
          <a:spcAft>
            <a:spcPct val="0"/>
          </a:spcAft>
          <a:buClr>
            <a:srgbClr val="000000"/>
          </a:buClr>
          <a:buSzPct val="100000"/>
          <a:buFont typeface="Times New Roman" pitchFamily="16" charset="0"/>
          <a:buNone/>
          <a:tabLst/>
          <a:defRPr kumimoji="0" lang="en-GB" sz="1800" b="0" i="0" u="none" strike="noStrike" cap="none" normalizeH="0" baseline="0" smtClean="0">
            <a:ln>
              <a:noFill/>
            </a:ln>
            <a:solidFill>
              <a:schemeClr val="bg1"/>
            </a:solidFill>
            <a:effectLst/>
            <a:latin typeface="Arial" charset="0"/>
          </a:defRPr>
        </a:defPPr>
      </a:lstStyle>
    </a:spDef>
    <a:lnDef>
      <a:spPr bwMode="auto">
        <a:xfrm>
          <a:off x="0" y="0"/>
          <a:ext cx="1" cy="1"/>
        </a:xfrm>
        <a:custGeom>
          <a:avLst/>
          <a:gdLst/>
          <a:ahLst/>
          <a:cxnLst/>
          <a:rect l="0" t="0" r="0" b="0"/>
          <a:pathLst/>
        </a:custGeom>
        <a:solidFill>
          <a:srgbClr val="00B8FF"/>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457200" rtl="0" eaLnBrk="1" fontAlgn="base" latinLnBrk="0" hangingPunct="1">
          <a:lnSpc>
            <a:spcPct val="100000"/>
          </a:lnSpc>
          <a:spcBef>
            <a:spcPct val="0"/>
          </a:spcBef>
          <a:spcAft>
            <a:spcPct val="0"/>
          </a:spcAft>
          <a:buClr>
            <a:srgbClr val="000000"/>
          </a:buClr>
          <a:buSzPct val="100000"/>
          <a:buFont typeface="Times New Roman" pitchFamily="16" charset="0"/>
          <a:buNone/>
          <a:tabLst/>
          <a:defRPr kumimoji="0" lang="en-GB" sz="1800" b="0" i="0" u="none" strike="noStrike" cap="none" normalizeH="0" baseline="0" smtClean="0">
            <a:ln>
              <a:noFill/>
            </a:ln>
            <a:solidFill>
              <a:schemeClr val="bg1"/>
            </a:solidFill>
            <a:effectLst/>
            <a:latin typeface="Arial" charset="0"/>
          </a:defRPr>
        </a:defPPr>
      </a:lstStyle>
    </a:lnDef>
  </a:objectDefaults>
  <a:extraClrSchemeLst>
    <a:extraClrScheme>
      <a:clrScheme name="Office Them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Office Theme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Office Theme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Office Theme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Office Theme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Office Theme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Office Theme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1_Office Theme">
  <a:themeElements>
    <a:clrScheme name="Office Them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Theme">
      <a:majorFont>
        <a:latin typeface="Verdana"/>
        <a:ea typeface="DejaVu Sans"/>
        <a:cs typeface="DejaVu Sans"/>
      </a:majorFont>
      <a:minorFont>
        <a:latin typeface="Verdana"/>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rgbClr val="00B8FF"/>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457200" rtl="0" eaLnBrk="1" fontAlgn="base" latinLnBrk="0" hangingPunct="1">
          <a:lnSpc>
            <a:spcPct val="100000"/>
          </a:lnSpc>
          <a:spcBef>
            <a:spcPct val="0"/>
          </a:spcBef>
          <a:spcAft>
            <a:spcPct val="0"/>
          </a:spcAft>
          <a:buClr>
            <a:srgbClr val="000000"/>
          </a:buClr>
          <a:buSzPct val="100000"/>
          <a:buFont typeface="Times New Roman" pitchFamily="16" charset="0"/>
          <a:buNone/>
          <a:tabLst/>
          <a:defRPr kumimoji="0" lang="en-GB" sz="1800" b="0" i="0" u="none" strike="noStrike" cap="none" normalizeH="0" baseline="0" smtClean="0">
            <a:ln>
              <a:noFill/>
            </a:ln>
            <a:solidFill>
              <a:schemeClr val="bg1"/>
            </a:solidFill>
            <a:effectLst/>
            <a:latin typeface="Arial" charset="0"/>
          </a:defRPr>
        </a:defPPr>
      </a:lstStyle>
    </a:spDef>
    <a:lnDef>
      <a:spPr bwMode="auto">
        <a:xfrm>
          <a:off x="0" y="0"/>
          <a:ext cx="1" cy="1"/>
        </a:xfrm>
        <a:custGeom>
          <a:avLst/>
          <a:gdLst/>
          <a:ahLst/>
          <a:cxnLst/>
          <a:rect l="0" t="0" r="0" b="0"/>
          <a:pathLst/>
        </a:custGeom>
        <a:solidFill>
          <a:srgbClr val="00B8FF"/>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457200" rtl="0" eaLnBrk="1" fontAlgn="base" latinLnBrk="0" hangingPunct="1">
          <a:lnSpc>
            <a:spcPct val="100000"/>
          </a:lnSpc>
          <a:spcBef>
            <a:spcPct val="0"/>
          </a:spcBef>
          <a:spcAft>
            <a:spcPct val="0"/>
          </a:spcAft>
          <a:buClr>
            <a:srgbClr val="000000"/>
          </a:buClr>
          <a:buSzPct val="100000"/>
          <a:buFont typeface="Times New Roman" pitchFamily="16" charset="0"/>
          <a:buNone/>
          <a:tabLst/>
          <a:defRPr kumimoji="0" lang="en-GB" sz="1800" b="0" i="0" u="none" strike="noStrike" cap="none" normalizeH="0" baseline="0" smtClean="0">
            <a:ln>
              <a:noFill/>
            </a:ln>
            <a:solidFill>
              <a:schemeClr val="bg1"/>
            </a:solidFill>
            <a:effectLst/>
            <a:latin typeface="Arial" charset="0"/>
          </a:defRPr>
        </a:defPPr>
      </a:lstStyle>
    </a:lnDef>
  </a:objectDefaults>
  <a:extraClrSchemeLst>
    <a:extraClrScheme>
      <a:clrScheme name="Office Them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Office Theme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Office Theme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Office Theme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Office Theme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Office Theme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Office Theme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Override1.xml><?xml version="1.0" encoding="utf-8"?>
<a:themeOverride xmlns:a="http://schemas.openxmlformats.org/drawingml/2006/main">
  <a:clrScheme name="Office Them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themeOverride>
</file>

<file path=docProps/app.xml><?xml version="1.0" encoding="utf-8"?>
<Properties xmlns="http://schemas.openxmlformats.org/officeDocument/2006/extended-properties" xmlns:vt="http://schemas.openxmlformats.org/officeDocument/2006/docPropsVTypes">
  <TotalTime>0</TotalTime>
  <Words>1984</Words>
  <Application>Microsoft Office PowerPoint</Application>
  <PresentationFormat>On-screen Show (4:3)</PresentationFormat>
  <Paragraphs>344</Paragraphs>
  <Slides>57</Slides>
  <Notes>38</Notes>
  <HiddenSlides>0</HiddenSlides>
  <MMClips>0</MMClips>
  <ScaleCrop>false</ScaleCrop>
  <HeadingPairs>
    <vt:vector size="4" baseType="variant">
      <vt:variant>
        <vt:lpstr>Theme</vt:lpstr>
      </vt:variant>
      <vt:variant>
        <vt:i4>2</vt:i4>
      </vt:variant>
      <vt:variant>
        <vt:lpstr>Slide Titles</vt:lpstr>
      </vt:variant>
      <vt:variant>
        <vt:i4>57</vt:i4>
      </vt:variant>
    </vt:vector>
  </HeadingPairs>
  <TitlesOfParts>
    <vt:vector size="59" baseType="lpstr">
      <vt:lpstr>Office Theme</vt:lpstr>
      <vt:lpstr>1_Office Theme</vt:lpstr>
      <vt:lpstr> How to Defend Against FISMA  Gus Fritschie and Andrew Du    </vt:lpstr>
      <vt:lpstr>Presentation Overview</vt:lpstr>
      <vt:lpstr>Who We Are – SeNet International</vt:lpstr>
      <vt:lpstr>Disclaimer </vt:lpstr>
      <vt:lpstr>Who We Are – Gus Fritschie</vt:lpstr>
      <vt:lpstr>PowerPoint Presentation</vt:lpstr>
      <vt:lpstr>Why This Talk?</vt:lpstr>
      <vt:lpstr>What is FISMA?</vt:lpstr>
      <vt:lpstr>Brief History of FISMA</vt:lpstr>
      <vt:lpstr>Brief History of FISMA (Cont.)</vt:lpstr>
      <vt:lpstr>Other Compliance Standards</vt:lpstr>
      <vt:lpstr>Other Compliance Standards (Cont.)</vt:lpstr>
      <vt:lpstr>Current State of FISMA</vt:lpstr>
      <vt:lpstr>800-37 and the RMF</vt:lpstr>
      <vt:lpstr>800-53 Controls</vt:lpstr>
      <vt:lpstr>Continuous Monitoring, What?</vt:lpstr>
      <vt:lpstr>FISMA’s Good Points</vt:lpstr>
      <vt:lpstr>FISMA’s Good Points (Cont.)</vt:lpstr>
      <vt:lpstr>What is Wrong with FISMA</vt:lpstr>
      <vt:lpstr>Top 10 FISMA Mistakes</vt:lpstr>
      <vt:lpstr>FISMA Mistake #1</vt:lpstr>
      <vt:lpstr>FISMA Mistake #2</vt:lpstr>
      <vt:lpstr>FISMA Mistake #3</vt:lpstr>
      <vt:lpstr>FISMA Mistake #4</vt:lpstr>
      <vt:lpstr>FISMA Mistake #5</vt:lpstr>
      <vt:lpstr>FISMA Mistake #6</vt:lpstr>
      <vt:lpstr>FISMA Mistake #7</vt:lpstr>
      <vt:lpstr>FISMA Mistake #8</vt:lpstr>
      <vt:lpstr>FISMA Mistake #9</vt:lpstr>
      <vt:lpstr>FISMA Mistake #10</vt:lpstr>
      <vt:lpstr>How Organizations Really Comply With FISMA</vt:lpstr>
      <vt:lpstr>How Organizations Really Comply With FISMA (Cont.)</vt:lpstr>
      <vt:lpstr>How Organizations Really Comply With FISMA (Cont.)</vt:lpstr>
      <vt:lpstr>Risk Management</vt:lpstr>
      <vt:lpstr>Defenders POV 800-53 Management</vt:lpstr>
      <vt:lpstr>Defenders POV 800-53 Operational</vt:lpstr>
      <vt:lpstr>Defenders POV 800-53 Technical</vt:lpstr>
      <vt:lpstr>Examples From Good Organizations</vt:lpstr>
      <vt:lpstr>Built Into the SDLC</vt:lpstr>
      <vt:lpstr>Built Into the SDLC (Cont.)</vt:lpstr>
      <vt:lpstr>Built Into the SDLC (Cont.)</vt:lpstr>
      <vt:lpstr>Built Into the SDLC (Cont.)</vt:lpstr>
      <vt:lpstr>Built Into the SDLC (Cont.)</vt:lpstr>
      <vt:lpstr>How Do These Controls Get Assessed</vt:lpstr>
      <vt:lpstr>Tools that Perform 800-53 Compliance</vt:lpstr>
      <vt:lpstr>SCAP Tools</vt:lpstr>
      <vt:lpstr>Assessors POV 800-53 Management</vt:lpstr>
      <vt:lpstr>Assessors POV 800-53 Management (Cont.)</vt:lpstr>
      <vt:lpstr>Assessors POV 800-53 Operational</vt:lpstr>
      <vt:lpstr>Assessors POV 800-53 Operational (Cont.)</vt:lpstr>
      <vt:lpstr>Assessors POV 800-53 Operational (Cont.)</vt:lpstr>
      <vt:lpstr>Assessors POV 800-53 Technical</vt:lpstr>
      <vt:lpstr>Assessors POV 800-53 Technical (Cont.)</vt:lpstr>
      <vt:lpstr>Assessors POV 800-53 Technical (Cont.)</vt:lpstr>
      <vt:lpstr>How Can We Fix FISMA?</vt:lpstr>
      <vt:lpstr>Conclusion</vt:lpstr>
      <vt:lpstr>Questions</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How to Defend Against FISMA  Gus Fritschie and Andrew Du</dc:title>
  <dc:creator/>
  <cp:lastModifiedBy/>
  <cp:revision>11</cp:revision>
  <dcterms:created xsi:type="dcterms:W3CDTF">2011-06-23T17:52:32Z</dcterms:created>
  <dcterms:modified xsi:type="dcterms:W3CDTF">2013-06-05T12:54:29Z</dcterms:modified>
</cp:coreProperties>
</file>