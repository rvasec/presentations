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y="5143500" cx="9144000"/>
  <p:notesSz cx="6858000" cy="9144000"/>
  <p:embeddedFontLst>
    <p:embeddedFont>
      <p:font typeface="Roboto"/>
      <p:regular r:id="rId49"/>
      <p:bold r:id="rId50"/>
      <p:italic r:id="rId51"/>
      <p:boldItalic r:id="rId52"/>
    </p:embeddedFont>
    <p:embeddedFont>
      <p:font typeface="Barlow Condensed SemiBold"/>
      <p:regular r:id="rId53"/>
      <p:bold r:id="rId54"/>
      <p:italic r:id="rId55"/>
      <p:boldItalic r:id="rId56"/>
    </p:embeddedFont>
    <p:embeddedFont>
      <p:font typeface="Barlow Condensed"/>
      <p:regular r:id="rId57"/>
      <p:bold r:id="rId58"/>
      <p:italic r:id="rId59"/>
      <p:boldItalic r:id="rId60"/>
    </p:embeddedFont>
    <p:embeddedFont>
      <p:font typeface="Archivo"/>
      <p:regular r:id="rId61"/>
      <p:bold r:id="rId62"/>
      <p:italic r:id="rId63"/>
      <p:boldItalic r:id="rId64"/>
    </p:embeddedFont>
    <p:embeddedFont>
      <p:font typeface="Alfa Slab One"/>
      <p:regular r:id="rId65"/>
    </p:embeddedFont>
    <p:embeddedFont>
      <p:font typeface="Archivo SemiBold"/>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Archivo-bold.fntdata"/><Relationship Id="rId61" Type="http://schemas.openxmlformats.org/officeDocument/2006/relationships/font" Target="fonts/Archivo-regular.fntdata"/><Relationship Id="rId20" Type="http://schemas.openxmlformats.org/officeDocument/2006/relationships/slide" Target="slides/slide14.xml"/><Relationship Id="rId64" Type="http://schemas.openxmlformats.org/officeDocument/2006/relationships/font" Target="fonts/Archivo-boldItalic.fntdata"/><Relationship Id="rId63" Type="http://schemas.openxmlformats.org/officeDocument/2006/relationships/font" Target="fonts/Archivo-italic.fntdata"/><Relationship Id="rId22" Type="http://schemas.openxmlformats.org/officeDocument/2006/relationships/slide" Target="slides/slide16.xml"/><Relationship Id="rId66" Type="http://schemas.openxmlformats.org/officeDocument/2006/relationships/font" Target="fonts/ArchivoSemiBold-regular.fntdata"/><Relationship Id="rId21" Type="http://schemas.openxmlformats.org/officeDocument/2006/relationships/slide" Target="slides/slide15.xml"/><Relationship Id="rId65" Type="http://schemas.openxmlformats.org/officeDocument/2006/relationships/font" Target="fonts/AlfaSlabOne-regular.fntdata"/><Relationship Id="rId24" Type="http://schemas.openxmlformats.org/officeDocument/2006/relationships/slide" Target="slides/slide18.xml"/><Relationship Id="rId68" Type="http://schemas.openxmlformats.org/officeDocument/2006/relationships/font" Target="fonts/ArchivoSemiBold-italic.fntdata"/><Relationship Id="rId23" Type="http://schemas.openxmlformats.org/officeDocument/2006/relationships/slide" Target="slides/slide17.xml"/><Relationship Id="rId67" Type="http://schemas.openxmlformats.org/officeDocument/2006/relationships/font" Target="fonts/ArchivoSemiBold-bold.fntdata"/><Relationship Id="rId60" Type="http://schemas.openxmlformats.org/officeDocument/2006/relationships/font" Target="fonts/BarlowCondensed-boldItalic.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ArchivoSemiBold-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BarlowCondensedSemiBold-regular.fntdata"/><Relationship Id="rId52" Type="http://schemas.openxmlformats.org/officeDocument/2006/relationships/font" Target="fonts/Roboto-boldItalic.fntdata"/><Relationship Id="rId11" Type="http://schemas.openxmlformats.org/officeDocument/2006/relationships/slide" Target="slides/slide5.xml"/><Relationship Id="rId55" Type="http://schemas.openxmlformats.org/officeDocument/2006/relationships/font" Target="fonts/BarlowCondensedSemiBold-italic.fntdata"/><Relationship Id="rId10" Type="http://schemas.openxmlformats.org/officeDocument/2006/relationships/slide" Target="slides/slide4.xml"/><Relationship Id="rId54" Type="http://schemas.openxmlformats.org/officeDocument/2006/relationships/font" Target="fonts/BarlowCondensedSemiBold-bold.fntdata"/><Relationship Id="rId13" Type="http://schemas.openxmlformats.org/officeDocument/2006/relationships/slide" Target="slides/slide7.xml"/><Relationship Id="rId57" Type="http://schemas.openxmlformats.org/officeDocument/2006/relationships/font" Target="fonts/BarlowCondensed-regular.fntdata"/><Relationship Id="rId12" Type="http://schemas.openxmlformats.org/officeDocument/2006/relationships/slide" Target="slides/slide6.xml"/><Relationship Id="rId56" Type="http://schemas.openxmlformats.org/officeDocument/2006/relationships/font" Target="fonts/BarlowCondensedSemiBold-boldItalic.fntdata"/><Relationship Id="rId15" Type="http://schemas.openxmlformats.org/officeDocument/2006/relationships/slide" Target="slides/slide9.xml"/><Relationship Id="rId59" Type="http://schemas.openxmlformats.org/officeDocument/2006/relationships/font" Target="fonts/BarlowCondensed-italic.fntdata"/><Relationship Id="rId14" Type="http://schemas.openxmlformats.org/officeDocument/2006/relationships/slide" Target="slides/slide8.xml"/><Relationship Id="rId58" Type="http://schemas.openxmlformats.org/officeDocument/2006/relationships/font" Target="fonts/BarlowCondense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e3182e3b8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e3182e3b8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5491174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5491174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ce3182e3b8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ce3182e3b8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ce3182e3b8_0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ce3182e3b8_0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e1c78059b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e1c78059b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e1c78059b4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e1c78059b4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72d97743e4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72d97743e4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72d97743e4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72d97743e4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72d97743e4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72d97743e4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e2a56b06c0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e2a56b06c0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e1c78059b4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e1c78059b4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72d97743e4_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72d97743e4_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e1c78059b4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e1c78059b4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c36e8026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dc36e802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ce3182e3b8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ce3182e3b8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1c78059b4_0_6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e1c78059b4_0_6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ce3182e3b8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ce3182e3b8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ce3182e3b8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ce3182e3b8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1c78059b4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e1c78059b4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ce3182e3b8_0_7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ce3182e3b8_0_7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ce3182e3b8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2ce3182e3b8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72d97743e4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72d97743e4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b="1" sz="1200">
              <a:solidFill>
                <a:srgbClr val="5B5B5B"/>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2d97743e4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72d97743e4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2e1c78059b4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2e1c78059b4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rgbClr val="0E0E0E"/>
              </a:solidFill>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ce3182e3b8_0_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ce3182e3b8_0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ce3182e3b8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ce3182e3b8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e1c78059b4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e1c78059b4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rgbClr val="0E0E0E"/>
              </a:solidFill>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ce3182e3b8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2ce3182e3b8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ce3182e3b8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2ce3182e3b8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e1c78059b4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e1c78059b4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50">
              <a:solidFill>
                <a:srgbClr val="0E0E0E"/>
              </a:solidFill>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e279cafd81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e279cafd81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ce3182e3b8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ce3182e3b8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e2a56b06c0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e2a56b06c0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e2a56b06c0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e2a56b06c0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e279cafd81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e279cafd81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ce486ec702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ce486ec702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ce486ec70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ce486ec70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ce486ec702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ce486ec702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2e279cafd81_2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2e279cafd81_2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e1c78059b4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2e1c78059b4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e2a56b06c0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e2a56b06c0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2e279cafd81_2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2e279cafd81_2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576072" y="1033272"/>
            <a:ext cx="5239500" cy="1957800"/>
          </a:xfrm>
          <a:prstGeom prst="rect">
            <a:avLst/>
          </a:prstGeom>
        </p:spPr>
        <p:txBody>
          <a:bodyPr anchorCtr="0" anchor="t" bIns="0" lIns="0" spcFirstLastPara="1" rIns="0" wrap="square" tIns="0">
            <a:noAutofit/>
          </a:bodyPr>
          <a:lstStyle>
            <a:lvl1pPr lvl="0" rtl="0">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56" name="Google Shape;56;p14"/>
          <p:cNvSpPr txBox="1"/>
          <p:nvPr>
            <p:ph idx="1" type="subTitle"/>
          </p:nvPr>
        </p:nvSpPr>
        <p:spPr>
          <a:xfrm>
            <a:off x="576075" y="3538728"/>
            <a:ext cx="5212200" cy="733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2300"/>
              <a:buFont typeface="Barlow Condensed SemiBold"/>
              <a:buNone/>
              <a:defRPr b="0" sz="2300">
                <a:latin typeface="Barlow Condensed SemiBold"/>
                <a:ea typeface="Barlow Condensed SemiBold"/>
                <a:cs typeface="Barlow Condensed SemiBold"/>
                <a:sym typeface="Barlow Condensed SemiBold"/>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57" name="Google Shape;57;p14"/>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latin typeface="Noto Serif JP"/>
                <a:ea typeface="Noto Serif JP"/>
                <a:cs typeface="Noto Serif JP"/>
                <a:sym typeface="Noto Serif JP"/>
              </a:defRPr>
            </a:lvl1pPr>
            <a:lvl2pPr lvl="1" rtl="0">
              <a:buNone/>
              <a:defRPr sz="800">
                <a:latin typeface="Noto Serif JP"/>
                <a:ea typeface="Noto Serif JP"/>
                <a:cs typeface="Noto Serif JP"/>
                <a:sym typeface="Noto Serif JP"/>
              </a:defRPr>
            </a:lvl2pPr>
            <a:lvl3pPr lvl="2" rtl="0">
              <a:buNone/>
              <a:defRPr sz="800">
                <a:latin typeface="Noto Serif JP"/>
                <a:ea typeface="Noto Serif JP"/>
                <a:cs typeface="Noto Serif JP"/>
                <a:sym typeface="Noto Serif JP"/>
              </a:defRPr>
            </a:lvl3pPr>
            <a:lvl4pPr lvl="3" rtl="0">
              <a:buNone/>
              <a:defRPr sz="800">
                <a:latin typeface="Noto Serif JP"/>
                <a:ea typeface="Noto Serif JP"/>
                <a:cs typeface="Noto Serif JP"/>
                <a:sym typeface="Noto Serif JP"/>
              </a:defRPr>
            </a:lvl4pPr>
            <a:lvl5pPr lvl="4" rtl="0">
              <a:buNone/>
              <a:defRPr sz="800">
                <a:latin typeface="Noto Serif JP"/>
                <a:ea typeface="Noto Serif JP"/>
                <a:cs typeface="Noto Serif JP"/>
                <a:sym typeface="Noto Serif JP"/>
              </a:defRPr>
            </a:lvl5pPr>
            <a:lvl6pPr lvl="5" rtl="0">
              <a:buNone/>
              <a:defRPr sz="800">
                <a:latin typeface="Noto Serif JP"/>
                <a:ea typeface="Noto Serif JP"/>
                <a:cs typeface="Noto Serif JP"/>
                <a:sym typeface="Noto Serif JP"/>
              </a:defRPr>
            </a:lvl6pPr>
            <a:lvl7pPr lvl="6" rtl="0">
              <a:buNone/>
              <a:defRPr sz="800">
                <a:latin typeface="Noto Serif JP"/>
                <a:ea typeface="Noto Serif JP"/>
                <a:cs typeface="Noto Serif JP"/>
                <a:sym typeface="Noto Serif JP"/>
              </a:defRPr>
            </a:lvl7pPr>
            <a:lvl8pPr lvl="7" rtl="0">
              <a:buNone/>
              <a:defRPr sz="800">
                <a:latin typeface="Noto Serif JP"/>
                <a:ea typeface="Noto Serif JP"/>
                <a:cs typeface="Noto Serif JP"/>
                <a:sym typeface="Noto Serif JP"/>
              </a:defRPr>
            </a:lvl8pPr>
            <a:lvl9pPr lvl="8" rtl="0">
              <a:buNone/>
              <a:defRPr sz="800">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lue" type="secHead">
  <p:cSld name="SECTION_HEADER">
    <p:bg>
      <p:bgPr>
        <a:solidFill>
          <a:schemeClr val="dk1"/>
        </a:solidFill>
      </p:bgPr>
    </p:bg>
    <p:spTree>
      <p:nvGrpSpPr>
        <p:cNvPr id="58" name="Shape 58"/>
        <p:cNvGrpSpPr/>
        <p:nvPr/>
      </p:nvGrpSpPr>
      <p:grpSpPr>
        <a:xfrm>
          <a:off x="0" y="0"/>
          <a:ext cx="0" cy="0"/>
          <a:chOff x="0" y="0"/>
          <a:chExt cx="0" cy="0"/>
        </a:xfrm>
      </p:grpSpPr>
      <p:sp>
        <p:nvSpPr>
          <p:cNvPr id="59" name="Google Shape;59;p15"/>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txBox="1"/>
          <p:nvPr>
            <p:ph type="ctrTitle"/>
          </p:nvPr>
        </p:nvSpPr>
        <p:spPr>
          <a:xfrm>
            <a:off x="576072" y="457200"/>
            <a:ext cx="5239500" cy="1957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5400"/>
              <a:buNone/>
              <a:defRPr sz="5400">
                <a:solidFill>
                  <a:schemeClr val="lt1"/>
                </a:solidFill>
              </a:defRPr>
            </a:lvl1pPr>
            <a:lvl2pPr lvl="1" rtl="0" algn="ctr">
              <a:spcBef>
                <a:spcPts val="0"/>
              </a:spcBef>
              <a:spcAft>
                <a:spcPts val="0"/>
              </a:spcAft>
              <a:buClr>
                <a:schemeClr val="lt1"/>
              </a:buClr>
              <a:buSzPts val="5400"/>
              <a:buNone/>
              <a:defRPr sz="5400">
                <a:solidFill>
                  <a:schemeClr val="lt1"/>
                </a:solidFill>
              </a:defRPr>
            </a:lvl2pPr>
            <a:lvl3pPr lvl="2" rtl="0" algn="ctr">
              <a:spcBef>
                <a:spcPts val="0"/>
              </a:spcBef>
              <a:spcAft>
                <a:spcPts val="0"/>
              </a:spcAft>
              <a:buClr>
                <a:schemeClr val="lt1"/>
              </a:buClr>
              <a:buSzPts val="5400"/>
              <a:buNone/>
              <a:defRPr sz="5400">
                <a:solidFill>
                  <a:schemeClr val="lt1"/>
                </a:solidFill>
              </a:defRPr>
            </a:lvl3pPr>
            <a:lvl4pPr lvl="3" rtl="0" algn="ctr">
              <a:spcBef>
                <a:spcPts val="0"/>
              </a:spcBef>
              <a:spcAft>
                <a:spcPts val="0"/>
              </a:spcAft>
              <a:buClr>
                <a:schemeClr val="lt1"/>
              </a:buClr>
              <a:buSzPts val="5400"/>
              <a:buNone/>
              <a:defRPr sz="5400">
                <a:solidFill>
                  <a:schemeClr val="lt1"/>
                </a:solidFill>
              </a:defRPr>
            </a:lvl4pPr>
            <a:lvl5pPr lvl="4" rtl="0" algn="ctr">
              <a:spcBef>
                <a:spcPts val="0"/>
              </a:spcBef>
              <a:spcAft>
                <a:spcPts val="0"/>
              </a:spcAft>
              <a:buClr>
                <a:schemeClr val="lt1"/>
              </a:buClr>
              <a:buSzPts val="5400"/>
              <a:buNone/>
              <a:defRPr sz="5400">
                <a:solidFill>
                  <a:schemeClr val="lt1"/>
                </a:solidFill>
              </a:defRPr>
            </a:lvl5pPr>
            <a:lvl6pPr lvl="5" rtl="0" algn="ctr">
              <a:spcBef>
                <a:spcPts val="0"/>
              </a:spcBef>
              <a:spcAft>
                <a:spcPts val="0"/>
              </a:spcAft>
              <a:buClr>
                <a:schemeClr val="lt1"/>
              </a:buClr>
              <a:buSzPts val="5400"/>
              <a:buNone/>
              <a:defRPr sz="5400">
                <a:solidFill>
                  <a:schemeClr val="lt1"/>
                </a:solidFill>
              </a:defRPr>
            </a:lvl6pPr>
            <a:lvl7pPr lvl="6" rtl="0" algn="ctr">
              <a:spcBef>
                <a:spcPts val="0"/>
              </a:spcBef>
              <a:spcAft>
                <a:spcPts val="0"/>
              </a:spcAft>
              <a:buClr>
                <a:schemeClr val="lt1"/>
              </a:buClr>
              <a:buSzPts val="5400"/>
              <a:buNone/>
              <a:defRPr sz="5400">
                <a:solidFill>
                  <a:schemeClr val="lt1"/>
                </a:solidFill>
              </a:defRPr>
            </a:lvl7pPr>
            <a:lvl8pPr lvl="7" rtl="0" algn="ctr">
              <a:spcBef>
                <a:spcPts val="0"/>
              </a:spcBef>
              <a:spcAft>
                <a:spcPts val="0"/>
              </a:spcAft>
              <a:buClr>
                <a:schemeClr val="lt1"/>
              </a:buClr>
              <a:buSzPts val="5400"/>
              <a:buNone/>
              <a:defRPr sz="5400">
                <a:solidFill>
                  <a:schemeClr val="lt1"/>
                </a:solidFill>
              </a:defRPr>
            </a:lvl8pPr>
            <a:lvl9pPr lvl="8" rtl="0" algn="ctr">
              <a:spcBef>
                <a:spcPts val="0"/>
              </a:spcBef>
              <a:spcAft>
                <a:spcPts val="0"/>
              </a:spcAft>
              <a:buClr>
                <a:schemeClr val="lt1"/>
              </a:buClr>
              <a:buSzPts val="5400"/>
              <a:buNone/>
              <a:defRPr sz="5400">
                <a:solidFill>
                  <a:schemeClr val="lt1"/>
                </a:solidFill>
              </a:defRPr>
            </a:lvl9pPr>
          </a:lstStyle>
          <a:p/>
        </p:txBody>
      </p:sp>
      <p:sp>
        <p:nvSpPr>
          <p:cNvPr id="61" name="Google Shape;61;p15"/>
          <p:cNvSpPr txBox="1"/>
          <p:nvPr>
            <p:ph idx="1" type="subTitle"/>
          </p:nvPr>
        </p:nvSpPr>
        <p:spPr>
          <a:xfrm>
            <a:off x="576075" y="2962656"/>
            <a:ext cx="5212200" cy="733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Clr>
                <a:schemeClr val="lt1"/>
              </a:buClr>
              <a:buSzPts val="2700"/>
              <a:buNone/>
              <a:defRPr>
                <a:solidFill>
                  <a:schemeClr val="lt1"/>
                </a:solidFill>
              </a:defRPr>
            </a:lvl1pPr>
            <a:lvl2pPr lvl="1" rtl="0" algn="ctr">
              <a:lnSpc>
                <a:spcPct val="100000"/>
              </a:lnSpc>
              <a:spcBef>
                <a:spcPts val="0"/>
              </a:spcBef>
              <a:spcAft>
                <a:spcPts val="0"/>
              </a:spcAft>
              <a:buClr>
                <a:schemeClr val="lt1"/>
              </a:buClr>
              <a:buSzPts val="2400"/>
              <a:buNone/>
              <a:defRPr sz="2400">
                <a:solidFill>
                  <a:schemeClr val="lt1"/>
                </a:solidFill>
              </a:defRPr>
            </a:lvl2pPr>
            <a:lvl3pPr lvl="2" rtl="0" algn="ctr">
              <a:lnSpc>
                <a:spcPct val="100000"/>
              </a:lnSpc>
              <a:spcBef>
                <a:spcPts val="0"/>
              </a:spcBef>
              <a:spcAft>
                <a:spcPts val="0"/>
              </a:spcAft>
              <a:buClr>
                <a:schemeClr val="lt1"/>
              </a:buClr>
              <a:buSzPts val="2400"/>
              <a:buNone/>
              <a:defRPr sz="2400">
                <a:solidFill>
                  <a:schemeClr val="lt1"/>
                </a:solidFill>
              </a:defRPr>
            </a:lvl3pPr>
            <a:lvl4pPr lvl="3" rtl="0" algn="ctr">
              <a:lnSpc>
                <a:spcPct val="100000"/>
              </a:lnSpc>
              <a:spcBef>
                <a:spcPts val="0"/>
              </a:spcBef>
              <a:spcAft>
                <a:spcPts val="0"/>
              </a:spcAft>
              <a:buClr>
                <a:schemeClr val="lt1"/>
              </a:buClr>
              <a:buSzPts val="2400"/>
              <a:buNone/>
              <a:defRPr sz="2400">
                <a:solidFill>
                  <a:schemeClr val="lt1"/>
                </a:solidFill>
              </a:defRPr>
            </a:lvl4pPr>
            <a:lvl5pPr lvl="4" rtl="0" algn="ctr">
              <a:lnSpc>
                <a:spcPct val="100000"/>
              </a:lnSpc>
              <a:spcBef>
                <a:spcPts val="0"/>
              </a:spcBef>
              <a:spcAft>
                <a:spcPts val="0"/>
              </a:spcAft>
              <a:buClr>
                <a:schemeClr val="lt1"/>
              </a:buClr>
              <a:buSzPts val="2400"/>
              <a:buNone/>
              <a:defRPr sz="2400">
                <a:solidFill>
                  <a:schemeClr val="lt1"/>
                </a:solidFill>
              </a:defRPr>
            </a:lvl5pPr>
            <a:lvl6pPr lvl="5" rtl="0" algn="ctr">
              <a:lnSpc>
                <a:spcPct val="100000"/>
              </a:lnSpc>
              <a:spcBef>
                <a:spcPts val="0"/>
              </a:spcBef>
              <a:spcAft>
                <a:spcPts val="0"/>
              </a:spcAft>
              <a:buClr>
                <a:schemeClr val="lt1"/>
              </a:buClr>
              <a:buSzPts val="2400"/>
              <a:buNone/>
              <a:defRPr sz="2400">
                <a:solidFill>
                  <a:schemeClr val="lt1"/>
                </a:solidFill>
              </a:defRPr>
            </a:lvl6pPr>
            <a:lvl7pPr lvl="6" rtl="0" algn="ctr">
              <a:lnSpc>
                <a:spcPct val="100000"/>
              </a:lnSpc>
              <a:spcBef>
                <a:spcPts val="0"/>
              </a:spcBef>
              <a:spcAft>
                <a:spcPts val="0"/>
              </a:spcAft>
              <a:buClr>
                <a:schemeClr val="lt1"/>
              </a:buClr>
              <a:buSzPts val="2400"/>
              <a:buNone/>
              <a:defRPr sz="2400">
                <a:solidFill>
                  <a:schemeClr val="lt1"/>
                </a:solidFill>
              </a:defRPr>
            </a:lvl7pPr>
            <a:lvl8pPr lvl="7" rtl="0" algn="ctr">
              <a:lnSpc>
                <a:spcPct val="100000"/>
              </a:lnSpc>
              <a:spcBef>
                <a:spcPts val="0"/>
              </a:spcBef>
              <a:spcAft>
                <a:spcPts val="0"/>
              </a:spcAft>
              <a:buClr>
                <a:schemeClr val="lt1"/>
              </a:buClr>
              <a:buSzPts val="2400"/>
              <a:buNone/>
              <a:defRPr sz="2400">
                <a:solidFill>
                  <a:schemeClr val="lt1"/>
                </a:solidFill>
              </a:defRPr>
            </a:lvl8pPr>
            <a:lvl9pPr lvl="8" rtl="0" algn="ctr">
              <a:lnSpc>
                <a:spcPct val="100000"/>
              </a:lnSpc>
              <a:spcBef>
                <a:spcPts val="0"/>
              </a:spcBef>
              <a:spcAft>
                <a:spcPts val="0"/>
              </a:spcAft>
              <a:buClr>
                <a:schemeClr val="lt1"/>
              </a:buClr>
              <a:buSzPts val="2400"/>
              <a:buNone/>
              <a:defRPr sz="2400">
                <a:solidFill>
                  <a:schemeClr val="lt1"/>
                </a:solidFill>
              </a:defRPr>
            </a:lvl9pPr>
          </a:lstStyle>
          <a:p/>
        </p:txBody>
      </p:sp>
      <p:sp>
        <p:nvSpPr>
          <p:cNvPr id="62" name="Google Shape;62;p15"/>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Noto Serif JP"/>
                <a:ea typeface="Noto Serif JP"/>
                <a:cs typeface="Noto Serif JP"/>
                <a:sym typeface="Noto Serif JP"/>
              </a:defRPr>
            </a:lvl1pPr>
            <a:lvl2pPr lvl="1" rtl="0">
              <a:buNone/>
              <a:defRPr sz="800">
                <a:solidFill>
                  <a:schemeClr val="lt1"/>
                </a:solidFill>
                <a:latin typeface="Noto Serif JP"/>
                <a:ea typeface="Noto Serif JP"/>
                <a:cs typeface="Noto Serif JP"/>
                <a:sym typeface="Noto Serif JP"/>
              </a:defRPr>
            </a:lvl2pPr>
            <a:lvl3pPr lvl="2" rtl="0">
              <a:buNone/>
              <a:defRPr sz="800">
                <a:solidFill>
                  <a:schemeClr val="lt1"/>
                </a:solidFill>
                <a:latin typeface="Noto Serif JP"/>
                <a:ea typeface="Noto Serif JP"/>
                <a:cs typeface="Noto Serif JP"/>
                <a:sym typeface="Noto Serif JP"/>
              </a:defRPr>
            </a:lvl3pPr>
            <a:lvl4pPr lvl="3" rtl="0">
              <a:buNone/>
              <a:defRPr sz="800">
                <a:solidFill>
                  <a:schemeClr val="lt1"/>
                </a:solidFill>
                <a:latin typeface="Noto Serif JP"/>
                <a:ea typeface="Noto Serif JP"/>
                <a:cs typeface="Noto Serif JP"/>
                <a:sym typeface="Noto Serif JP"/>
              </a:defRPr>
            </a:lvl4pPr>
            <a:lvl5pPr lvl="4" rtl="0">
              <a:buNone/>
              <a:defRPr sz="800">
                <a:solidFill>
                  <a:schemeClr val="lt1"/>
                </a:solidFill>
                <a:latin typeface="Noto Serif JP"/>
                <a:ea typeface="Noto Serif JP"/>
                <a:cs typeface="Noto Serif JP"/>
                <a:sym typeface="Noto Serif JP"/>
              </a:defRPr>
            </a:lvl5pPr>
            <a:lvl6pPr lvl="5" rtl="0">
              <a:buNone/>
              <a:defRPr sz="800">
                <a:solidFill>
                  <a:schemeClr val="lt1"/>
                </a:solidFill>
                <a:latin typeface="Noto Serif JP"/>
                <a:ea typeface="Noto Serif JP"/>
                <a:cs typeface="Noto Serif JP"/>
                <a:sym typeface="Noto Serif JP"/>
              </a:defRPr>
            </a:lvl6pPr>
            <a:lvl7pPr lvl="6" rtl="0">
              <a:buNone/>
              <a:defRPr sz="800">
                <a:solidFill>
                  <a:schemeClr val="lt1"/>
                </a:solidFill>
                <a:latin typeface="Noto Serif JP"/>
                <a:ea typeface="Noto Serif JP"/>
                <a:cs typeface="Noto Serif JP"/>
                <a:sym typeface="Noto Serif JP"/>
              </a:defRPr>
            </a:lvl7pPr>
            <a:lvl8pPr lvl="7" rtl="0">
              <a:buNone/>
              <a:defRPr sz="800">
                <a:solidFill>
                  <a:schemeClr val="lt1"/>
                </a:solidFill>
                <a:latin typeface="Noto Serif JP"/>
                <a:ea typeface="Noto Serif JP"/>
                <a:cs typeface="Noto Serif JP"/>
                <a:sym typeface="Noto Serif JP"/>
              </a:defRPr>
            </a:lvl8pPr>
            <a:lvl9pPr lvl="8" rtl="0">
              <a:buNone/>
              <a:defRPr sz="800">
                <a:solidFill>
                  <a:schemeClr val="lt1"/>
                </a:solidFill>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lt1"/>
        </a:solidFill>
      </p:bgPr>
    </p:bg>
    <p:spTree>
      <p:nvGrpSpPr>
        <p:cNvPr id="63" name="Shape 63"/>
        <p:cNvGrpSpPr/>
        <p:nvPr/>
      </p:nvGrpSpPr>
      <p:grpSpPr>
        <a:xfrm>
          <a:off x="0" y="0"/>
          <a:ext cx="0" cy="0"/>
          <a:chOff x="0" y="0"/>
          <a:chExt cx="0" cy="0"/>
        </a:xfrm>
      </p:grpSpPr>
      <p:sp>
        <p:nvSpPr>
          <p:cNvPr id="64" name="Google Shape;64;p16"/>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6"/>
          <p:cNvSpPr txBox="1"/>
          <p:nvPr>
            <p:ph type="ctrTitle"/>
          </p:nvPr>
        </p:nvSpPr>
        <p:spPr>
          <a:xfrm>
            <a:off x="576072" y="457200"/>
            <a:ext cx="5239500" cy="1957800"/>
          </a:xfrm>
          <a:prstGeom prst="rect">
            <a:avLst/>
          </a:prstGeom>
        </p:spPr>
        <p:txBody>
          <a:bodyPr anchorCtr="0" anchor="t" bIns="0" lIns="0" spcFirstLastPara="1" rIns="0" wrap="square" tIns="0">
            <a:noAutofit/>
          </a:bodyPr>
          <a:lstStyle>
            <a:lvl1pPr lvl="0" rtl="0">
              <a:spcBef>
                <a:spcPts val="0"/>
              </a:spcBef>
              <a:spcAft>
                <a:spcPts val="0"/>
              </a:spcAft>
              <a:buSzPts val="5400"/>
              <a:buNone/>
              <a:defRPr sz="5400"/>
            </a:lvl1pPr>
            <a:lvl2pPr lvl="1" rtl="0" algn="ctr">
              <a:spcBef>
                <a:spcPts val="0"/>
              </a:spcBef>
              <a:spcAft>
                <a:spcPts val="0"/>
              </a:spcAft>
              <a:buClr>
                <a:schemeClr val="dk2"/>
              </a:buClr>
              <a:buSzPts val="5400"/>
              <a:buNone/>
              <a:defRPr sz="5400">
                <a:solidFill>
                  <a:schemeClr val="dk2"/>
                </a:solidFill>
              </a:defRPr>
            </a:lvl2pPr>
            <a:lvl3pPr lvl="2" rtl="0" algn="ctr">
              <a:spcBef>
                <a:spcPts val="0"/>
              </a:spcBef>
              <a:spcAft>
                <a:spcPts val="0"/>
              </a:spcAft>
              <a:buClr>
                <a:schemeClr val="dk2"/>
              </a:buClr>
              <a:buSzPts val="5400"/>
              <a:buNone/>
              <a:defRPr sz="5400">
                <a:solidFill>
                  <a:schemeClr val="dk2"/>
                </a:solidFill>
              </a:defRPr>
            </a:lvl3pPr>
            <a:lvl4pPr lvl="3" rtl="0" algn="ctr">
              <a:spcBef>
                <a:spcPts val="0"/>
              </a:spcBef>
              <a:spcAft>
                <a:spcPts val="0"/>
              </a:spcAft>
              <a:buClr>
                <a:schemeClr val="dk2"/>
              </a:buClr>
              <a:buSzPts val="5400"/>
              <a:buNone/>
              <a:defRPr sz="5400">
                <a:solidFill>
                  <a:schemeClr val="dk2"/>
                </a:solidFill>
              </a:defRPr>
            </a:lvl4pPr>
            <a:lvl5pPr lvl="4" rtl="0" algn="ctr">
              <a:spcBef>
                <a:spcPts val="0"/>
              </a:spcBef>
              <a:spcAft>
                <a:spcPts val="0"/>
              </a:spcAft>
              <a:buClr>
                <a:schemeClr val="dk2"/>
              </a:buClr>
              <a:buSzPts val="5400"/>
              <a:buNone/>
              <a:defRPr sz="5400">
                <a:solidFill>
                  <a:schemeClr val="dk2"/>
                </a:solidFill>
              </a:defRPr>
            </a:lvl5pPr>
            <a:lvl6pPr lvl="5" rtl="0" algn="ctr">
              <a:spcBef>
                <a:spcPts val="0"/>
              </a:spcBef>
              <a:spcAft>
                <a:spcPts val="0"/>
              </a:spcAft>
              <a:buClr>
                <a:schemeClr val="dk2"/>
              </a:buClr>
              <a:buSzPts val="5400"/>
              <a:buNone/>
              <a:defRPr sz="5400">
                <a:solidFill>
                  <a:schemeClr val="dk2"/>
                </a:solidFill>
              </a:defRPr>
            </a:lvl6pPr>
            <a:lvl7pPr lvl="6" rtl="0" algn="ctr">
              <a:spcBef>
                <a:spcPts val="0"/>
              </a:spcBef>
              <a:spcAft>
                <a:spcPts val="0"/>
              </a:spcAft>
              <a:buClr>
                <a:schemeClr val="dk2"/>
              </a:buClr>
              <a:buSzPts val="5400"/>
              <a:buNone/>
              <a:defRPr sz="5400">
                <a:solidFill>
                  <a:schemeClr val="dk2"/>
                </a:solidFill>
              </a:defRPr>
            </a:lvl7pPr>
            <a:lvl8pPr lvl="7" rtl="0" algn="ctr">
              <a:spcBef>
                <a:spcPts val="0"/>
              </a:spcBef>
              <a:spcAft>
                <a:spcPts val="0"/>
              </a:spcAft>
              <a:buClr>
                <a:schemeClr val="dk2"/>
              </a:buClr>
              <a:buSzPts val="5400"/>
              <a:buNone/>
              <a:defRPr sz="5400">
                <a:solidFill>
                  <a:schemeClr val="dk2"/>
                </a:solidFill>
              </a:defRPr>
            </a:lvl8pPr>
            <a:lvl9pPr lvl="8" rtl="0" algn="ctr">
              <a:spcBef>
                <a:spcPts val="0"/>
              </a:spcBef>
              <a:spcAft>
                <a:spcPts val="0"/>
              </a:spcAft>
              <a:buClr>
                <a:schemeClr val="dk2"/>
              </a:buClr>
              <a:buSzPts val="5400"/>
              <a:buNone/>
              <a:defRPr sz="5400">
                <a:solidFill>
                  <a:schemeClr val="dk2"/>
                </a:solidFill>
              </a:defRPr>
            </a:lvl9pPr>
          </a:lstStyle>
          <a:p/>
        </p:txBody>
      </p:sp>
      <p:sp>
        <p:nvSpPr>
          <p:cNvPr id="66" name="Google Shape;66;p16"/>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latin typeface="Noto Serif JP"/>
                <a:ea typeface="Noto Serif JP"/>
                <a:cs typeface="Noto Serif JP"/>
                <a:sym typeface="Noto Serif JP"/>
              </a:defRPr>
            </a:lvl1pPr>
            <a:lvl2pPr lvl="1" rtl="0">
              <a:buNone/>
              <a:defRPr sz="800">
                <a:latin typeface="Noto Serif JP"/>
                <a:ea typeface="Noto Serif JP"/>
                <a:cs typeface="Noto Serif JP"/>
                <a:sym typeface="Noto Serif JP"/>
              </a:defRPr>
            </a:lvl2pPr>
            <a:lvl3pPr lvl="2" rtl="0">
              <a:buNone/>
              <a:defRPr sz="800">
                <a:latin typeface="Noto Serif JP"/>
                <a:ea typeface="Noto Serif JP"/>
                <a:cs typeface="Noto Serif JP"/>
                <a:sym typeface="Noto Serif JP"/>
              </a:defRPr>
            </a:lvl3pPr>
            <a:lvl4pPr lvl="3" rtl="0">
              <a:buNone/>
              <a:defRPr sz="800">
                <a:latin typeface="Noto Serif JP"/>
                <a:ea typeface="Noto Serif JP"/>
                <a:cs typeface="Noto Serif JP"/>
                <a:sym typeface="Noto Serif JP"/>
              </a:defRPr>
            </a:lvl4pPr>
            <a:lvl5pPr lvl="4" rtl="0">
              <a:buNone/>
              <a:defRPr sz="800">
                <a:latin typeface="Noto Serif JP"/>
                <a:ea typeface="Noto Serif JP"/>
                <a:cs typeface="Noto Serif JP"/>
                <a:sym typeface="Noto Serif JP"/>
              </a:defRPr>
            </a:lvl5pPr>
            <a:lvl6pPr lvl="5" rtl="0">
              <a:buNone/>
              <a:defRPr sz="800">
                <a:latin typeface="Noto Serif JP"/>
                <a:ea typeface="Noto Serif JP"/>
                <a:cs typeface="Noto Serif JP"/>
                <a:sym typeface="Noto Serif JP"/>
              </a:defRPr>
            </a:lvl6pPr>
            <a:lvl7pPr lvl="6" rtl="0">
              <a:buNone/>
              <a:defRPr sz="800">
                <a:latin typeface="Noto Serif JP"/>
                <a:ea typeface="Noto Serif JP"/>
                <a:cs typeface="Noto Serif JP"/>
                <a:sym typeface="Noto Serif JP"/>
              </a:defRPr>
            </a:lvl7pPr>
            <a:lvl8pPr lvl="7" rtl="0">
              <a:buNone/>
              <a:defRPr sz="800">
                <a:latin typeface="Noto Serif JP"/>
                <a:ea typeface="Noto Serif JP"/>
                <a:cs typeface="Noto Serif JP"/>
                <a:sym typeface="Noto Serif JP"/>
              </a:defRPr>
            </a:lvl8pPr>
            <a:lvl9pPr lvl="8" rtl="0">
              <a:buNone/>
              <a:defRPr sz="800">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
        <p:nvSpPr>
          <p:cNvPr id="67" name="Google Shape;67;p16"/>
          <p:cNvSpPr txBox="1"/>
          <p:nvPr>
            <p:ph idx="1" type="subTitle"/>
          </p:nvPr>
        </p:nvSpPr>
        <p:spPr>
          <a:xfrm>
            <a:off x="576075" y="2962656"/>
            <a:ext cx="5212200" cy="733500"/>
          </a:xfrm>
          <a:prstGeom prst="rect">
            <a:avLst/>
          </a:prstGeom>
        </p:spPr>
        <p:txBody>
          <a:bodyPr anchorCtr="0" anchor="t" bIns="0" lIns="0" spcFirstLastPara="1" rIns="0" wrap="square" tIns="0">
            <a:noAutofit/>
          </a:bodyPr>
          <a:lstStyle>
            <a:lvl1pPr lvl="0" rtl="0">
              <a:lnSpc>
                <a:spcPct val="100000"/>
              </a:lnSpc>
              <a:spcBef>
                <a:spcPts val="0"/>
              </a:spcBef>
              <a:spcAft>
                <a:spcPts val="0"/>
              </a:spcAft>
              <a:buSzPts val="2700"/>
              <a:buNone/>
              <a:defRPr/>
            </a:lvl1pPr>
            <a:lvl2pPr lvl="1" rtl="0" algn="ctr">
              <a:lnSpc>
                <a:spcPct val="100000"/>
              </a:lnSpc>
              <a:spcBef>
                <a:spcPts val="0"/>
              </a:spcBef>
              <a:spcAft>
                <a:spcPts val="0"/>
              </a:spcAft>
              <a:buClr>
                <a:schemeClr val="lt1"/>
              </a:buClr>
              <a:buSzPts val="2400"/>
              <a:buNone/>
              <a:defRPr sz="2400">
                <a:solidFill>
                  <a:schemeClr val="lt1"/>
                </a:solidFill>
              </a:defRPr>
            </a:lvl2pPr>
            <a:lvl3pPr lvl="2" rtl="0" algn="ctr">
              <a:lnSpc>
                <a:spcPct val="100000"/>
              </a:lnSpc>
              <a:spcBef>
                <a:spcPts val="0"/>
              </a:spcBef>
              <a:spcAft>
                <a:spcPts val="0"/>
              </a:spcAft>
              <a:buClr>
                <a:schemeClr val="lt1"/>
              </a:buClr>
              <a:buSzPts val="2400"/>
              <a:buNone/>
              <a:defRPr sz="2400">
                <a:solidFill>
                  <a:schemeClr val="lt1"/>
                </a:solidFill>
              </a:defRPr>
            </a:lvl3pPr>
            <a:lvl4pPr lvl="3" rtl="0" algn="ctr">
              <a:lnSpc>
                <a:spcPct val="100000"/>
              </a:lnSpc>
              <a:spcBef>
                <a:spcPts val="0"/>
              </a:spcBef>
              <a:spcAft>
                <a:spcPts val="0"/>
              </a:spcAft>
              <a:buClr>
                <a:schemeClr val="lt1"/>
              </a:buClr>
              <a:buSzPts val="2400"/>
              <a:buNone/>
              <a:defRPr sz="2400">
                <a:solidFill>
                  <a:schemeClr val="lt1"/>
                </a:solidFill>
              </a:defRPr>
            </a:lvl4pPr>
            <a:lvl5pPr lvl="4" rtl="0" algn="ctr">
              <a:lnSpc>
                <a:spcPct val="100000"/>
              </a:lnSpc>
              <a:spcBef>
                <a:spcPts val="0"/>
              </a:spcBef>
              <a:spcAft>
                <a:spcPts val="0"/>
              </a:spcAft>
              <a:buClr>
                <a:schemeClr val="lt1"/>
              </a:buClr>
              <a:buSzPts val="2400"/>
              <a:buNone/>
              <a:defRPr sz="2400">
                <a:solidFill>
                  <a:schemeClr val="lt1"/>
                </a:solidFill>
              </a:defRPr>
            </a:lvl5pPr>
            <a:lvl6pPr lvl="5" rtl="0" algn="ctr">
              <a:lnSpc>
                <a:spcPct val="100000"/>
              </a:lnSpc>
              <a:spcBef>
                <a:spcPts val="0"/>
              </a:spcBef>
              <a:spcAft>
                <a:spcPts val="0"/>
              </a:spcAft>
              <a:buClr>
                <a:schemeClr val="lt1"/>
              </a:buClr>
              <a:buSzPts val="2400"/>
              <a:buNone/>
              <a:defRPr sz="2400">
                <a:solidFill>
                  <a:schemeClr val="lt1"/>
                </a:solidFill>
              </a:defRPr>
            </a:lvl6pPr>
            <a:lvl7pPr lvl="6" rtl="0" algn="ctr">
              <a:lnSpc>
                <a:spcPct val="100000"/>
              </a:lnSpc>
              <a:spcBef>
                <a:spcPts val="0"/>
              </a:spcBef>
              <a:spcAft>
                <a:spcPts val="0"/>
              </a:spcAft>
              <a:buClr>
                <a:schemeClr val="lt1"/>
              </a:buClr>
              <a:buSzPts val="2400"/>
              <a:buNone/>
              <a:defRPr sz="2400">
                <a:solidFill>
                  <a:schemeClr val="lt1"/>
                </a:solidFill>
              </a:defRPr>
            </a:lvl7pPr>
            <a:lvl8pPr lvl="7" rtl="0" algn="ctr">
              <a:lnSpc>
                <a:spcPct val="100000"/>
              </a:lnSpc>
              <a:spcBef>
                <a:spcPts val="0"/>
              </a:spcBef>
              <a:spcAft>
                <a:spcPts val="0"/>
              </a:spcAft>
              <a:buClr>
                <a:schemeClr val="lt1"/>
              </a:buClr>
              <a:buSzPts val="2400"/>
              <a:buNone/>
              <a:defRPr sz="2400">
                <a:solidFill>
                  <a:schemeClr val="lt1"/>
                </a:solidFill>
              </a:defRPr>
            </a:lvl8pPr>
            <a:lvl9pPr lvl="8" rtl="0" algn="ctr">
              <a:lnSpc>
                <a:spcPct val="100000"/>
              </a:lnSpc>
              <a:spcBef>
                <a:spcPts val="0"/>
              </a:spcBef>
              <a:spcAft>
                <a:spcPts val="0"/>
              </a:spcAft>
              <a:buClr>
                <a:schemeClr val="lt1"/>
              </a:buClr>
              <a:buSzPts val="2400"/>
              <a:buNone/>
              <a:defRPr sz="2400">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Photo: Left">
  <p:cSld name="CUSTOM">
    <p:spTree>
      <p:nvGrpSpPr>
        <p:cNvPr id="68" name="Shape 68"/>
        <p:cNvGrpSpPr/>
        <p:nvPr/>
      </p:nvGrpSpPr>
      <p:grpSpPr>
        <a:xfrm>
          <a:off x="0" y="0"/>
          <a:ext cx="0" cy="0"/>
          <a:chOff x="0" y="0"/>
          <a:chExt cx="0" cy="0"/>
        </a:xfrm>
      </p:grpSpPr>
      <p:sp>
        <p:nvSpPr>
          <p:cNvPr id="69" name="Google Shape;69;p17"/>
          <p:cNvSpPr txBox="1"/>
          <p:nvPr>
            <p:ph idx="1" type="body"/>
          </p:nvPr>
        </p:nvSpPr>
        <p:spPr>
          <a:xfrm>
            <a:off x="576072" y="457200"/>
            <a:ext cx="38589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SzPts val="2700"/>
              <a:buChar char="●"/>
              <a:defRPr/>
            </a:lvl1pPr>
            <a:lvl2pPr indent="-374650" lvl="1" marL="914400" rtl="0">
              <a:spcBef>
                <a:spcPts val="1600"/>
              </a:spcBef>
              <a:spcAft>
                <a:spcPts val="0"/>
              </a:spcAft>
              <a:buSzPts val="23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92100" lvl="4" marL="2286000" rtl="0">
              <a:spcBef>
                <a:spcPts val="1600"/>
              </a:spcBef>
              <a:spcAft>
                <a:spcPts val="0"/>
              </a:spcAft>
              <a:buSzPts val="1000"/>
              <a:buChar char="○"/>
              <a:defRPr/>
            </a:lvl5pPr>
            <a:lvl6pPr indent="-292100" lvl="5" marL="2743200" rtl="0">
              <a:spcBef>
                <a:spcPts val="1600"/>
              </a:spcBef>
              <a:spcAft>
                <a:spcPts val="0"/>
              </a:spcAft>
              <a:buSzPts val="1000"/>
              <a:buChar char="■"/>
              <a:defRPr/>
            </a:lvl6pPr>
            <a:lvl7pPr indent="-292100" lvl="6" marL="3200400" rtl="0">
              <a:spcBef>
                <a:spcPts val="1600"/>
              </a:spcBef>
              <a:spcAft>
                <a:spcPts val="0"/>
              </a:spcAft>
              <a:buSzPts val="1000"/>
              <a:buChar char="●"/>
              <a:defRPr/>
            </a:lvl7pPr>
            <a:lvl8pPr indent="-292100" lvl="7" marL="3657600" rtl="0">
              <a:spcBef>
                <a:spcPts val="1600"/>
              </a:spcBef>
              <a:spcAft>
                <a:spcPts val="0"/>
              </a:spcAft>
              <a:buSzPts val="1000"/>
              <a:buChar char="○"/>
              <a:defRPr/>
            </a:lvl8pPr>
            <a:lvl9pPr indent="-279400" lvl="8" marL="4114800" rtl="0">
              <a:spcBef>
                <a:spcPts val="1600"/>
              </a:spcBef>
              <a:spcAft>
                <a:spcPts val="1600"/>
              </a:spcAft>
              <a:buSzPts val="800"/>
              <a:buChar char="■"/>
              <a:defRPr/>
            </a:lvl9pPr>
          </a:lstStyle>
          <a:p/>
        </p:txBody>
      </p:sp>
      <p:sp>
        <p:nvSpPr>
          <p:cNvPr id="70" name="Google Shape;70;p17"/>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latin typeface="Noto Serif JP"/>
                <a:ea typeface="Noto Serif JP"/>
                <a:cs typeface="Noto Serif JP"/>
                <a:sym typeface="Noto Serif JP"/>
              </a:defRPr>
            </a:lvl1pPr>
            <a:lvl2pPr lvl="1" rtl="0">
              <a:buNone/>
              <a:defRPr sz="800">
                <a:latin typeface="Noto Serif JP"/>
                <a:ea typeface="Noto Serif JP"/>
                <a:cs typeface="Noto Serif JP"/>
                <a:sym typeface="Noto Serif JP"/>
              </a:defRPr>
            </a:lvl2pPr>
            <a:lvl3pPr lvl="2" rtl="0">
              <a:buNone/>
              <a:defRPr sz="800">
                <a:latin typeface="Noto Serif JP"/>
                <a:ea typeface="Noto Serif JP"/>
                <a:cs typeface="Noto Serif JP"/>
                <a:sym typeface="Noto Serif JP"/>
              </a:defRPr>
            </a:lvl3pPr>
            <a:lvl4pPr lvl="3" rtl="0">
              <a:buNone/>
              <a:defRPr sz="800">
                <a:latin typeface="Noto Serif JP"/>
                <a:ea typeface="Noto Serif JP"/>
                <a:cs typeface="Noto Serif JP"/>
                <a:sym typeface="Noto Serif JP"/>
              </a:defRPr>
            </a:lvl4pPr>
            <a:lvl5pPr lvl="4" rtl="0">
              <a:buNone/>
              <a:defRPr sz="800">
                <a:latin typeface="Noto Serif JP"/>
                <a:ea typeface="Noto Serif JP"/>
                <a:cs typeface="Noto Serif JP"/>
                <a:sym typeface="Noto Serif JP"/>
              </a:defRPr>
            </a:lvl5pPr>
            <a:lvl6pPr lvl="5" rtl="0">
              <a:buNone/>
              <a:defRPr sz="800">
                <a:latin typeface="Noto Serif JP"/>
                <a:ea typeface="Noto Serif JP"/>
                <a:cs typeface="Noto Serif JP"/>
                <a:sym typeface="Noto Serif JP"/>
              </a:defRPr>
            </a:lvl6pPr>
            <a:lvl7pPr lvl="6" rtl="0">
              <a:buNone/>
              <a:defRPr sz="800">
                <a:latin typeface="Noto Serif JP"/>
                <a:ea typeface="Noto Serif JP"/>
                <a:cs typeface="Noto Serif JP"/>
                <a:sym typeface="Noto Serif JP"/>
              </a:defRPr>
            </a:lvl7pPr>
            <a:lvl8pPr lvl="7" rtl="0">
              <a:buNone/>
              <a:defRPr sz="800">
                <a:latin typeface="Noto Serif JP"/>
                <a:ea typeface="Noto Serif JP"/>
                <a:cs typeface="Noto Serif JP"/>
                <a:sym typeface="Noto Serif JP"/>
              </a:defRPr>
            </a:lvl8pPr>
            <a:lvl9pPr lvl="8" rtl="0">
              <a:buNone/>
              <a:defRPr sz="800">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Photo: Left Dark ">
  <p:cSld name="CUSTOM_2">
    <p:bg>
      <p:bgPr>
        <a:solidFill>
          <a:schemeClr val="dk2"/>
        </a:solidFill>
      </p:bgPr>
    </p:bg>
    <p:spTree>
      <p:nvGrpSpPr>
        <p:cNvPr id="71" name="Shape 71"/>
        <p:cNvGrpSpPr/>
        <p:nvPr/>
      </p:nvGrpSpPr>
      <p:grpSpPr>
        <a:xfrm>
          <a:off x="0" y="0"/>
          <a:ext cx="0" cy="0"/>
          <a:chOff x="0" y="0"/>
          <a:chExt cx="0" cy="0"/>
        </a:xfrm>
      </p:grpSpPr>
      <p:sp>
        <p:nvSpPr>
          <p:cNvPr id="72" name="Google Shape;72;p18"/>
          <p:cNvSpPr txBox="1"/>
          <p:nvPr>
            <p:ph idx="1" type="body"/>
          </p:nvPr>
        </p:nvSpPr>
        <p:spPr>
          <a:xfrm>
            <a:off x="576072" y="457200"/>
            <a:ext cx="38589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
        <p:nvSpPr>
          <p:cNvPr id="73" name="Google Shape;73;p18"/>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Noto Serif JP"/>
                <a:ea typeface="Noto Serif JP"/>
                <a:cs typeface="Noto Serif JP"/>
                <a:sym typeface="Noto Serif JP"/>
              </a:defRPr>
            </a:lvl1pPr>
            <a:lvl2pPr lvl="1" rtl="0">
              <a:buNone/>
              <a:defRPr sz="800">
                <a:solidFill>
                  <a:schemeClr val="lt1"/>
                </a:solidFill>
                <a:latin typeface="Noto Serif JP"/>
                <a:ea typeface="Noto Serif JP"/>
                <a:cs typeface="Noto Serif JP"/>
                <a:sym typeface="Noto Serif JP"/>
              </a:defRPr>
            </a:lvl2pPr>
            <a:lvl3pPr lvl="2" rtl="0">
              <a:buNone/>
              <a:defRPr sz="800">
                <a:solidFill>
                  <a:schemeClr val="lt1"/>
                </a:solidFill>
                <a:latin typeface="Noto Serif JP"/>
                <a:ea typeface="Noto Serif JP"/>
                <a:cs typeface="Noto Serif JP"/>
                <a:sym typeface="Noto Serif JP"/>
              </a:defRPr>
            </a:lvl3pPr>
            <a:lvl4pPr lvl="3" rtl="0">
              <a:buNone/>
              <a:defRPr sz="800">
                <a:solidFill>
                  <a:schemeClr val="lt1"/>
                </a:solidFill>
                <a:latin typeface="Noto Serif JP"/>
                <a:ea typeface="Noto Serif JP"/>
                <a:cs typeface="Noto Serif JP"/>
                <a:sym typeface="Noto Serif JP"/>
              </a:defRPr>
            </a:lvl4pPr>
            <a:lvl5pPr lvl="4" rtl="0">
              <a:buNone/>
              <a:defRPr sz="800">
                <a:solidFill>
                  <a:schemeClr val="lt1"/>
                </a:solidFill>
                <a:latin typeface="Noto Serif JP"/>
                <a:ea typeface="Noto Serif JP"/>
                <a:cs typeface="Noto Serif JP"/>
                <a:sym typeface="Noto Serif JP"/>
              </a:defRPr>
            </a:lvl5pPr>
            <a:lvl6pPr lvl="5" rtl="0">
              <a:buNone/>
              <a:defRPr sz="800">
                <a:solidFill>
                  <a:schemeClr val="lt1"/>
                </a:solidFill>
                <a:latin typeface="Noto Serif JP"/>
                <a:ea typeface="Noto Serif JP"/>
                <a:cs typeface="Noto Serif JP"/>
                <a:sym typeface="Noto Serif JP"/>
              </a:defRPr>
            </a:lvl6pPr>
            <a:lvl7pPr lvl="6" rtl="0">
              <a:buNone/>
              <a:defRPr sz="800">
                <a:solidFill>
                  <a:schemeClr val="lt1"/>
                </a:solidFill>
                <a:latin typeface="Noto Serif JP"/>
                <a:ea typeface="Noto Serif JP"/>
                <a:cs typeface="Noto Serif JP"/>
                <a:sym typeface="Noto Serif JP"/>
              </a:defRPr>
            </a:lvl7pPr>
            <a:lvl8pPr lvl="7" rtl="0">
              <a:buNone/>
              <a:defRPr sz="800">
                <a:solidFill>
                  <a:schemeClr val="lt1"/>
                </a:solidFill>
                <a:latin typeface="Noto Serif JP"/>
                <a:ea typeface="Noto Serif JP"/>
                <a:cs typeface="Noto Serif JP"/>
                <a:sym typeface="Noto Serif JP"/>
              </a:defRPr>
            </a:lvl8pPr>
            <a:lvl9pPr lvl="8" rtl="0">
              <a:buNone/>
              <a:defRPr sz="800">
                <a:solidFill>
                  <a:schemeClr val="lt1"/>
                </a:solidFill>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Photo: Right">
  <p:cSld name="CUSTOM_1">
    <p:spTree>
      <p:nvGrpSpPr>
        <p:cNvPr id="74" name="Shape 74"/>
        <p:cNvGrpSpPr/>
        <p:nvPr/>
      </p:nvGrpSpPr>
      <p:grpSpPr>
        <a:xfrm>
          <a:off x="0" y="0"/>
          <a:ext cx="0" cy="0"/>
          <a:chOff x="0" y="0"/>
          <a:chExt cx="0" cy="0"/>
        </a:xfrm>
      </p:grpSpPr>
      <p:sp>
        <p:nvSpPr>
          <p:cNvPr id="75" name="Google Shape;75;p19"/>
          <p:cNvSpPr txBox="1"/>
          <p:nvPr>
            <p:ph idx="1" type="body"/>
          </p:nvPr>
        </p:nvSpPr>
        <p:spPr>
          <a:xfrm>
            <a:off x="4718304" y="457200"/>
            <a:ext cx="38589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SzPts val="2700"/>
              <a:buChar char="●"/>
              <a:defRPr/>
            </a:lvl1pPr>
            <a:lvl2pPr indent="-374650" lvl="1" marL="914400" rtl="0">
              <a:spcBef>
                <a:spcPts val="1600"/>
              </a:spcBef>
              <a:spcAft>
                <a:spcPts val="0"/>
              </a:spcAft>
              <a:buSzPts val="23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92100" lvl="4" marL="2286000" rtl="0">
              <a:spcBef>
                <a:spcPts val="1600"/>
              </a:spcBef>
              <a:spcAft>
                <a:spcPts val="0"/>
              </a:spcAft>
              <a:buSzPts val="1000"/>
              <a:buChar char="○"/>
              <a:defRPr/>
            </a:lvl5pPr>
            <a:lvl6pPr indent="-292100" lvl="5" marL="2743200" rtl="0">
              <a:spcBef>
                <a:spcPts val="1600"/>
              </a:spcBef>
              <a:spcAft>
                <a:spcPts val="0"/>
              </a:spcAft>
              <a:buSzPts val="1000"/>
              <a:buChar char="■"/>
              <a:defRPr/>
            </a:lvl6pPr>
            <a:lvl7pPr indent="-292100" lvl="6" marL="3200400" rtl="0">
              <a:spcBef>
                <a:spcPts val="1600"/>
              </a:spcBef>
              <a:spcAft>
                <a:spcPts val="0"/>
              </a:spcAft>
              <a:buSzPts val="1000"/>
              <a:buChar char="●"/>
              <a:defRPr/>
            </a:lvl7pPr>
            <a:lvl8pPr indent="-292100" lvl="7" marL="3657600" rtl="0">
              <a:spcBef>
                <a:spcPts val="1600"/>
              </a:spcBef>
              <a:spcAft>
                <a:spcPts val="0"/>
              </a:spcAft>
              <a:buSzPts val="1000"/>
              <a:buChar char="○"/>
              <a:defRPr/>
            </a:lvl8pPr>
            <a:lvl9pPr indent="-279400" lvl="8" marL="4114800" rtl="0">
              <a:spcBef>
                <a:spcPts val="1600"/>
              </a:spcBef>
              <a:spcAft>
                <a:spcPts val="1600"/>
              </a:spcAft>
              <a:buSzPts val="800"/>
              <a:buChar char="■"/>
              <a:defRPr/>
            </a:lvl9pPr>
          </a:lstStyle>
          <a:p/>
        </p:txBody>
      </p:sp>
      <p:sp>
        <p:nvSpPr>
          <p:cNvPr id="76" name="Google Shape;76;p19"/>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latin typeface="Noto Serif JP"/>
                <a:ea typeface="Noto Serif JP"/>
                <a:cs typeface="Noto Serif JP"/>
                <a:sym typeface="Noto Serif JP"/>
              </a:defRPr>
            </a:lvl1pPr>
            <a:lvl2pPr lvl="1" rtl="0">
              <a:buNone/>
              <a:defRPr sz="800">
                <a:latin typeface="Noto Serif JP"/>
                <a:ea typeface="Noto Serif JP"/>
                <a:cs typeface="Noto Serif JP"/>
                <a:sym typeface="Noto Serif JP"/>
              </a:defRPr>
            </a:lvl2pPr>
            <a:lvl3pPr lvl="2" rtl="0">
              <a:buNone/>
              <a:defRPr sz="800">
                <a:latin typeface="Noto Serif JP"/>
                <a:ea typeface="Noto Serif JP"/>
                <a:cs typeface="Noto Serif JP"/>
                <a:sym typeface="Noto Serif JP"/>
              </a:defRPr>
            </a:lvl3pPr>
            <a:lvl4pPr lvl="3" rtl="0">
              <a:buNone/>
              <a:defRPr sz="800">
                <a:latin typeface="Noto Serif JP"/>
                <a:ea typeface="Noto Serif JP"/>
                <a:cs typeface="Noto Serif JP"/>
                <a:sym typeface="Noto Serif JP"/>
              </a:defRPr>
            </a:lvl4pPr>
            <a:lvl5pPr lvl="4" rtl="0">
              <a:buNone/>
              <a:defRPr sz="800">
                <a:latin typeface="Noto Serif JP"/>
                <a:ea typeface="Noto Serif JP"/>
                <a:cs typeface="Noto Serif JP"/>
                <a:sym typeface="Noto Serif JP"/>
              </a:defRPr>
            </a:lvl5pPr>
            <a:lvl6pPr lvl="5" rtl="0">
              <a:buNone/>
              <a:defRPr sz="800">
                <a:latin typeface="Noto Serif JP"/>
                <a:ea typeface="Noto Serif JP"/>
                <a:cs typeface="Noto Serif JP"/>
                <a:sym typeface="Noto Serif JP"/>
              </a:defRPr>
            </a:lvl6pPr>
            <a:lvl7pPr lvl="6" rtl="0">
              <a:buNone/>
              <a:defRPr sz="800">
                <a:latin typeface="Noto Serif JP"/>
                <a:ea typeface="Noto Serif JP"/>
                <a:cs typeface="Noto Serif JP"/>
                <a:sym typeface="Noto Serif JP"/>
              </a:defRPr>
            </a:lvl7pPr>
            <a:lvl8pPr lvl="7" rtl="0">
              <a:buNone/>
              <a:defRPr sz="800">
                <a:latin typeface="Noto Serif JP"/>
                <a:ea typeface="Noto Serif JP"/>
                <a:cs typeface="Noto Serif JP"/>
                <a:sym typeface="Noto Serif JP"/>
              </a:defRPr>
            </a:lvl8pPr>
            <a:lvl9pPr lvl="8" rtl="0">
              <a:buNone/>
              <a:defRPr sz="800">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p:cSld name="CUSTOM_1_2">
    <p:spTree>
      <p:nvGrpSpPr>
        <p:cNvPr id="77" name="Shape 77"/>
        <p:cNvGrpSpPr/>
        <p:nvPr/>
      </p:nvGrpSpPr>
      <p:grpSpPr>
        <a:xfrm>
          <a:off x="0" y="0"/>
          <a:ext cx="0" cy="0"/>
          <a:chOff x="0" y="0"/>
          <a:chExt cx="0" cy="0"/>
        </a:xfrm>
      </p:grpSpPr>
      <p:sp>
        <p:nvSpPr>
          <p:cNvPr id="78" name="Google Shape;78;p20"/>
          <p:cNvSpPr txBox="1"/>
          <p:nvPr>
            <p:ph idx="1" type="body"/>
          </p:nvPr>
        </p:nvSpPr>
        <p:spPr>
          <a:xfrm>
            <a:off x="576078" y="1748400"/>
            <a:ext cx="66204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SzPts val="2700"/>
              <a:buChar char="●"/>
              <a:defRPr/>
            </a:lvl1pPr>
            <a:lvl2pPr indent="-374650" lvl="1" marL="914400" rtl="0">
              <a:spcBef>
                <a:spcPts val="1600"/>
              </a:spcBef>
              <a:spcAft>
                <a:spcPts val="0"/>
              </a:spcAft>
              <a:buSzPts val="23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92100" lvl="4" marL="2286000" rtl="0">
              <a:spcBef>
                <a:spcPts val="1600"/>
              </a:spcBef>
              <a:spcAft>
                <a:spcPts val="0"/>
              </a:spcAft>
              <a:buSzPts val="1000"/>
              <a:buChar char="○"/>
              <a:defRPr/>
            </a:lvl5pPr>
            <a:lvl6pPr indent="-292100" lvl="5" marL="2743200" rtl="0">
              <a:spcBef>
                <a:spcPts val="1600"/>
              </a:spcBef>
              <a:spcAft>
                <a:spcPts val="0"/>
              </a:spcAft>
              <a:buSzPts val="1000"/>
              <a:buChar char="■"/>
              <a:defRPr/>
            </a:lvl6pPr>
            <a:lvl7pPr indent="-292100" lvl="6" marL="3200400" rtl="0">
              <a:spcBef>
                <a:spcPts val="1600"/>
              </a:spcBef>
              <a:spcAft>
                <a:spcPts val="0"/>
              </a:spcAft>
              <a:buSzPts val="1000"/>
              <a:buChar char="●"/>
              <a:defRPr/>
            </a:lvl7pPr>
            <a:lvl8pPr indent="-292100" lvl="7" marL="3657600" rtl="0">
              <a:spcBef>
                <a:spcPts val="1600"/>
              </a:spcBef>
              <a:spcAft>
                <a:spcPts val="0"/>
              </a:spcAft>
              <a:buSzPts val="1000"/>
              <a:buChar char="○"/>
              <a:defRPr/>
            </a:lvl8pPr>
            <a:lvl9pPr indent="-279400" lvl="8" marL="4114800" rtl="0">
              <a:spcBef>
                <a:spcPts val="1600"/>
              </a:spcBef>
              <a:spcAft>
                <a:spcPts val="1600"/>
              </a:spcAft>
              <a:buSzPts val="800"/>
              <a:buChar char="■"/>
              <a:defRPr/>
            </a:lvl9pPr>
          </a:lstStyle>
          <a:p/>
        </p:txBody>
      </p:sp>
      <p:sp>
        <p:nvSpPr>
          <p:cNvPr id="79" name="Google Shape;79;p20"/>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latin typeface="Noto Serif JP"/>
                <a:ea typeface="Noto Serif JP"/>
                <a:cs typeface="Noto Serif JP"/>
                <a:sym typeface="Noto Serif JP"/>
              </a:defRPr>
            </a:lvl1pPr>
            <a:lvl2pPr lvl="1" rtl="0">
              <a:buNone/>
              <a:defRPr sz="800">
                <a:latin typeface="Noto Serif JP"/>
                <a:ea typeface="Noto Serif JP"/>
                <a:cs typeface="Noto Serif JP"/>
                <a:sym typeface="Noto Serif JP"/>
              </a:defRPr>
            </a:lvl2pPr>
            <a:lvl3pPr lvl="2" rtl="0">
              <a:buNone/>
              <a:defRPr sz="800">
                <a:latin typeface="Noto Serif JP"/>
                <a:ea typeface="Noto Serif JP"/>
                <a:cs typeface="Noto Serif JP"/>
                <a:sym typeface="Noto Serif JP"/>
              </a:defRPr>
            </a:lvl3pPr>
            <a:lvl4pPr lvl="3" rtl="0">
              <a:buNone/>
              <a:defRPr sz="800">
                <a:latin typeface="Noto Serif JP"/>
                <a:ea typeface="Noto Serif JP"/>
                <a:cs typeface="Noto Serif JP"/>
                <a:sym typeface="Noto Serif JP"/>
              </a:defRPr>
            </a:lvl4pPr>
            <a:lvl5pPr lvl="4" rtl="0">
              <a:buNone/>
              <a:defRPr sz="800">
                <a:latin typeface="Noto Serif JP"/>
                <a:ea typeface="Noto Serif JP"/>
                <a:cs typeface="Noto Serif JP"/>
                <a:sym typeface="Noto Serif JP"/>
              </a:defRPr>
            </a:lvl5pPr>
            <a:lvl6pPr lvl="5" rtl="0">
              <a:buNone/>
              <a:defRPr sz="800">
                <a:latin typeface="Noto Serif JP"/>
                <a:ea typeface="Noto Serif JP"/>
                <a:cs typeface="Noto Serif JP"/>
                <a:sym typeface="Noto Serif JP"/>
              </a:defRPr>
            </a:lvl6pPr>
            <a:lvl7pPr lvl="6" rtl="0">
              <a:buNone/>
              <a:defRPr sz="800">
                <a:latin typeface="Noto Serif JP"/>
                <a:ea typeface="Noto Serif JP"/>
                <a:cs typeface="Noto Serif JP"/>
                <a:sym typeface="Noto Serif JP"/>
              </a:defRPr>
            </a:lvl7pPr>
            <a:lvl8pPr lvl="7" rtl="0">
              <a:buNone/>
              <a:defRPr sz="800">
                <a:latin typeface="Noto Serif JP"/>
                <a:ea typeface="Noto Serif JP"/>
                <a:cs typeface="Noto Serif JP"/>
                <a:sym typeface="Noto Serif JP"/>
              </a:defRPr>
            </a:lvl8pPr>
            <a:lvl9pPr lvl="8" rtl="0">
              <a:buNone/>
              <a:defRPr sz="800">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80" name="Google Shape;80;p20"/>
          <p:cNvPicPr preferRelativeResize="0"/>
          <p:nvPr/>
        </p:nvPicPr>
        <p:blipFill>
          <a:blip r:embed="rId2">
            <a:alphaModFix/>
          </a:blip>
          <a:stretch>
            <a:fillRect/>
          </a:stretch>
        </p:blipFill>
        <p:spPr>
          <a:xfrm>
            <a:off x="576072" y="4690872"/>
            <a:ext cx="1508759" cy="228600"/>
          </a:xfrm>
          <a:prstGeom prst="rect">
            <a:avLst/>
          </a:prstGeom>
          <a:noFill/>
          <a:ln>
            <a:noFill/>
          </a:ln>
        </p:spPr>
      </p:pic>
      <p:sp>
        <p:nvSpPr>
          <p:cNvPr id="81" name="Google Shape;81;p20"/>
          <p:cNvSpPr txBox="1"/>
          <p:nvPr>
            <p:ph type="title"/>
          </p:nvPr>
        </p:nvSpPr>
        <p:spPr>
          <a:xfrm>
            <a:off x="576074" y="457200"/>
            <a:ext cx="6620400" cy="1449600"/>
          </a:xfrm>
          <a:prstGeom prst="rect">
            <a:avLst/>
          </a:prstGeom>
        </p:spPr>
        <p:txBody>
          <a:bodyPr anchorCtr="0" anchor="t" bIns="91425" lIns="91425" spcFirstLastPara="1" rIns="91425" wrap="square" tIns="91425">
            <a:noAutofit/>
          </a:bodyPr>
          <a:lstStyle>
            <a:lvl1pPr lvl="0" rtl="0">
              <a:spcBef>
                <a:spcPts val="0"/>
              </a:spcBef>
              <a:spcAft>
                <a:spcPts val="0"/>
              </a:spcAft>
              <a:buSzPts val="5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Width Dark">
  <p:cSld name="CUSTOM_1_2_1">
    <p:bg>
      <p:bgPr>
        <a:solidFill>
          <a:schemeClr val="dk2"/>
        </a:solidFill>
      </p:bgPr>
    </p:bg>
    <p:spTree>
      <p:nvGrpSpPr>
        <p:cNvPr id="82" name="Shape 82"/>
        <p:cNvGrpSpPr/>
        <p:nvPr/>
      </p:nvGrpSpPr>
      <p:grpSpPr>
        <a:xfrm>
          <a:off x="0" y="0"/>
          <a:ext cx="0" cy="0"/>
          <a:chOff x="0" y="0"/>
          <a:chExt cx="0" cy="0"/>
        </a:xfrm>
      </p:grpSpPr>
      <p:sp>
        <p:nvSpPr>
          <p:cNvPr id="83" name="Google Shape;83;p21"/>
          <p:cNvSpPr txBox="1"/>
          <p:nvPr>
            <p:ph idx="1" type="body"/>
          </p:nvPr>
        </p:nvSpPr>
        <p:spPr>
          <a:xfrm>
            <a:off x="576078" y="1748400"/>
            <a:ext cx="66204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
        <p:nvSpPr>
          <p:cNvPr id="84" name="Google Shape;84;p21"/>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Noto Serif JP"/>
                <a:ea typeface="Noto Serif JP"/>
                <a:cs typeface="Noto Serif JP"/>
                <a:sym typeface="Noto Serif JP"/>
              </a:defRPr>
            </a:lvl1pPr>
            <a:lvl2pPr lvl="1" rtl="0">
              <a:buNone/>
              <a:defRPr sz="800">
                <a:solidFill>
                  <a:schemeClr val="lt1"/>
                </a:solidFill>
                <a:latin typeface="Noto Serif JP"/>
                <a:ea typeface="Noto Serif JP"/>
                <a:cs typeface="Noto Serif JP"/>
                <a:sym typeface="Noto Serif JP"/>
              </a:defRPr>
            </a:lvl2pPr>
            <a:lvl3pPr lvl="2" rtl="0">
              <a:buNone/>
              <a:defRPr sz="800">
                <a:solidFill>
                  <a:schemeClr val="lt1"/>
                </a:solidFill>
                <a:latin typeface="Noto Serif JP"/>
                <a:ea typeface="Noto Serif JP"/>
                <a:cs typeface="Noto Serif JP"/>
                <a:sym typeface="Noto Serif JP"/>
              </a:defRPr>
            </a:lvl3pPr>
            <a:lvl4pPr lvl="3" rtl="0">
              <a:buNone/>
              <a:defRPr sz="800">
                <a:solidFill>
                  <a:schemeClr val="lt1"/>
                </a:solidFill>
                <a:latin typeface="Noto Serif JP"/>
                <a:ea typeface="Noto Serif JP"/>
                <a:cs typeface="Noto Serif JP"/>
                <a:sym typeface="Noto Serif JP"/>
              </a:defRPr>
            </a:lvl4pPr>
            <a:lvl5pPr lvl="4" rtl="0">
              <a:buNone/>
              <a:defRPr sz="800">
                <a:solidFill>
                  <a:schemeClr val="lt1"/>
                </a:solidFill>
                <a:latin typeface="Noto Serif JP"/>
                <a:ea typeface="Noto Serif JP"/>
                <a:cs typeface="Noto Serif JP"/>
                <a:sym typeface="Noto Serif JP"/>
              </a:defRPr>
            </a:lvl5pPr>
            <a:lvl6pPr lvl="5" rtl="0">
              <a:buNone/>
              <a:defRPr sz="800">
                <a:solidFill>
                  <a:schemeClr val="lt1"/>
                </a:solidFill>
                <a:latin typeface="Noto Serif JP"/>
                <a:ea typeface="Noto Serif JP"/>
                <a:cs typeface="Noto Serif JP"/>
                <a:sym typeface="Noto Serif JP"/>
              </a:defRPr>
            </a:lvl6pPr>
            <a:lvl7pPr lvl="6" rtl="0">
              <a:buNone/>
              <a:defRPr sz="800">
                <a:solidFill>
                  <a:schemeClr val="lt1"/>
                </a:solidFill>
                <a:latin typeface="Noto Serif JP"/>
                <a:ea typeface="Noto Serif JP"/>
                <a:cs typeface="Noto Serif JP"/>
                <a:sym typeface="Noto Serif JP"/>
              </a:defRPr>
            </a:lvl7pPr>
            <a:lvl8pPr lvl="7" rtl="0">
              <a:buNone/>
              <a:defRPr sz="800">
                <a:solidFill>
                  <a:schemeClr val="lt1"/>
                </a:solidFill>
                <a:latin typeface="Noto Serif JP"/>
                <a:ea typeface="Noto Serif JP"/>
                <a:cs typeface="Noto Serif JP"/>
                <a:sym typeface="Noto Serif JP"/>
              </a:defRPr>
            </a:lvl8pPr>
            <a:lvl9pPr lvl="8" rtl="0">
              <a:buNone/>
              <a:defRPr sz="800">
                <a:solidFill>
                  <a:schemeClr val="lt1"/>
                </a:solidFill>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
        <p:nvSpPr>
          <p:cNvPr id="85" name="Google Shape;85;p21"/>
          <p:cNvSpPr txBox="1"/>
          <p:nvPr>
            <p:ph type="title"/>
          </p:nvPr>
        </p:nvSpPr>
        <p:spPr>
          <a:xfrm>
            <a:off x="576074" y="457200"/>
            <a:ext cx="6620400" cy="14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5400"/>
              <a:buNone/>
              <a:defRPr>
                <a:solidFill>
                  <a:schemeClr val="lt1"/>
                </a:solidFill>
              </a:defRPr>
            </a:lvl1pPr>
            <a:lvl2pPr lvl="1" rtl="0">
              <a:spcBef>
                <a:spcPts val="0"/>
              </a:spcBef>
              <a:spcAft>
                <a:spcPts val="0"/>
              </a:spcAft>
              <a:buClr>
                <a:schemeClr val="lt1"/>
              </a:buClr>
              <a:buSzPts val="3000"/>
              <a:buNone/>
              <a:defRPr>
                <a:solidFill>
                  <a:schemeClr val="lt1"/>
                </a:solidFill>
              </a:defRPr>
            </a:lvl2pPr>
            <a:lvl3pPr lvl="2" rtl="0">
              <a:spcBef>
                <a:spcPts val="0"/>
              </a:spcBef>
              <a:spcAft>
                <a:spcPts val="0"/>
              </a:spcAft>
              <a:buClr>
                <a:schemeClr val="lt1"/>
              </a:buClr>
              <a:buSzPts val="3000"/>
              <a:buNone/>
              <a:defRPr>
                <a:solidFill>
                  <a:schemeClr val="lt1"/>
                </a:solidFill>
              </a:defRPr>
            </a:lvl3pPr>
            <a:lvl4pPr lvl="3" rtl="0">
              <a:spcBef>
                <a:spcPts val="0"/>
              </a:spcBef>
              <a:spcAft>
                <a:spcPts val="0"/>
              </a:spcAft>
              <a:buClr>
                <a:schemeClr val="lt1"/>
              </a:buClr>
              <a:buSzPts val="3000"/>
              <a:buNone/>
              <a:defRPr>
                <a:solidFill>
                  <a:schemeClr val="lt1"/>
                </a:solidFill>
              </a:defRPr>
            </a:lvl4pPr>
            <a:lvl5pPr lvl="4" rtl="0">
              <a:spcBef>
                <a:spcPts val="0"/>
              </a:spcBef>
              <a:spcAft>
                <a:spcPts val="0"/>
              </a:spcAft>
              <a:buClr>
                <a:schemeClr val="lt1"/>
              </a:buClr>
              <a:buSzPts val="3000"/>
              <a:buNone/>
              <a:defRPr>
                <a:solidFill>
                  <a:schemeClr val="lt1"/>
                </a:solidFill>
              </a:defRPr>
            </a:lvl5pPr>
            <a:lvl6pPr lvl="5" rtl="0">
              <a:spcBef>
                <a:spcPts val="0"/>
              </a:spcBef>
              <a:spcAft>
                <a:spcPts val="0"/>
              </a:spcAft>
              <a:buClr>
                <a:schemeClr val="lt1"/>
              </a:buClr>
              <a:buSzPts val="3000"/>
              <a:buNone/>
              <a:defRPr>
                <a:solidFill>
                  <a:schemeClr val="lt1"/>
                </a:solidFill>
              </a:defRPr>
            </a:lvl6pPr>
            <a:lvl7pPr lvl="6" rtl="0">
              <a:spcBef>
                <a:spcPts val="0"/>
              </a:spcBef>
              <a:spcAft>
                <a:spcPts val="0"/>
              </a:spcAft>
              <a:buClr>
                <a:schemeClr val="lt1"/>
              </a:buClr>
              <a:buSzPts val="3000"/>
              <a:buNone/>
              <a:defRPr>
                <a:solidFill>
                  <a:schemeClr val="lt1"/>
                </a:solidFill>
              </a:defRPr>
            </a:lvl7pPr>
            <a:lvl8pPr lvl="7" rtl="0">
              <a:spcBef>
                <a:spcPts val="0"/>
              </a:spcBef>
              <a:spcAft>
                <a:spcPts val="0"/>
              </a:spcAft>
              <a:buClr>
                <a:schemeClr val="lt1"/>
              </a:buClr>
              <a:buSzPts val="3000"/>
              <a:buNone/>
              <a:defRPr>
                <a:solidFill>
                  <a:schemeClr val="lt1"/>
                </a:solidFill>
              </a:defRPr>
            </a:lvl8pPr>
            <a:lvl9pPr lvl="8" rtl="0">
              <a:spcBef>
                <a:spcPts val="0"/>
              </a:spcBef>
              <a:spcAft>
                <a:spcPts val="0"/>
              </a:spcAft>
              <a:buClr>
                <a:schemeClr val="lt1"/>
              </a:buClr>
              <a:buSzPts val="3000"/>
              <a:buNone/>
              <a:defRPr>
                <a:solidFill>
                  <a:schemeClr val="lt1"/>
                </a:solidFill>
              </a:defRPr>
            </a:lvl9pPr>
          </a:lstStyle>
          <a:p/>
        </p:txBody>
      </p:sp>
      <p:pic>
        <p:nvPicPr>
          <p:cNvPr id="86" name="Google Shape;86;p21"/>
          <p:cNvPicPr preferRelativeResize="0"/>
          <p:nvPr/>
        </p:nvPicPr>
        <p:blipFill rotWithShape="1">
          <a:blip r:embed="rId2">
            <a:alphaModFix/>
          </a:blip>
          <a:srcRect b="0" l="228" r="228" t="0"/>
          <a:stretch/>
        </p:blipFill>
        <p:spPr>
          <a:xfrm>
            <a:off x="576072" y="4690872"/>
            <a:ext cx="1508760" cy="2286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with Photo: Right 1">
  <p:cSld name="CUSTOM_1_1">
    <p:bg>
      <p:bgPr>
        <a:solidFill>
          <a:schemeClr val="dk2"/>
        </a:solidFill>
      </p:bgPr>
    </p:bg>
    <p:spTree>
      <p:nvGrpSpPr>
        <p:cNvPr id="87" name="Shape 87"/>
        <p:cNvGrpSpPr/>
        <p:nvPr/>
      </p:nvGrpSpPr>
      <p:grpSpPr>
        <a:xfrm>
          <a:off x="0" y="0"/>
          <a:ext cx="0" cy="0"/>
          <a:chOff x="0" y="0"/>
          <a:chExt cx="0" cy="0"/>
        </a:xfrm>
      </p:grpSpPr>
      <p:sp>
        <p:nvSpPr>
          <p:cNvPr id="88" name="Google Shape;88;p22"/>
          <p:cNvSpPr txBox="1"/>
          <p:nvPr>
            <p:ph idx="1" type="body"/>
          </p:nvPr>
        </p:nvSpPr>
        <p:spPr>
          <a:xfrm>
            <a:off x="4718304" y="457200"/>
            <a:ext cx="38589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
        <p:nvSpPr>
          <p:cNvPr id="89" name="Google Shape;89;p22"/>
          <p:cNvSpPr txBox="1"/>
          <p:nvPr>
            <p:ph idx="12" type="sldNum"/>
          </p:nvPr>
        </p:nvSpPr>
        <p:spPr>
          <a:xfrm>
            <a:off x="4278306" y="4663225"/>
            <a:ext cx="4742700" cy="393600"/>
          </a:xfrm>
          <a:prstGeom prst="rect">
            <a:avLst/>
          </a:prstGeom>
        </p:spPr>
        <p:txBody>
          <a:bodyPr anchorCtr="0" anchor="ctr" bIns="91425" lIns="91425" spcFirstLastPara="1" rIns="91425" wrap="square" tIns="91425">
            <a:noAutofit/>
          </a:bodyPr>
          <a:lstStyle>
            <a:lvl1pPr lvl="0" rtl="0">
              <a:buNone/>
              <a:defRPr sz="800">
                <a:solidFill>
                  <a:schemeClr val="lt1"/>
                </a:solidFill>
                <a:latin typeface="Noto Serif JP"/>
                <a:ea typeface="Noto Serif JP"/>
                <a:cs typeface="Noto Serif JP"/>
                <a:sym typeface="Noto Serif JP"/>
              </a:defRPr>
            </a:lvl1pPr>
            <a:lvl2pPr lvl="1" rtl="0">
              <a:buNone/>
              <a:defRPr sz="800">
                <a:solidFill>
                  <a:schemeClr val="lt1"/>
                </a:solidFill>
                <a:latin typeface="Noto Serif JP"/>
                <a:ea typeface="Noto Serif JP"/>
                <a:cs typeface="Noto Serif JP"/>
                <a:sym typeface="Noto Serif JP"/>
              </a:defRPr>
            </a:lvl2pPr>
            <a:lvl3pPr lvl="2" rtl="0">
              <a:buNone/>
              <a:defRPr sz="800">
                <a:solidFill>
                  <a:schemeClr val="lt1"/>
                </a:solidFill>
                <a:latin typeface="Noto Serif JP"/>
                <a:ea typeface="Noto Serif JP"/>
                <a:cs typeface="Noto Serif JP"/>
                <a:sym typeface="Noto Serif JP"/>
              </a:defRPr>
            </a:lvl3pPr>
            <a:lvl4pPr lvl="3" rtl="0">
              <a:buNone/>
              <a:defRPr sz="800">
                <a:solidFill>
                  <a:schemeClr val="lt1"/>
                </a:solidFill>
                <a:latin typeface="Noto Serif JP"/>
                <a:ea typeface="Noto Serif JP"/>
                <a:cs typeface="Noto Serif JP"/>
                <a:sym typeface="Noto Serif JP"/>
              </a:defRPr>
            </a:lvl4pPr>
            <a:lvl5pPr lvl="4" rtl="0">
              <a:buNone/>
              <a:defRPr sz="800">
                <a:solidFill>
                  <a:schemeClr val="lt1"/>
                </a:solidFill>
                <a:latin typeface="Noto Serif JP"/>
                <a:ea typeface="Noto Serif JP"/>
                <a:cs typeface="Noto Serif JP"/>
                <a:sym typeface="Noto Serif JP"/>
              </a:defRPr>
            </a:lvl5pPr>
            <a:lvl6pPr lvl="5" rtl="0">
              <a:buNone/>
              <a:defRPr sz="800">
                <a:solidFill>
                  <a:schemeClr val="lt1"/>
                </a:solidFill>
                <a:latin typeface="Noto Serif JP"/>
                <a:ea typeface="Noto Serif JP"/>
                <a:cs typeface="Noto Serif JP"/>
                <a:sym typeface="Noto Serif JP"/>
              </a:defRPr>
            </a:lvl6pPr>
            <a:lvl7pPr lvl="6" rtl="0">
              <a:buNone/>
              <a:defRPr sz="800">
                <a:solidFill>
                  <a:schemeClr val="lt1"/>
                </a:solidFill>
                <a:latin typeface="Noto Serif JP"/>
                <a:ea typeface="Noto Serif JP"/>
                <a:cs typeface="Noto Serif JP"/>
                <a:sym typeface="Noto Serif JP"/>
              </a:defRPr>
            </a:lvl7pPr>
            <a:lvl8pPr lvl="7" rtl="0">
              <a:buNone/>
              <a:defRPr sz="800">
                <a:solidFill>
                  <a:schemeClr val="lt1"/>
                </a:solidFill>
                <a:latin typeface="Noto Serif JP"/>
                <a:ea typeface="Noto Serif JP"/>
                <a:cs typeface="Noto Serif JP"/>
                <a:sym typeface="Noto Serif JP"/>
              </a:defRPr>
            </a:lvl8pPr>
            <a:lvl9pPr lvl="8" rtl="0">
              <a:buNone/>
              <a:defRPr sz="800">
                <a:solidFill>
                  <a:schemeClr val="lt1"/>
                </a:solidFill>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Callout">
  <p:cSld name="CUSTOM_3">
    <p:spTree>
      <p:nvGrpSpPr>
        <p:cNvPr id="90" name="Shape 90"/>
        <p:cNvGrpSpPr/>
        <p:nvPr/>
      </p:nvGrpSpPr>
      <p:grpSpPr>
        <a:xfrm>
          <a:off x="0" y="0"/>
          <a:ext cx="0" cy="0"/>
          <a:chOff x="0" y="0"/>
          <a:chExt cx="0" cy="0"/>
        </a:xfrm>
      </p:grpSpPr>
      <p:sp>
        <p:nvSpPr>
          <p:cNvPr id="91" name="Google Shape;91;p23"/>
          <p:cNvSpPr/>
          <p:nvPr/>
        </p:nvSpPr>
        <p:spPr>
          <a:xfrm flipH="1">
            <a:off x="4625" y="0"/>
            <a:ext cx="30450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3"/>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
        <p:nvSpPr>
          <p:cNvPr id="93" name="Google Shape;93;p23"/>
          <p:cNvSpPr txBox="1"/>
          <p:nvPr>
            <p:ph idx="1" type="body"/>
          </p:nvPr>
        </p:nvSpPr>
        <p:spPr>
          <a:xfrm>
            <a:off x="283464" y="457200"/>
            <a:ext cx="24873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
        <p:nvSpPr>
          <p:cNvPr id="94" name="Google Shape;94;p23"/>
          <p:cNvSpPr txBox="1"/>
          <p:nvPr>
            <p:ph idx="2" type="body"/>
          </p:nvPr>
        </p:nvSpPr>
        <p:spPr>
          <a:xfrm>
            <a:off x="3337560" y="457200"/>
            <a:ext cx="52395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SzPts val="2700"/>
              <a:buChar char="●"/>
              <a:defRPr/>
            </a:lvl1pPr>
            <a:lvl2pPr indent="-374650" lvl="1" marL="914400" rtl="0">
              <a:spcBef>
                <a:spcPts val="1600"/>
              </a:spcBef>
              <a:spcAft>
                <a:spcPts val="0"/>
              </a:spcAft>
              <a:buSzPts val="23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92100" lvl="4" marL="2286000" rtl="0">
              <a:spcBef>
                <a:spcPts val="1600"/>
              </a:spcBef>
              <a:spcAft>
                <a:spcPts val="0"/>
              </a:spcAft>
              <a:buSzPts val="1000"/>
              <a:buChar char="○"/>
              <a:defRPr/>
            </a:lvl5pPr>
            <a:lvl6pPr indent="-292100" lvl="5" marL="2743200" rtl="0">
              <a:spcBef>
                <a:spcPts val="1600"/>
              </a:spcBef>
              <a:spcAft>
                <a:spcPts val="0"/>
              </a:spcAft>
              <a:buSzPts val="1000"/>
              <a:buChar char="■"/>
              <a:defRPr/>
            </a:lvl6pPr>
            <a:lvl7pPr indent="-292100" lvl="6" marL="3200400" rtl="0">
              <a:spcBef>
                <a:spcPts val="1600"/>
              </a:spcBef>
              <a:spcAft>
                <a:spcPts val="0"/>
              </a:spcAft>
              <a:buSzPts val="1000"/>
              <a:buChar char="●"/>
              <a:defRPr/>
            </a:lvl7pPr>
            <a:lvl8pPr indent="-292100" lvl="7" marL="3657600" rtl="0">
              <a:spcBef>
                <a:spcPts val="1600"/>
              </a:spcBef>
              <a:spcAft>
                <a:spcPts val="0"/>
              </a:spcAft>
              <a:buSzPts val="1000"/>
              <a:buChar char="○"/>
              <a:defRPr/>
            </a:lvl8pPr>
            <a:lvl9pPr indent="-279400" lvl="8" marL="4114800" rtl="0">
              <a:spcBef>
                <a:spcPts val="1600"/>
              </a:spcBef>
              <a:spcAft>
                <a:spcPts val="1600"/>
              </a:spcAft>
              <a:buSzPts val="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Callout Full BG">
  <p:cSld name="CUSTOM_3_1">
    <p:bg>
      <p:bgPr>
        <a:solidFill>
          <a:schemeClr val="accent1"/>
        </a:solidFill>
      </p:bgPr>
    </p:bg>
    <p:spTree>
      <p:nvGrpSpPr>
        <p:cNvPr id="95" name="Shape 95"/>
        <p:cNvGrpSpPr/>
        <p:nvPr/>
      </p:nvGrpSpPr>
      <p:grpSpPr>
        <a:xfrm>
          <a:off x="0" y="0"/>
          <a:ext cx="0" cy="0"/>
          <a:chOff x="0" y="0"/>
          <a:chExt cx="0" cy="0"/>
        </a:xfrm>
      </p:grpSpPr>
      <p:sp>
        <p:nvSpPr>
          <p:cNvPr id="96" name="Google Shape;96;p24"/>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
        <p:nvSpPr>
          <p:cNvPr id="97" name="Google Shape;97;p24"/>
          <p:cNvSpPr txBox="1"/>
          <p:nvPr>
            <p:ph idx="1" type="body"/>
          </p:nvPr>
        </p:nvSpPr>
        <p:spPr>
          <a:xfrm>
            <a:off x="283464" y="457200"/>
            <a:ext cx="2487300" cy="16467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25"/>
          <p:cNvSpPr txBox="1"/>
          <p:nvPr>
            <p:ph type="title"/>
          </p:nvPr>
        </p:nvSpPr>
        <p:spPr>
          <a:xfrm>
            <a:off x="576072"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5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0" name="Google Shape;100;p2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1" name="Google Shape;101;p2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2" name="Google Shape;102;p25"/>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sp>
        <p:nvSpPr>
          <p:cNvPr id="104" name="Google Shape;104;p26"/>
          <p:cNvSpPr txBox="1"/>
          <p:nvPr>
            <p:ph type="title"/>
          </p:nvPr>
        </p:nvSpPr>
        <p:spPr>
          <a:xfrm>
            <a:off x="576072" y="45720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5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5" name="Google Shape;105;p26"/>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6" name="Shape 106"/>
        <p:cNvGrpSpPr/>
        <p:nvPr/>
      </p:nvGrpSpPr>
      <p:grpSpPr>
        <a:xfrm>
          <a:off x="0" y="0"/>
          <a:ext cx="0" cy="0"/>
          <a:chOff x="0" y="0"/>
          <a:chExt cx="0" cy="0"/>
        </a:xfrm>
      </p:grpSpPr>
      <p:sp>
        <p:nvSpPr>
          <p:cNvPr id="107" name="Google Shape;107;p27"/>
          <p:cNvSpPr txBox="1"/>
          <p:nvPr>
            <p:ph type="title"/>
          </p:nvPr>
        </p:nvSpPr>
        <p:spPr>
          <a:xfrm>
            <a:off x="576072" y="457200"/>
            <a:ext cx="2808000" cy="755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8" name="Google Shape;108;p27"/>
          <p:cNvSpPr txBox="1"/>
          <p:nvPr>
            <p:ph idx="1" type="body"/>
          </p:nvPr>
        </p:nvSpPr>
        <p:spPr>
          <a:xfrm>
            <a:off x="311700" y="1490875"/>
            <a:ext cx="2808000" cy="3078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109" name="Google Shape;109;p27"/>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10" name="Shape 110"/>
        <p:cNvGrpSpPr/>
        <p:nvPr/>
      </p:nvGrpSpPr>
      <p:grpSpPr>
        <a:xfrm>
          <a:off x="0" y="0"/>
          <a:ext cx="0" cy="0"/>
          <a:chOff x="0" y="0"/>
          <a:chExt cx="0" cy="0"/>
        </a:xfrm>
      </p:grpSpPr>
      <p:sp>
        <p:nvSpPr>
          <p:cNvPr id="111" name="Google Shape;111;p28"/>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8"/>
          <p:cNvPicPr preferRelativeResize="0"/>
          <p:nvPr/>
        </p:nvPicPr>
        <p:blipFill rotWithShape="1">
          <a:blip r:embed="rId2">
            <a:alphaModFix/>
          </a:blip>
          <a:srcRect b="0" l="228" r="228" t="0"/>
          <a:stretch/>
        </p:blipFill>
        <p:spPr>
          <a:xfrm>
            <a:off x="576072" y="4690872"/>
            <a:ext cx="1508760" cy="228600"/>
          </a:xfrm>
          <a:prstGeom prst="rect">
            <a:avLst/>
          </a:prstGeom>
          <a:noFill/>
          <a:ln>
            <a:noFill/>
          </a:ln>
        </p:spPr>
      </p:pic>
      <p:sp>
        <p:nvSpPr>
          <p:cNvPr id="113" name="Google Shape;113;p28"/>
          <p:cNvSpPr txBox="1"/>
          <p:nvPr>
            <p:ph type="title"/>
          </p:nvPr>
        </p:nvSpPr>
        <p:spPr>
          <a:xfrm>
            <a:off x="576072" y="457200"/>
            <a:ext cx="2808000" cy="755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400"/>
              <a:buNone/>
              <a:defRPr sz="2400">
                <a:solidFill>
                  <a:schemeClr val="lt1"/>
                </a:solidFill>
              </a:defRPr>
            </a:lvl1pPr>
            <a:lvl2pPr lvl="1" rtl="0">
              <a:spcBef>
                <a:spcPts val="0"/>
              </a:spcBef>
              <a:spcAft>
                <a:spcPts val="0"/>
              </a:spcAft>
              <a:buClr>
                <a:schemeClr val="lt1"/>
              </a:buClr>
              <a:buSzPts val="2400"/>
              <a:buNone/>
              <a:defRPr sz="2400">
                <a:solidFill>
                  <a:schemeClr val="lt1"/>
                </a:solidFill>
              </a:defRPr>
            </a:lvl2pPr>
            <a:lvl3pPr lvl="2" rtl="0">
              <a:spcBef>
                <a:spcPts val="0"/>
              </a:spcBef>
              <a:spcAft>
                <a:spcPts val="0"/>
              </a:spcAft>
              <a:buClr>
                <a:schemeClr val="lt1"/>
              </a:buClr>
              <a:buSzPts val="2400"/>
              <a:buNone/>
              <a:defRPr sz="2400">
                <a:solidFill>
                  <a:schemeClr val="lt1"/>
                </a:solidFill>
              </a:defRPr>
            </a:lvl3pPr>
            <a:lvl4pPr lvl="3" rtl="0">
              <a:spcBef>
                <a:spcPts val="0"/>
              </a:spcBef>
              <a:spcAft>
                <a:spcPts val="0"/>
              </a:spcAft>
              <a:buClr>
                <a:schemeClr val="lt1"/>
              </a:buClr>
              <a:buSzPts val="2400"/>
              <a:buNone/>
              <a:defRPr sz="2400">
                <a:solidFill>
                  <a:schemeClr val="lt1"/>
                </a:solidFill>
              </a:defRPr>
            </a:lvl4pPr>
            <a:lvl5pPr lvl="4" rtl="0">
              <a:spcBef>
                <a:spcPts val="0"/>
              </a:spcBef>
              <a:spcAft>
                <a:spcPts val="0"/>
              </a:spcAft>
              <a:buClr>
                <a:schemeClr val="lt1"/>
              </a:buClr>
              <a:buSzPts val="2400"/>
              <a:buNone/>
              <a:defRPr sz="2400">
                <a:solidFill>
                  <a:schemeClr val="lt1"/>
                </a:solidFill>
              </a:defRPr>
            </a:lvl5pPr>
            <a:lvl6pPr lvl="5" rtl="0">
              <a:spcBef>
                <a:spcPts val="0"/>
              </a:spcBef>
              <a:spcAft>
                <a:spcPts val="0"/>
              </a:spcAft>
              <a:buClr>
                <a:schemeClr val="lt1"/>
              </a:buClr>
              <a:buSzPts val="2400"/>
              <a:buNone/>
              <a:defRPr sz="2400">
                <a:solidFill>
                  <a:schemeClr val="lt1"/>
                </a:solidFill>
              </a:defRPr>
            </a:lvl6pPr>
            <a:lvl7pPr lvl="6" rtl="0">
              <a:spcBef>
                <a:spcPts val="0"/>
              </a:spcBef>
              <a:spcAft>
                <a:spcPts val="0"/>
              </a:spcAft>
              <a:buClr>
                <a:schemeClr val="lt1"/>
              </a:buClr>
              <a:buSzPts val="2400"/>
              <a:buNone/>
              <a:defRPr sz="2400">
                <a:solidFill>
                  <a:schemeClr val="lt1"/>
                </a:solidFill>
              </a:defRPr>
            </a:lvl7pPr>
            <a:lvl8pPr lvl="7" rtl="0">
              <a:spcBef>
                <a:spcPts val="0"/>
              </a:spcBef>
              <a:spcAft>
                <a:spcPts val="0"/>
              </a:spcAft>
              <a:buClr>
                <a:schemeClr val="lt1"/>
              </a:buClr>
              <a:buSzPts val="2400"/>
              <a:buNone/>
              <a:defRPr sz="2400">
                <a:solidFill>
                  <a:schemeClr val="lt1"/>
                </a:solidFill>
              </a:defRPr>
            </a:lvl8pPr>
            <a:lvl9pPr lvl="8" rtl="0">
              <a:spcBef>
                <a:spcPts val="0"/>
              </a:spcBef>
              <a:spcAft>
                <a:spcPts val="0"/>
              </a:spcAft>
              <a:buClr>
                <a:schemeClr val="lt1"/>
              </a:buClr>
              <a:buSzPts val="2400"/>
              <a:buNone/>
              <a:defRPr sz="2400">
                <a:solidFill>
                  <a:schemeClr val="lt1"/>
                </a:solidFill>
              </a:defRPr>
            </a:lvl9pPr>
          </a:lstStyle>
          <a:p/>
        </p:txBody>
      </p:sp>
      <p:sp>
        <p:nvSpPr>
          <p:cNvPr id="114" name="Google Shape;114;p28"/>
          <p:cNvSpPr txBox="1"/>
          <p:nvPr>
            <p:ph idx="1" type="body"/>
          </p:nvPr>
        </p:nvSpPr>
        <p:spPr>
          <a:xfrm>
            <a:off x="311700" y="1490875"/>
            <a:ext cx="2808000" cy="30780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1"/>
              </a:buClr>
              <a:buSzPts val="1200"/>
              <a:buChar char="●"/>
              <a:defRPr sz="1200">
                <a:solidFill>
                  <a:schemeClr val="lt1"/>
                </a:solidFill>
              </a:defRPr>
            </a:lvl1pPr>
            <a:lvl2pPr indent="-304800" lvl="1" marL="914400" rtl="0">
              <a:spcBef>
                <a:spcPts val="1600"/>
              </a:spcBef>
              <a:spcAft>
                <a:spcPts val="0"/>
              </a:spcAft>
              <a:buClr>
                <a:schemeClr val="lt1"/>
              </a:buClr>
              <a:buSzPts val="1200"/>
              <a:buChar char="○"/>
              <a:defRPr sz="1200">
                <a:solidFill>
                  <a:schemeClr val="lt1"/>
                </a:solidFill>
              </a:defRPr>
            </a:lvl2pPr>
            <a:lvl3pPr indent="-304800" lvl="2" marL="1371600" rtl="0">
              <a:spcBef>
                <a:spcPts val="1600"/>
              </a:spcBef>
              <a:spcAft>
                <a:spcPts val="0"/>
              </a:spcAft>
              <a:buClr>
                <a:schemeClr val="lt1"/>
              </a:buClr>
              <a:buSzPts val="1200"/>
              <a:buChar char="■"/>
              <a:defRPr sz="1200">
                <a:solidFill>
                  <a:schemeClr val="lt1"/>
                </a:solidFill>
              </a:defRPr>
            </a:lvl3pPr>
            <a:lvl4pPr indent="-304800" lvl="3" marL="1828800" rtl="0">
              <a:spcBef>
                <a:spcPts val="1600"/>
              </a:spcBef>
              <a:spcAft>
                <a:spcPts val="0"/>
              </a:spcAft>
              <a:buClr>
                <a:schemeClr val="lt1"/>
              </a:buClr>
              <a:buSzPts val="1200"/>
              <a:buChar char="●"/>
              <a:defRPr sz="1200">
                <a:solidFill>
                  <a:schemeClr val="lt1"/>
                </a:solidFill>
              </a:defRPr>
            </a:lvl4pPr>
            <a:lvl5pPr indent="-304800" lvl="4" marL="2286000" rtl="0">
              <a:spcBef>
                <a:spcPts val="1600"/>
              </a:spcBef>
              <a:spcAft>
                <a:spcPts val="0"/>
              </a:spcAft>
              <a:buClr>
                <a:schemeClr val="lt1"/>
              </a:buClr>
              <a:buSzPts val="1200"/>
              <a:buChar char="○"/>
              <a:defRPr sz="1200">
                <a:solidFill>
                  <a:schemeClr val="lt1"/>
                </a:solidFill>
              </a:defRPr>
            </a:lvl5pPr>
            <a:lvl6pPr indent="-304800" lvl="5" marL="2743200" rtl="0">
              <a:spcBef>
                <a:spcPts val="1600"/>
              </a:spcBef>
              <a:spcAft>
                <a:spcPts val="0"/>
              </a:spcAft>
              <a:buClr>
                <a:schemeClr val="lt1"/>
              </a:buClr>
              <a:buSzPts val="1200"/>
              <a:buChar char="■"/>
              <a:defRPr sz="1200">
                <a:solidFill>
                  <a:schemeClr val="lt1"/>
                </a:solidFill>
              </a:defRPr>
            </a:lvl6pPr>
            <a:lvl7pPr indent="-304800" lvl="6" marL="3200400" rtl="0">
              <a:spcBef>
                <a:spcPts val="1600"/>
              </a:spcBef>
              <a:spcAft>
                <a:spcPts val="0"/>
              </a:spcAft>
              <a:buClr>
                <a:schemeClr val="lt1"/>
              </a:buClr>
              <a:buSzPts val="1200"/>
              <a:buChar char="●"/>
              <a:defRPr sz="1200">
                <a:solidFill>
                  <a:schemeClr val="lt1"/>
                </a:solidFill>
              </a:defRPr>
            </a:lvl7pPr>
            <a:lvl8pPr indent="-304800" lvl="7" marL="3657600" rtl="0">
              <a:spcBef>
                <a:spcPts val="1600"/>
              </a:spcBef>
              <a:spcAft>
                <a:spcPts val="0"/>
              </a:spcAft>
              <a:buClr>
                <a:schemeClr val="lt1"/>
              </a:buClr>
              <a:buSzPts val="1200"/>
              <a:buChar char="○"/>
              <a:defRPr sz="1200">
                <a:solidFill>
                  <a:schemeClr val="lt1"/>
                </a:solidFill>
              </a:defRPr>
            </a:lvl8pPr>
            <a:lvl9pPr indent="-304800" lvl="8" marL="4114800" rtl="0">
              <a:spcBef>
                <a:spcPts val="1600"/>
              </a:spcBef>
              <a:spcAft>
                <a:spcPts val="1600"/>
              </a:spcAft>
              <a:buClr>
                <a:schemeClr val="lt1"/>
              </a:buClr>
              <a:buSzPts val="1200"/>
              <a:buChar char="■"/>
              <a:defRPr sz="1200">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5" name="Shape 115"/>
        <p:cNvGrpSpPr/>
        <p:nvPr/>
      </p:nvGrpSpPr>
      <p:grpSpPr>
        <a:xfrm>
          <a:off x="0" y="0"/>
          <a:ext cx="0" cy="0"/>
          <a:chOff x="0" y="0"/>
          <a:chExt cx="0" cy="0"/>
        </a:xfrm>
      </p:grpSpPr>
      <p:sp>
        <p:nvSpPr>
          <p:cNvPr id="116" name="Google Shape;116;p2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9"/>
          <p:cNvSpPr txBox="1"/>
          <p:nvPr>
            <p:ph type="title"/>
          </p:nvPr>
        </p:nvSpPr>
        <p:spPr>
          <a:xfrm>
            <a:off x="265500" y="1375599"/>
            <a:ext cx="4045200" cy="155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800"/>
              <a:buNone/>
              <a:defRPr sz="3800"/>
            </a:lvl1pPr>
            <a:lvl2pPr lvl="1" rtl="0" algn="ctr">
              <a:spcBef>
                <a:spcPts val="0"/>
              </a:spcBef>
              <a:spcAft>
                <a:spcPts val="0"/>
              </a:spcAft>
              <a:buSzPts val="3800"/>
              <a:buNone/>
              <a:defRPr sz="3800"/>
            </a:lvl2pPr>
            <a:lvl3pPr lvl="2" rtl="0" algn="ctr">
              <a:spcBef>
                <a:spcPts val="0"/>
              </a:spcBef>
              <a:spcAft>
                <a:spcPts val="0"/>
              </a:spcAft>
              <a:buSzPts val="3800"/>
              <a:buNone/>
              <a:defRPr sz="3800"/>
            </a:lvl3pPr>
            <a:lvl4pPr lvl="3" rtl="0" algn="ctr">
              <a:spcBef>
                <a:spcPts val="0"/>
              </a:spcBef>
              <a:spcAft>
                <a:spcPts val="0"/>
              </a:spcAft>
              <a:buSzPts val="3800"/>
              <a:buNone/>
              <a:defRPr sz="3800"/>
            </a:lvl4pPr>
            <a:lvl5pPr lvl="4" rtl="0" algn="ctr">
              <a:spcBef>
                <a:spcPts val="0"/>
              </a:spcBef>
              <a:spcAft>
                <a:spcPts val="0"/>
              </a:spcAft>
              <a:buSzPts val="3800"/>
              <a:buNone/>
              <a:defRPr sz="3800"/>
            </a:lvl5pPr>
            <a:lvl6pPr lvl="5" rtl="0" algn="ctr">
              <a:spcBef>
                <a:spcPts val="0"/>
              </a:spcBef>
              <a:spcAft>
                <a:spcPts val="0"/>
              </a:spcAft>
              <a:buSzPts val="3800"/>
              <a:buNone/>
              <a:defRPr sz="3800"/>
            </a:lvl6pPr>
            <a:lvl7pPr lvl="6" rtl="0" algn="ctr">
              <a:spcBef>
                <a:spcPts val="0"/>
              </a:spcBef>
              <a:spcAft>
                <a:spcPts val="0"/>
              </a:spcAft>
              <a:buSzPts val="3800"/>
              <a:buNone/>
              <a:defRPr sz="3800"/>
            </a:lvl7pPr>
            <a:lvl8pPr lvl="7" rtl="0" algn="ctr">
              <a:spcBef>
                <a:spcPts val="0"/>
              </a:spcBef>
              <a:spcAft>
                <a:spcPts val="0"/>
              </a:spcAft>
              <a:buSzPts val="3800"/>
              <a:buNone/>
              <a:defRPr sz="3800"/>
            </a:lvl8pPr>
            <a:lvl9pPr lvl="8" rtl="0" algn="ctr">
              <a:spcBef>
                <a:spcPts val="0"/>
              </a:spcBef>
              <a:spcAft>
                <a:spcPts val="0"/>
              </a:spcAft>
              <a:buSzPts val="3800"/>
              <a:buNone/>
              <a:defRPr sz="3800"/>
            </a:lvl9pPr>
          </a:lstStyle>
          <a:p/>
        </p:txBody>
      </p:sp>
      <p:sp>
        <p:nvSpPr>
          <p:cNvPr id="118" name="Google Shape;118;p29"/>
          <p:cNvSpPr txBox="1"/>
          <p:nvPr>
            <p:ph idx="1" type="subTitle"/>
          </p:nvPr>
        </p:nvSpPr>
        <p:spPr>
          <a:xfrm>
            <a:off x="265500" y="2981125"/>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7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19" name="Google Shape;119;p29"/>
          <p:cNvSpPr txBox="1"/>
          <p:nvPr>
            <p:ph idx="2" type="body"/>
          </p:nvPr>
        </p:nvSpPr>
        <p:spPr>
          <a:xfrm>
            <a:off x="4939500" y="457200"/>
            <a:ext cx="3837000" cy="3695100"/>
          </a:xfrm>
          <a:prstGeom prst="rect">
            <a:avLst/>
          </a:prstGeom>
        </p:spPr>
        <p:txBody>
          <a:bodyPr anchorCtr="0" anchor="ctr" bIns="91425" lIns="91425" spcFirstLastPara="1" rIns="91425" wrap="square" tIns="91425">
            <a:noAutofit/>
          </a:bodyPr>
          <a:lstStyle>
            <a:lvl1pPr indent="-400050" lvl="0" marL="457200" rtl="0">
              <a:spcBef>
                <a:spcPts val="0"/>
              </a:spcBef>
              <a:spcAft>
                <a:spcPts val="0"/>
              </a:spcAft>
              <a:buClr>
                <a:schemeClr val="lt1"/>
              </a:buClr>
              <a:buSzPts val="2700"/>
              <a:buChar char="●"/>
              <a:defRPr>
                <a:solidFill>
                  <a:schemeClr val="lt1"/>
                </a:solidFill>
              </a:defRPr>
            </a:lvl1pPr>
            <a:lvl2pPr indent="-374650" lvl="1" marL="914400" rtl="0">
              <a:spcBef>
                <a:spcPts val="1600"/>
              </a:spcBef>
              <a:spcAft>
                <a:spcPts val="0"/>
              </a:spcAft>
              <a:buClr>
                <a:schemeClr val="lt1"/>
              </a:buClr>
              <a:buSzPts val="23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292100" lvl="3" marL="1828800" rtl="0">
              <a:spcBef>
                <a:spcPts val="1600"/>
              </a:spcBef>
              <a:spcAft>
                <a:spcPts val="0"/>
              </a:spcAft>
              <a:buClr>
                <a:schemeClr val="lt1"/>
              </a:buClr>
              <a:buSzPts val="1000"/>
              <a:buChar char="●"/>
              <a:defRPr>
                <a:solidFill>
                  <a:schemeClr val="lt1"/>
                </a:solidFill>
              </a:defRPr>
            </a:lvl4pPr>
            <a:lvl5pPr indent="-292100" lvl="4" marL="2286000" rtl="0">
              <a:spcBef>
                <a:spcPts val="1600"/>
              </a:spcBef>
              <a:spcAft>
                <a:spcPts val="0"/>
              </a:spcAft>
              <a:buClr>
                <a:schemeClr val="lt1"/>
              </a:buClr>
              <a:buSzPts val="1000"/>
              <a:buChar char="○"/>
              <a:defRPr>
                <a:solidFill>
                  <a:schemeClr val="lt1"/>
                </a:solidFill>
              </a:defRPr>
            </a:lvl5pPr>
            <a:lvl6pPr indent="-292100" lvl="5" marL="2743200" rtl="0">
              <a:spcBef>
                <a:spcPts val="1600"/>
              </a:spcBef>
              <a:spcAft>
                <a:spcPts val="0"/>
              </a:spcAft>
              <a:buClr>
                <a:schemeClr val="lt1"/>
              </a:buClr>
              <a:buSzPts val="1000"/>
              <a:buChar char="■"/>
              <a:defRPr>
                <a:solidFill>
                  <a:schemeClr val="lt1"/>
                </a:solidFill>
              </a:defRPr>
            </a:lvl6pPr>
            <a:lvl7pPr indent="-292100" lvl="6" marL="3200400" rtl="0">
              <a:spcBef>
                <a:spcPts val="1600"/>
              </a:spcBef>
              <a:spcAft>
                <a:spcPts val="0"/>
              </a:spcAft>
              <a:buClr>
                <a:schemeClr val="lt1"/>
              </a:buClr>
              <a:buSzPts val="1000"/>
              <a:buChar char="●"/>
              <a:defRPr>
                <a:solidFill>
                  <a:schemeClr val="lt1"/>
                </a:solidFill>
              </a:defRPr>
            </a:lvl7pPr>
            <a:lvl8pPr indent="-292100" lvl="7" marL="3657600" rtl="0">
              <a:spcBef>
                <a:spcPts val="1600"/>
              </a:spcBef>
              <a:spcAft>
                <a:spcPts val="0"/>
              </a:spcAft>
              <a:buClr>
                <a:schemeClr val="lt1"/>
              </a:buClr>
              <a:buSzPts val="1000"/>
              <a:buChar char="○"/>
              <a:defRPr>
                <a:solidFill>
                  <a:schemeClr val="lt1"/>
                </a:solidFill>
              </a:defRPr>
            </a:lvl8pPr>
            <a:lvl9pPr indent="-279400" lvl="8" marL="4114800" rtl="0">
              <a:spcBef>
                <a:spcPts val="1600"/>
              </a:spcBef>
              <a:spcAft>
                <a:spcPts val="1600"/>
              </a:spcAft>
              <a:buClr>
                <a:schemeClr val="lt1"/>
              </a:buClr>
              <a:buSzPts val="800"/>
              <a:buChar char="■"/>
              <a:defRPr>
                <a:solidFill>
                  <a:schemeClr val="lt1"/>
                </a:solidFill>
              </a:defRPr>
            </a:lvl9pPr>
          </a:lstStyle>
          <a:p/>
        </p:txBody>
      </p:sp>
      <p:sp>
        <p:nvSpPr>
          <p:cNvPr id="120" name="Google Shape;120;p29"/>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30"/>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3" name="Shape 123"/>
        <p:cNvGrpSpPr/>
        <p:nvPr/>
      </p:nvGrpSpPr>
      <p:grpSpPr>
        <a:xfrm>
          <a:off x="0" y="0"/>
          <a:ext cx="0" cy="0"/>
          <a:chOff x="0" y="0"/>
          <a:chExt cx="0" cy="0"/>
        </a:xfrm>
      </p:grpSpPr>
      <p:sp>
        <p:nvSpPr>
          <p:cNvPr id="124" name="Google Shape;124;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54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5" name="Google Shape;125;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400050" lvl="0" marL="457200" rtl="0">
              <a:spcBef>
                <a:spcPts val="0"/>
              </a:spcBef>
              <a:spcAft>
                <a:spcPts val="0"/>
              </a:spcAft>
              <a:buSzPts val="2700"/>
              <a:buChar char="●"/>
              <a:defRPr/>
            </a:lvl1pPr>
            <a:lvl2pPr indent="-374650" lvl="1" marL="914400" rtl="0">
              <a:spcBef>
                <a:spcPts val="1600"/>
              </a:spcBef>
              <a:spcAft>
                <a:spcPts val="0"/>
              </a:spcAft>
              <a:buSzPts val="2300"/>
              <a:buChar char="○"/>
              <a:defRPr/>
            </a:lvl2pPr>
            <a:lvl3pPr indent="-317500" lvl="2" marL="1371600" rtl="0">
              <a:spcBef>
                <a:spcPts val="1600"/>
              </a:spcBef>
              <a:spcAft>
                <a:spcPts val="0"/>
              </a:spcAft>
              <a:buSzPts val="1400"/>
              <a:buChar char="■"/>
              <a:defRPr/>
            </a:lvl3pPr>
            <a:lvl4pPr indent="-292100" lvl="3" marL="1828800" rtl="0">
              <a:spcBef>
                <a:spcPts val="1600"/>
              </a:spcBef>
              <a:spcAft>
                <a:spcPts val="0"/>
              </a:spcAft>
              <a:buSzPts val="1000"/>
              <a:buChar char="●"/>
              <a:defRPr/>
            </a:lvl4pPr>
            <a:lvl5pPr indent="-292100" lvl="4" marL="2286000" rtl="0">
              <a:spcBef>
                <a:spcPts val="1600"/>
              </a:spcBef>
              <a:spcAft>
                <a:spcPts val="0"/>
              </a:spcAft>
              <a:buSzPts val="1000"/>
              <a:buChar char="○"/>
              <a:defRPr/>
            </a:lvl5pPr>
            <a:lvl6pPr indent="-292100" lvl="5" marL="2743200" rtl="0">
              <a:spcBef>
                <a:spcPts val="1600"/>
              </a:spcBef>
              <a:spcAft>
                <a:spcPts val="0"/>
              </a:spcAft>
              <a:buSzPts val="1000"/>
              <a:buChar char="■"/>
              <a:defRPr/>
            </a:lvl6pPr>
            <a:lvl7pPr indent="-292100" lvl="6" marL="3200400" rtl="0">
              <a:spcBef>
                <a:spcPts val="1600"/>
              </a:spcBef>
              <a:spcAft>
                <a:spcPts val="0"/>
              </a:spcAft>
              <a:buSzPts val="1000"/>
              <a:buChar char="●"/>
              <a:defRPr/>
            </a:lvl7pPr>
            <a:lvl8pPr indent="-292100" lvl="7" marL="3657600" rtl="0">
              <a:spcBef>
                <a:spcPts val="1600"/>
              </a:spcBef>
              <a:spcAft>
                <a:spcPts val="0"/>
              </a:spcAft>
              <a:buSzPts val="1000"/>
              <a:buChar char="○"/>
              <a:defRPr/>
            </a:lvl8pPr>
            <a:lvl9pPr indent="-279400" lvl="8" marL="4114800" rtl="0">
              <a:spcBef>
                <a:spcPts val="1600"/>
              </a:spcBef>
              <a:spcAft>
                <a:spcPts val="1600"/>
              </a:spcAft>
              <a:buSzPts val="800"/>
              <a:buChar char="■"/>
              <a:defRPr/>
            </a:lvl9pPr>
          </a:lstStyle>
          <a:p/>
        </p:txBody>
      </p:sp>
      <p:sp>
        <p:nvSpPr>
          <p:cNvPr id="126" name="Google Shape;126;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theme" Target="../theme/theme2.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5400"/>
              <a:buFont typeface="Noto Serif JP"/>
              <a:buNone/>
              <a:defRPr sz="5400">
                <a:solidFill>
                  <a:schemeClr val="dk2"/>
                </a:solidFill>
                <a:latin typeface="Noto Serif JP"/>
                <a:ea typeface="Noto Serif JP"/>
                <a:cs typeface="Noto Serif JP"/>
                <a:sym typeface="Noto Serif JP"/>
              </a:defRPr>
            </a:lvl1pPr>
            <a:lvl2pPr lvl="1"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rt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400050" lvl="0" marL="457200" rtl="0">
              <a:lnSpc>
                <a:spcPct val="115000"/>
              </a:lnSpc>
              <a:spcBef>
                <a:spcPts val="0"/>
              </a:spcBef>
              <a:spcAft>
                <a:spcPts val="0"/>
              </a:spcAft>
              <a:buClr>
                <a:schemeClr val="dk2"/>
              </a:buClr>
              <a:buSzPts val="2700"/>
              <a:buFont typeface="Archivo"/>
              <a:buChar char="●"/>
              <a:defRPr b="1" sz="2700">
                <a:solidFill>
                  <a:schemeClr val="dk2"/>
                </a:solidFill>
                <a:latin typeface="Archivo"/>
                <a:ea typeface="Archivo"/>
                <a:cs typeface="Archivo"/>
                <a:sym typeface="Archivo"/>
              </a:defRPr>
            </a:lvl1pPr>
            <a:lvl2pPr indent="-374650" lvl="1" marL="914400" rtl="0">
              <a:lnSpc>
                <a:spcPct val="115000"/>
              </a:lnSpc>
              <a:spcBef>
                <a:spcPts val="1600"/>
              </a:spcBef>
              <a:spcAft>
                <a:spcPts val="0"/>
              </a:spcAft>
              <a:buClr>
                <a:schemeClr val="dk2"/>
              </a:buClr>
              <a:buSzPts val="2300"/>
              <a:buFont typeface="Barlow Condensed SemiBold"/>
              <a:buChar char="○"/>
              <a:defRPr sz="2300">
                <a:solidFill>
                  <a:schemeClr val="dk2"/>
                </a:solidFill>
                <a:latin typeface="Barlow Condensed SemiBold"/>
                <a:ea typeface="Barlow Condensed SemiBold"/>
                <a:cs typeface="Barlow Condensed SemiBold"/>
                <a:sym typeface="Barlow Condensed SemiBold"/>
              </a:defRPr>
            </a:lvl2pPr>
            <a:lvl3pPr indent="-317500" lvl="2" marL="1371600" rtl="0">
              <a:lnSpc>
                <a:spcPct val="115000"/>
              </a:lnSpc>
              <a:spcBef>
                <a:spcPts val="1600"/>
              </a:spcBef>
              <a:spcAft>
                <a:spcPts val="0"/>
              </a:spcAft>
              <a:buClr>
                <a:schemeClr val="dk2"/>
              </a:buClr>
              <a:buSzPts val="1400"/>
              <a:buFont typeface="Barlow Condensed SemiBold"/>
              <a:buChar char="■"/>
              <a:defRPr>
                <a:solidFill>
                  <a:schemeClr val="dk2"/>
                </a:solidFill>
                <a:latin typeface="Barlow Condensed SemiBold"/>
                <a:ea typeface="Barlow Condensed SemiBold"/>
                <a:cs typeface="Barlow Condensed SemiBold"/>
                <a:sym typeface="Barlow Condensed SemiBold"/>
              </a:defRPr>
            </a:lvl3pPr>
            <a:lvl4pPr indent="-292100" lvl="3" marL="1828800" rtl="0">
              <a:lnSpc>
                <a:spcPct val="115000"/>
              </a:lnSpc>
              <a:spcBef>
                <a:spcPts val="1600"/>
              </a:spcBef>
              <a:spcAft>
                <a:spcPts val="0"/>
              </a:spcAft>
              <a:buClr>
                <a:schemeClr val="dk2"/>
              </a:buClr>
              <a:buSzPts val="1000"/>
              <a:buFont typeface="Noto Serif JP"/>
              <a:buChar char="●"/>
              <a:defRPr sz="1000">
                <a:solidFill>
                  <a:schemeClr val="dk2"/>
                </a:solidFill>
                <a:latin typeface="Noto Serif JP"/>
                <a:ea typeface="Noto Serif JP"/>
                <a:cs typeface="Noto Serif JP"/>
                <a:sym typeface="Noto Serif JP"/>
              </a:defRPr>
            </a:lvl4pPr>
            <a:lvl5pPr indent="-292100" lvl="4" marL="2286000" rtl="0">
              <a:lnSpc>
                <a:spcPct val="115000"/>
              </a:lnSpc>
              <a:spcBef>
                <a:spcPts val="1600"/>
              </a:spcBef>
              <a:spcAft>
                <a:spcPts val="0"/>
              </a:spcAft>
              <a:buClr>
                <a:schemeClr val="dk2"/>
              </a:buClr>
              <a:buSzPts val="1000"/>
              <a:buFont typeface="Noto Serif JP"/>
              <a:buChar char="○"/>
              <a:defRPr sz="1000">
                <a:solidFill>
                  <a:schemeClr val="dk2"/>
                </a:solidFill>
                <a:latin typeface="Noto Serif JP"/>
                <a:ea typeface="Noto Serif JP"/>
                <a:cs typeface="Noto Serif JP"/>
                <a:sym typeface="Noto Serif JP"/>
              </a:defRPr>
            </a:lvl5pPr>
            <a:lvl6pPr indent="-292100" lvl="5" marL="2743200" rtl="0">
              <a:lnSpc>
                <a:spcPct val="115000"/>
              </a:lnSpc>
              <a:spcBef>
                <a:spcPts val="1600"/>
              </a:spcBef>
              <a:spcAft>
                <a:spcPts val="0"/>
              </a:spcAft>
              <a:buClr>
                <a:schemeClr val="dk2"/>
              </a:buClr>
              <a:buSzPts val="1000"/>
              <a:buFont typeface="Noto Serif JP"/>
              <a:buChar char="■"/>
              <a:defRPr sz="1000">
                <a:solidFill>
                  <a:schemeClr val="dk2"/>
                </a:solidFill>
                <a:latin typeface="Noto Serif JP"/>
                <a:ea typeface="Noto Serif JP"/>
                <a:cs typeface="Noto Serif JP"/>
                <a:sym typeface="Noto Serif JP"/>
              </a:defRPr>
            </a:lvl6pPr>
            <a:lvl7pPr indent="-292100" lvl="6" marL="3200400" rtl="0">
              <a:lnSpc>
                <a:spcPct val="115000"/>
              </a:lnSpc>
              <a:spcBef>
                <a:spcPts val="1600"/>
              </a:spcBef>
              <a:spcAft>
                <a:spcPts val="0"/>
              </a:spcAft>
              <a:buClr>
                <a:schemeClr val="dk2"/>
              </a:buClr>
              <a:buSzPts val="1000"/>
              <a:buFont typeface="Noto Serif JP"/>
              <a:buChar char="●"/>
              <a:defRPr sz="1000">
                <a:solidFill>
                  <a:schemeClr val="dk2"/>
                </a:solidFill>
                <a:latin typeface="Noto Serif JP"/>
                <a:ea typeface="Noto Serif JP"/>
                <a:cs typeface="Noto Serif JP"/>
                <a:sym typeface="Noto Serif JP"/>
              </a:defRPr>
            </a:lvl7pPr>
            <a:lvl8pPr indent="-292100" lvl="7" marL="3657600" rtl="0">
              <a:lnSpc>
                <a:spcPct val="115000"/>
              </a:lnSpc>
              <a:spcBef>
                <a:spcPts val="1600"/>
              </a:spcBef>
              <a:spcAft>
                <a:spcPts val="0"/>
              </a:spcAft>
              <a:buClr>
                <a:schemeClr val="dk2"/>
              </a:buClr>
              <a:buSzPts val="1000"/>
              <a:buFont typeface="Noto Serif JP"/>
              <a:buChar char="○"/>
              <a:defRPr sz="1000">
                <a:solidFill>
                  <a:schemeClr val="dk2"/>
                </a:solidFill>
                <a:latin typeface="Noto Serif JP"/>
                <a:ea typeface="Noto Serif JP"/>
                <a:cs typeface="Noto Serif JP"/>
                <a:sym typeface="Noto Serif JP"/>
              </a:defRPr>
            </a:lvl8pPr>
            <a:lvl9pPr indent="-279400" lvl="8" marL="4114800" rtl="0">
              <a:lnSpc>
                <a:spcPct val="115000"/>
              </a:lnSpc>
              <a:spcBef>
                <a:spcPts val="1600"/>
              </a:spcBef>
              <a:spcAft>
                <a:spcPts val="1600"/>
              </a:spcAft>
              <a:buClr>
                <a:schemeClr val="dk2"/>
              </a:buClr>
              <a:buSzPts val="800"/>
              <a:buFont typeface="Noto Serif JP"/>
              <a:buChar char="■"/>
              <a:defRPr sz="800">
                <a:solidFill>
                  <a:schemeClr val="dk2"/>
                </a:solidFill>
                <a:latin typeface="Noto Serif JP"/>
                <a:ea typeface="Noto Serif JP"/>
                <a:cs typeface="Noto Serif JP"/>
                <a:sym typeface="Noto Serif JP"/>
              </a:defRPr>
            </a:lvl9pPr>
          </a:lstStyle>
          <a:p/>
        </p:txBody>
      </p:sp>
      <p:sp>
        <p:nvSpPr>
          <p:cNvPr id="53" name="Google Shape;53;p13"/>
          <p:cNvSpPr txBox="1"/>
          <p:nvPr>
            <p:ph idx="12" type="sldNum"/>
          </p:nvPr>
        </p:nvSpPr>
        <p:spPr>
          <a:xfrm>
            <a:off x="4675349" y="4663225"/>
            <a:ext cx="4345800" cy="393600"/>
          </a:xfrm>
          <a:prstGeom prst="rect">
            <a:avLst/>
          </a:prstGeom>
          <a:noFill/>
          <a:ln>
            <a:noFill/>
          </a:ln>
        </p:spPr>
        <p:txBody>
          <a:bodyPr anchorCtr="0" anchor="ctr" bIns="91425" lIns="91425" spcFirstLastPara="1" rIns="91425" wrap="square" tIns="91425">
            <a:noAutofit/>
          </a:bodyPr>
          <a:lstStyle>
            <a:lvl1pPr lvl="0" rtl="0" algn="r">
              <a:buNone/>
              <a:defRPr sz="800">
                <a:solidFill>
                  <a:schemeClr val="dk2"/>
                </a:solidFill>
                <a:latin typeface="Noto Serif JP"/>
                <a:ea typeface="Noto Serif JP"/>
                <a:cs typeface="Noto Serif JP"/>
                <a:sym typeface="Noto Serif JP"/>
              </a:defRPr>
            </a:lvl1pPr>
            <a:lvl2pPr lvl="1" rtl="0" algn="r">
              <a:buNone/>
              <a:defRPr sz="800">
                <a:solidFill>
                  <a:schemeClr val="dk2"/>
                </a:solidFill>
                <a:latin typeface="Noto Serif JP"/>
                <a:ea typeface="Noto Serif JP"/>
                <a:cs typeface="Noto Serif JP"/>
                <a:sym typeface="Noto Serif JP"/>
              </a:defRPr>
            </a:lvl2pPr>
            <a:lvl3pPr lvl="2" rtl="0" algn="r">
              <a:buNone/>
              <a:defRPr sz="800">
                <a:solidFill>
                  <a:schemeClr val="dk2"/>
                </a:solidFill>
                <a:latin typeface="Noto Serif JP"/>
                <a:ea typeface="Noto Serif JP"/>
                <a:cs typeface="Noto Serif JP"/>
                <a:sym typeface="Noto Serif JP"/>
              </a:defRPr>
            </a:lvl3pPr>
            <a:lvl4pPr lvl="3" rtl="0" algn="r">
              <a:buNone/>
              <a:defRPr sz="800">
                <a:solidFill>
                  <a:schemeClr val="dk2"/>
                </a:solidFill>
                <a:latin typeface="Noto Serif JP"/>
                <a:ea typeface="Noto Serif JP"/>
                <a:cs typeface="Noto Serif JP"/>
                <a:sym typeface="Noto Serif JP"/>
              </a:defRPr>
            </a:lvl4pPr>
            <a:lvl5pPr lvl="4" rtl="0" algn="r">
              <a:buNone/>
              <a:defRPr sz="800">
                <a:solidFill>
                  <a:schemeClr val="dk2"/>
                </a:solidFill>
                <a:latin typeface="Noto Serif JP"/>
                <a:ea typeface="Noto Serif JP"/>
                <a:cs typeface="Noto Serif JP"/>
                <a:sym typeface="Noto Serif JP"/>
              </a:defRPr>
            </a:lvl5pPr>
            <a:lvl6pPr lvl="5" rtl="0" algn="r">
              <a:buNone/>
              <a:defRPr sz="800">
                <a:solidFill>
                  <a:schemeClr val="dk2"/>
                </a:solidFill>
                <a:latin typeface="Noto Serif JP"/>
                <a:ea typeface="Noto Serif JP"/>
                <a:cs typeface="Noto Serif JP"/>
                <a:sym typeface="Noto Serif JP"/>
              </a:defRPr>
            </a:lvl6pPr>
            <a:lvl7pPr lvl="6" rtl="0" algn="r">
              <a:buNone/>
              <a:defRPr sz="800">
                <a:solidFill>
                  <a:schemeClr val="dk2"/>
                </a:solidFill>
                <a:latin typeface="Noto Serif JP"/>
                <a:ea typeface="Noto Serif JP"/>
                <a:cs typeface="Noto Serif JP"/>
                <a:sym typeface="Noto Serif JP"/>
              </a:defRPr>
            </a:lvl7pPr>
            <a:lvl8pPr lvl="7" rtl="0" algn="r">
              <a:buNone/>
              <a:defRPr sz="800">
                <a:solidFill>
                  <a:schemeClr val="dk2"/>
                </a:solidFill>
                <a:latin typeface="Noto Serif JP"/>
                <a:ea typeface="Noto Serif JP"/>
                <a:cs typeface="Noto Serif JP"/>
                <a:sym typeface="Noto Serif JP"/>
              </a:defRPr>
            </a:lvl8pPr>
            <a:lvl9pPr lvl="8" rtl="0" algn="r">
              <a:buNone/>
              <a:defRPr sz="800">
                <a:solidFill>
                  <a:schemeClr val="dk2"/>
                </a:solidFill>
                <a:latin typeface="Noto Serif JP"/>
                <a:ea typeface="Noto Serif JP"/>
                <a:cs typeface="Noto Serif JP"/>
                <a:sym typeface="Noto Serif JP"/>
              </a:defRPr>
            </a:lvl9p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5.png"/><Relationship Id="rId4" Type="http://schemas.openxmlformats.org/officeDocument/2006/relationships/image" Target="../media/image5.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hyperlink" Target="http://drive.google.com/file/d/1glg7o2cONG1FuoPUCclYB2KhryfHmJD8/view" TargetMode="External"/><Relationship Id="rId5"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6.pn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hyperlink" Target="http://drive.google.com/file/d/140TRg1bGhGGgeDO5zZBbiDshkOKEr8lw/view" TargetMode="External"/><Relationship Id="rId5" Type="http://schemas.openxmlformats.org/officeDocument/2006/relationships/image" Target="../media/image32.jpg"/><Relationship Id="rId6"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0.png"/><Relationship Id="rId5" Type="http://schemas.openxmlformats.org/officeDocument/2006/relationships/image" Target="../media/image16.png"/><Relationship Id="rId6"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19.jpg"/><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1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image" Target="../media/image22.jpg"/><Relationship Id="rId4" Type="http://schemas.openxmlformats.org/officeDocument/2006/relationships/image" Target="../media/image2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hyperlink" Target="http://drive.google.com/file/d/1W714jYG3NkKL0HPnwHddMp9aM-wimHRe/view" TargetMode="External"/><Relationship Id="rId4" Type="http://schemas.openxmlformats.org/officeDocument/2006/relationships/image" Target="../media/image15.png"/><Relationship Id="rId5" Type="http://schemas.openxmlformats.org/officeDocument/2006/relationships/hyperlink" Target="http://drive.google.com/file/d/1Y8uNvVP46PR04_dy0El6eZX8GZRGAK2H/view"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hyperlink" Target="http://drive.google.com/file/d/1W714jYG3NkKL0HPnwHddMp9aM-wimHRe/view" TargetMode="Externa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hyperlink" Target="http://drive.google.com/file/d/1_ZCL586pxRIBqYb0k5y2rNfY5_gJBDXI/view" TargetMode="External"/><Relationship Id="rId4" Type="http://schemas.openxmlformats.org/officeDocument/2006/relationships/image" Target="../media/image2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20" Type="http://schemas.openxmlformats.org/officeDocument/2006/relationships/image" Target="../media/image44.png"/><Relationship Id="rId22" Type="http://schemas.openxmlformats.org/officeDocument/2006/relationships/image" Target="../media/image46.png"/><Relationship Id="rId21" Type="http://schemas.openxmlformats.org/officeDocument/2006/relationships/image" Target="../media/image54.png"/><Relationship Id="rId24" Type="http://schemas.openxmlformats.org/officeDocument/2006/relationships/image" Target="../media/image39.png"/><Relationship Id="rId23" Type="http://schemas.openxmlformats.org/officeDocument/2006/relationships/image" Target="../media/image51.png"/><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30.png"/><Relationship Id="rId9" Type="http://schemas.openxmlformats.org/officeDocument/2006/relationships/image" Target="../media/image27.png"/><Relationship Id="rId26" Type="http://schemas.openxmlformats.org/officeDocument/2006/relationships/image" Target="../media/image55.png"/><Relationship Id="rId25" Type="http://schemas.openxmlformats.org/officeDocument/2006/relationships/image" Target="../media/image49.png"/><Relationship Id="rId5" Type="http://schemas.openxmlformats.org/officeDocument/2006/relationships/image" Target="../media/image33.png"/><Relationship Id="rId6" Type="http://schemas.openxmlformats.org/officeDocument/2006/relationships/image" Target="../media/image25.png"/><Relationship Id="rId7" Type="http://schemas.openxmlformats.org/officeDocument/2006/relationships/image" Target="../media/image42.png"/><Relationship Id="rId8" Type="http://schemas.openxmlformats.org/officeDocument/2006/relationships/image" Target="../media/image29.png"/><Relationship Id="rId11" Type="http://schemas.openxmlformats.org/officeDocument/2006/relationships/image" Target="../media/image34.png"/><Relationship Id="rId10" Type="http://schemas.openxmlformats.org/officeDocument/2006/relationships/image" Target="../media/image47.png"/><Relationship Id="rId13" Type="http://schemas.openxmlformats.org/officeDocument/2006/relationships/image" Target="../media/image43.png"/><Relationship Id="rId12" Type="http://schemas.openxmlformats.org/officeDocument/2006/relationships/image" Target="../media/image48.png"/><Relationship Id="rId15" Type="http://schemas.openxmlformats.org/officeDocument/2006/relationships/image" Target="../media/image37.png"/><Relationship Id="rId14" Type="http://schemas.openxmlformats.org/officeDocument/2006/relationships/image" Target="../media/image50.png"/><Relationship Id="rId17" Type="http://schemas.openxmlformats.org/officeDocument/2006/relationships/image" Target="../media/image35.png"/><Relationship Id="rId16" Type="http://schemas.openxmlformats.org/officeDocument/2006/relationships/image" Target="../media/image36.png"/><Relationship Id="rId19" Type="http://schemas.openxmlformats.org/officeDocument/2006/relationships/image" Target="../media/image45.png"/><Relationship Id="rId18"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6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hyperlink" Target="http://drive.google.com/file/d/1ljZ44f451KkVPnxDFweA9-ZsD3DuF0hY/view" TargetMode="External"/><Relationship Id="rId5" Type="http://schemas.openxmlformats.org/officeDocument/2006/relationships/image" Target="../media/image5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hyperlink" Target="http://drive.google.com/file/d/1af_VaSG1bsARrB27pWcYNErDMrOVzbG-/view" TargetMode="External"/><Relationship Id="rId5" Type="http://schemas.openxmlformats.org/officeDocument/2006/relationships/image" Target="../media/image5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52.png"/><Relationship Id="rId9" Type="http://schemas.openxmlformats.org/officeDocument/2006/relationships/image" Target="../media/image66.png"/><Relationship Id="rId5" Type="http://schemas.openxmlformats.org/officeDocument/2006/relationships/image" Target="../media/image71.png"/><Relationship Id="rId6" Type="http://schemas.openxmlformats.org/officeDocument/2006/relationships/image" Target="../media/image56.png"/><Relationship Id="rId7" Type="http://schemas.openxmlformats.org/officeDocument/2006/relationships/image" Target="../media/image58.png"/><Relationship Id="rId8" Type="http://schemas.openxmlformats.org/officeDocument/2006/relationships/image" Target="../media/image60.png"/><Relationship Id="rId11" Type="http://schemas.openxmlformats.org/officeDocument/2006/relationships/image" Target="../media/image62.png"/><Relationship Id="rId10" Type="http://schemas.openxmlformats.org/officeDocument/2006/relationships/image" Target="../media/image72.png"/><Relationship Id="rId13" Type="http://schemas.openxmlformats.org/officeDocument/2006/relationships/image" Target="../media/image65.png"/><Relationship Id="rId12" Type="http://schemas.openxmlformats.org/officeDocument/2006/relationships/image" Target="../media/image68.png"/><Relationship Id="rId15" Type="http://schemas.openxmlformats.org/officeDocument/2006/relationships/image" Target="../media/image61.png"/><Relationship Id="rId14" Type="http://schemas.openxmlformats.org/officeDocument/2006/relationships/image" Target="../media/image70.png"/><Relationship Id="rId17" Type="http://schemas.openxmlformats.org/officeDocument/2006/relationships/image" Target="../media/image67.png"/><Relationship Id="rId16" Type="http://schemas.openxmlformats.org/officeDocument/2006/relationships/image" Target="../media/image64.png"/><Relationship Id="rId18" Type="http://schemas.openxmlformats.org/officeDocument/2006/relationships/image" Target="../media/image6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7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7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hyperlink" Target="mailto:tucker.mahan@maxxpotential.com" TargetMode="External"/><Relationship Id="rId4" Type="http://schemas.openxmlformats.org/officeDocument/2006/relationships/image" Target="../media/image2.png"/><Relationship Id="rId5" Type="http://schemas.openxmlformats.org/officeDocument/2006/relationships/image" Target="../media/image76.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32"/>
          <p:cNvPicPr preferRelativeResize="0"/>
          <p:nvPr/>
        </p:nvPicPr>
        <p:blipFill rotWithShape="1">
          <a:blip r:embed="rId3">
            <a:alphaModFix/>
          </a:blip>
          <a:srcRect b="0" l="0" r="25088" t="9722"/>
          <a:stretch/>
        </p:blipFill>
        <p:spPr>
          <a:xfrm>
            <a:off x="5504100" y="0"/>
            <a:ext cx="3639898" cy="3493873"/>
          </a:xfrm>
          <a:prstGeom prst="rect">
            <a:avLst/>
          </a:prstGeom>
          <a:noFill/>
          <a:ln>
            <a:noFill/>
          </a:ln>
        </p:spPr>
      </p:pic>
      <p:pic>
        <p:nvPicPr>
          <p:cNvPr id="132" name="Google Shape;132;p32"/>
          <p:cNvPicPr preferRelativeResize="0"/>
          <p:nvPr/>
        </p:nvPicPr>
        <p:blipFill rotWithShape="1">
          <a:blip r:embed="rId4">
            <a:alphaModFix/>
          </a:blip>
          <a:srcRect b="0" l="0" r="0" t="6855"/>
          <a:stretch/>
        </p:blipFill>
        <p:spPr>
          <a:xfrm>
            <a:off x="5632175" y="0"/>
            <a:ext cx="3519224" cy="4790926"/>
          </a:xfrm>
          <a:prstGeom prst="rect">
            <a:avLst/>
          </a:prstGeom>
          <a:noFill/>
          <a:ln>
            <a:noFill/>
          </a:ln>
        </p:spPr>
      </p:pic>
      <p:sp>
        <p:nvSpPr>
          <p:cNvPr id="133" name="Google Shape;133;p32"/>
          <p:cNvSpPr txBox="1"/>
          <p:nvPr>
            <p:ph type="ctrTitle"/>
          </p:nvPr>
        </p:nvSpPr>
        <p:spPr>
          <a:xfrm>
            <a:off x="562422" y="1944472"/>
            <a:ext cx="5239500" cy="1385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4500"/>
              <a:t>Defending Against the Deep</a:t>
            </a:r>
            <a:endParaRPr sz="4500"/>
          </a:p>
        </p:txBody>
      </p:sp>
      <p:sp>
        <p:nvSpPr>
          <p:cNvPr id="134" name="Google Shape;134;p32"/>
          <p:cNvSpPr txBox="1"/>
          <p:nvPr>
            <p:ph idx="1" type="subTitle"/>
          </p:nvPr>
        </p:nvSpPr>
        <p:spPr>
          <a:xfrm>
            <a:off x="576075" y="3439703"/>
            <a:ext cx="5212200" cy="1416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Is your workforce ready </a:t>
            </a:r>
            <a:endParaRPr/>
          </a:p>
          <a:p>
            <a:pPr indent="0" lvl="0" marL="0" rtl="0" algn="l">
              <a:spcBef>
                <a:spcPts val="0"/>
              </a:spcBef>
              <a:spcAft>
                <a:spcPts val="0"/>
              </a:spcAft>
              <a:buNone/>
            </a:pPr>
            <a:r>
              <a:rPr lang="en"/>
              <a:t>for Generative AI Adversaries?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June 4, 2024</a:t>
            </a:r>
            <a:endParaRPr/>
          </a:p>
        </p:txBody>
      </p:sp>
      <p:pic>
        <p:nvPicPr>
          <p:cNvPr id="135" name="Google Shape;135;p32"/>
          <p:cNvPicPr preferRelativeResize="0"/>
          <p:nvPr/>
        </p:nvPicPr>
        <p:blipFill>
          <a:blip r:embed="rId5">
            <a:alphaModFix/>
          </a:blip>
          <a:stretch>
            <a:fillRect/>
          </a:stretch>
        </p:blipFill>
        <p:spPr>
          <a:xfrm>
            <a:off x="576075" y="228600"/>
            <a:ext cx="2377676" cy="359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33"/>
          <p:cNvSpPr txBox="1"/>
          <p:nvPr>
            <p:ph idx="2" type="body"/>
          </p:nvPr>
        </p:nvSpPr>
        <p:spPr>
          <a:xfrm>
            <a:off x="4820475" y="457200"/>
            <a:ext cx="3956100" cy="6000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0" lang="en" sz="3600">
                <a:latin typeface="Noto Serif JP"/>
                <a:ea typeface="Noto Serif JP"/>
                <a:cs typeface="Noto Serif JP"/>
                <a:sym typeface="Noto Serif JP"/>
              </a:rPr>
              <a:t>Tucker Mahan</a:t>
            </a:r>
            <a:endParaRPr sz="3400"/>
          </a:p>
        </p:txBody>
      </p:sp>
      <p:sp>
        <p:nvSpPr>
          <p:cNvPr id="141" name="Google Shape;141;p33"/>
          <p:cNvSpPr txBox="1"/>
          <p:nvPr>
            <p:ph idx="4294967295" type="subTitle"/>
          </p:nvPr>
        </p:nvSpPr>
        <p:spPr>
          <a:xfrm>
            <a:off x="4982975" y="1219013"/>
            <a:ext cx="3912600" cy="24597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Clr>
                <a:schemeClr val="lt1"/>
              </a:buClr>
              <a:buSzPts val="1900"/>
              <a:buFont typeface="Archivo SemiBold"/>
              <a:buChar char="●"/>
            </a:pPr>
            <a:r>
              <a:rPr b="0" lang="en" sz="1900">
                <a:solidFill>
                  <a:schemeClr val="lt1"/>
                </a:solidFill>
                <a:latin typeface="Archivo SemiBold"/>
                <a:ea typeface="Archivo SemiBold"/>
                <a:cs typeface="Archivo SemiBold"/>
                <a:sym typeface="Archivo SemiBold"/>
              </a:rPr>
              <a:t>VCU, BSc Sociology, minor in Math &amp; Religious Studies</a:t>
            </a:r>
            <a:endParaRPr b="0" sz="1900">
              <a:solidFill>
                <a:schemeClr val="lt1"/>
              </a:solidFill>
              <a:latin typeface="Archivo SemiBold"/>
              <a:ea typeface="Archivo SemiBold"/>
              <a:cs typeface="Archivo SemiBold"/>
              <a:sym typeface="Archivo SemiBold"/>
            </a:endParaRPr>
          </a:p>
          <a:p>
            <a:pPr indent="-349250" lvl="0" marL="457200" rtl="0" algn="l">
              <a:spcBef>
                <a:spcPts val="0"/>
              </a:spcBef>
              <a:spcAft>
                <a:spcPts val="0"/>
              </a:spcAft>
              <a:buClr>
                <a:schemeClr val="lt1"/>
              </a:buClr>
              <a:buSzPts val="1900"/>
              <a:buFont typeface="Archivo SemiBold"/>
              <a:buChar char="●"/>
            </a:pPr>
            <a:r>
              <a:rPr b="0" lang="en" sz="1900">
                <a:solidFill>
                  <a:schemeClr val="lt1"/>
                </a:solidFill>
                <a:latin typeface="Archivo SemiBold"/>
                <a:ea typeface="Archivo SemiBold"/>
                <a:cs typeface="Archivo SemiBold"/>
                <a:sym typeface="Archivo SemiBold"/>
              </a:rPr>
              <a:t>MicroMasters Data Analytics</a:t>
            </a:r>
            <a:endParaRPr b="0" sz="1900">
              <a:solidFill>
                <a:schemeClr val="lt1"/>
              </a:solidFill>
              <a:latin typeface="Archivo SemiBold"/>
              <a:ea typeface="Archivo SemiBold"/>
              <a:cs typeface="Archivo SemiBold"/>
              <a:sym typeface="Archivo SemiBold"/>
            </a:endParaRPr>
          </a:p>
          <a:p>
            <a:pPr indent="-349250" lvl="0" marL="457200" rtl="0" algn="l">
              <a:spcBef>
                <a:spcPts val="0"/>
              </a:spcBef>
              <a:spcAft>
                <a:spcPts val="0"/>
              </a:spcAft>
              <a:buClr>
                <a:schemeClr val="lt1"/>
              </a:buClr>
              <a:buSzPts val="1900"/>
              <a:buFont typeface="Archivo SemiBold"/>
              <a:buChar char="●"/>
            </a:pPr>
            <a:r>
              <a:rPr b="0" lang="en" sz="1900">
                <a:solidFill>
                  <a:schemeClr val="lt1"/>
                </a:solidFill>
                <a:latin typeface="Archivo SemiBold"/>
                <a:ea typeface="Archivo SemiBold"/>
                <a:cs typeface="Archivo SemiBold"/>
                <a:sym typeface="Archivo SemiBold"/>
              </a:rPr>
              <a:t>MAXX Potential, 2015</a:t>
            </a:r>
            <a:endParaRPr b="0" sz="1900">
              <a:solidFill>
                <a:schemeClr val="lt1"/>
              </a:solidFill>
              <a:latin typeface="Archivo SemiBold"/>
              <a:ea typeface="Archivo SemiBold"/>
              <a:cs typeface="Archivo SemiBold"/>
              <a:sym typeface="Archivo SemiBold"/>
            </a:endParaRPr>
          </a:p>
          <a:p>
            <a:pPr indent="-336550" lvl="1" marL="914400" rtl="0" algn="l">
              <a:spcBef>
                <a:spcPts val="0"/>
              </a:spcBef>
              <a:spcAft>
                <a:spcPts val="0"/>
              </a:spcAft>
              <a:buClr>
                <a:schemeClr val="lt1"/>
              </a:buClr>
              <a:buSzPts val="1700"/>
              <a:buFont typeface="Archivo SemiBold"/>
              <a:buChar char="○"/>
            </a:pPr>
            <a:r>
              <a:rPr lang="en" sz="1700">
                <a:solidFill>
                  <a:schemeClr val="lt1"/>
                </a:solidFill>
                <a:latin typeface="Archivo SemiBold"/>
                <a:ea typeface="Archivo SemiBold"/>
                <a:cs typeface="Archivo SemiBold"/>
                <a:sym typeface="Archivo SemiBold"/>
              </a:rPr>
              <a:t>Emerging Technology</a:t>
            </a:r>
            <a:endParaRPr sz="1700">
              <a:solidFill>
                <a:schemeClr val="lt1"/>
              </a:solidFill>
              <a:latin typeface="Archivo SemiBold"/>
              <a:ea typeface="Archivo SemiBold"/>
              <a:cs typeface="Archivo SemiBold"/>
              <a:sym typeface="Archivo SemiBold"/>
            </a:endParaRPr>
          </a:p>
          <a:p>
            <a:pPr indent="-349250" lvl="0" marL="457200" rtl="0" algn="l">
              <a:spcBef>
                <a:spcPts val="0"/>
              </a:spcBef>
              <a:spcAft>
                <a:spcPts val="0"/>
              </a:spcAft>
              <a:buClr>
                <a:schemeClr val="lt1"/>
              </a:buClr>
              <a:buSzPts val="1900"/>
              <a:buFont typeface="Archivo SemiBold"/>
              <a:buChar char="●"/>
            </a:pPr>
            <a:r>
              <a:rPr b="0" lang="en" sz="1900">
                <a:solidFill>
                  <a:schemeClr val="lt1"/>
                </a:solidFill>
                <a:latin typeface="Archivo SemiBold"/>
                <a:ea typeface="Archivo SemiBold"/>
                <a:cs typeface="Archivo SemiBold"/>
                <a:sym typeface="Archivo SemiBold"/>
              </a:rPr>
              <a:t>Many Community Volunteer Roles</a:t>
            </a:r>
            <a:endParaRPr b="0" sz="1900">
              <a:solidFill>
                <a:schemeClr val="lt1"/>
              </a:solidFill>
              <a:latin typeface="Archivo SemiBold"/>
              <a:ea typeface="Archivo SemiBold"/>
              <a:cs typeface="Archivo SemiBold"/>
              <a:sym typeface="Archivo SemiBold"/>
            </a:endParaRPr>
          </a:p>
        </p:txBody>
      </p:sp>
      <p:pic>
        <p:nvPicPr>
          <p:cNvPr id="142" name="Google Shape;142;p33"/>
          <p:cNvPicPr preferRelativeResize="0"/>
          <p:nvPr/>
        </p:nvPicPr>
        <p:blipFill>
          <a:blip r:embed="rId3">
            <a:alphaModFix/>
          </a:blip>
          <a:stretch>
            <a:fillRect/>
          </a:stretch>
        </p:blipFill>
        <p:spPr>
          <a:xfrm>
            <a:off x="7821250" y="3840525"/>
            <a:ext cx="1187599" cy="1187600"/>
          </a:xfrm>
          <a:prstGeom prst="rect">
            <a:avLst/>
          </a:prstGeom>
          <a:noFill/>
          <a:ln>
            <a:noFill/>
          </a:ln>
        </p:spPr>
      </p:pic>
      <p:pic>
        <p:nvPicPr>
          <p:cNvPr id="143" name="Google Shape;143;p33" title="tuckerintro2.mov">
            <a:hlinkClick r:id="rId4"/>
          </p:cNvPr>
          <p:cNvPicPr preferRelativeResize="0"/>
          <p:nvPr/>
        </p:nvPicPr>
        <p:blipFill>
          <a:blip r:embed="rId5">
            <a:alphaModFix/>
          </a:blip>
          <a:stretch>
            <a:fillRect/>
          </a:stretch>
        </p:blipFill>
        <p:spPr>
          <a:xfrm>
            <a:off x="725050" y="0"/>
            <a:ext cx="2893225" cy="514350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4"/>
          <p:cNvSpPr txBox="1"/>
          <p:nvPr>
            <p:ph type="ctrTitle"/>
          </p:nvPr>
        </p:nvSpPr>
        <p:spPr>
          <a:xfrm>
            <a:off x="576072" y="457200"/>
            <a:ext cx="5239500" cy="769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5000"/>
              <a:t>Agenda</a:t>
            </a:r>
            <a:endParaRPr sz="5000"/>
          </a:p>
        </p:txBody>
      </p:sp>
      <p:sp>
        <p:nvSpPr>
          <p:cNvPr id="149" name="Google Shape;149;p34"/>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 name="Google Shape;150;p34"/>
          <p:cNvSpPr txBox="1"/>
          <p:nvPr>
            <p:ph idx="1" type="subTitle"/>
          </p:nvPr>
        </p:nvSpPr>
        <p:spPr>
          <a:xfrm>
            <a:off x="576075" y="1657350"/>
            <a:ext cx="5162400" cy="2493600"/>
          </a:xfrm>
          <a:prstGeom prst="rect">
            <a:avLst/>
          </a:prstGeom>
        </p:spPr>
        <p:txBody>
          <a:bodyPr anchorCtr="0" anchor="t" bIns="0" lIns="0" spcFirstLastPara="1" rIns="0" wrap="square" tIns="0">
            <a:spAutoFit/>
          </a:bodyPr>
          <a:lstStyle/>
          <a:p>
            <a:pPr indent="-342900" lvl="0" marL="4572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Overview</a:t>
            </a:r>
            <a:r>
              <a:rPr b="0" lang="en" sz="1800">
                <a:latin typeface="Archivo SemiBold"/>
                <a:ea typeface="Archivo SemiBold"/>
                <a:cs typeface="Archivo SemiBold"/>
                <a:sym typeface="Archivo SemiBold"/>
              </a:rPr>
              <a:t> of AI Generated Media</a:t>
            </a:r>
            <a:endParaRPr b="0" sz="1800">
              <a:latin typeface="Archivo SemiBold"/>
              <a:ea typeface="Archivo SemiBold"/>
              <a:cs typeface="Archivo SemiBold"/>
              <a:sym typeface="Archivo SemiBold"/>
            </a:endParaRPr>
          </a:p>
          <a:p>
            <a:pPr indent="-342900" lvl="0" marL="4572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Human or AI?</a:t>
            </a:r>
            <a:endParaRPr b="0" sz="1800">
              <a:latin typeface="Archivo SemiBold"/>
              <a:ea typeface="Archivo SemiBold"/>
              <a:cs typeface="Archivo SemiBold"/>
              <a:sym typeface="Archivo SemiBold"/>
            </a:endParaRPr>
          </a:p>
          <a:p>
            <a:pPr indent="-342900" lvl="0" marL="4572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Technical Demo</a:t>
            </a:r>
            <a:endParaRPr b="0" sz="1800">
              <a:latin typeface="Archivo SemiBold"/>
              <a:ea typeface="Archivo SemiBold"/>
              <a:cs typeface="Archivo SemiBold"/>
              <a:sym typeface="Archivo SemiBold"/>
            </a:endParaRPr>
          </a:p>
          <a:p>
            <a:pPr indent="-342900" lvl="0" marL="9144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Video</a:t>
            </a:r>
            <a:endParaRPr b="0" sz="1800">
              <a:latin typeface="Archivo SemiBold"/>
              <a:ea typeface="Archivo SemiBold"/>
              <a:cs typeface="Archivo SemiBold"/>
              <a:sym typeface="Archivo SemiBold"/>
            </a:endParaRPr>
          </a:p>
          <a:p>
            <a:pPr indent="-342900" lvl="0" marL="9144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Voice</a:t>
            </a:r>
            <a:endParaRPr b="0" sz="1800">
              <a:latin typeface="Archivo SemiBold"/>
              <a:ea typeface="Archivo SemiBold"/>
              <a:cs typeface="Archivo SemiBold"/>
              <a:sym typeface="Archivo SemiBold"/>
            </a:endParaRPr>
          </a:p>
          <a:p>
            <a:pPr indent="-342900" lvl="0" marL="9144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Translation</a:t>
            </a:r>
            <a:endParaRPr b="0" sz="1800">
              <a:latin typeface="Archivo SemiBold"/>
              <a:ea typeface="Archivo SemiBold"/>
              <a:cs typeface="Archivo SemiBold"/>
              <a:sym typeface="Archivo SemiBold"/>
            </a:endParaRPr>
          </a:p>
          <a:p>
            <a:pPr indent="-342900" lvl="0" marL="9144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Limitations</a:t>
            </a:r>
            <a:endParaRPr b="0" sz="1800">
              <a:latin typeface="Archivo SemiBold"/>
              <a:ea typeface="Archivo SemiBold"/>
              <a:cs typeface="Archivo SemiBold"/>
              <a:sym typeface="Archivo SemiBold"/>
            </a:endParaRPr>
          </a:p>
          <a:p>
            <a:pPr indent="-342900" lvl="0" marL="4572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Empowering Your Workforce</a:t>
            </a:r>
            <a:endParaRPr b="0" sz="1800">
              <a:latin typeface="Archivo SemiBold"/>
              <a:ea typeface="Archivo SemiBold"/>
              <a:cs typeface="Archivo SemiBold"/>
              <a:sym typeface="Archivo SemiBold"/>
            </a:endParaRPr>
          </a:p>
          <a:p>
            <a:pPr indent="-342900" lvl="0" marL="457200" rtl="0" algn="l">
              <a:spcBef>
                <a:spcPts val="0"/>
              </a:spcBef>
              <a:spcAft>
                <a:spcPts val="0"/>
              </a:spcAft>
              <a:buSzPts val="1800"/>
              <a:buFont typeface="Archivo SemiBold"/>
              <a:buChar char="●"/>
            </a:pPr>
            <a:r>
              <a:rPr b="0" lang="en" sz="1800">
                <a:latin typeface="Archivo SemiBold"/>
                <a:ea typeface="Archivo SemiBold"/>
                <a:cs typeface="Archivo SemiBold"/>
                <a:sym typeface="Archivo SemiBold"/>
              </a:rPr>
              <a:t>Q&amp;A</a:t>
            </a:r>
            <a:endParaRPr b="0" sz="1800">
              <a:latin typeface="Archivo SemiBold"/>
              <a:ea typeface="Archivo SemiBold"/>
              <a:cs typeface="Archivo SemiBold"/>
              <a:sym typeface="Archivo SemiBold"/>
            </a:endParaRPr>
          </a:p>
        </p:txBody>
      </p:sp>
      <p:sp>
        <p:nvSpPr>
          <p:cNvPr id="151" name="Google Shape;151;p34"/>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152" name="Google Shape;152;p34"/>
          <p:cNvPicPr preferRelativeResize="0"/>
          <p:nvPr/>
        </p:nvPicPr>
        <p:blipFill rotWithShape="1">
          <a:blip r:embed="rId3">
            <a:alphaModFix/>
          </a:blip>
          <a:srcRect b="0" l="228" r="228" t="0"/>
          <a:stretch/>
        </p:blipFill>
        <p:spPr>
          <a:xfrm>
            <a:off x="576072" y="4690872"/>
            <a:ext cx="1508760" cy="228600"/>
          </a:xfrm>
          <a:prstGeom prst="rect">
            <a:avLst/>
          </a:prstGeom>
          <a:noFill/>
          <a:ln>
            <a:noFill/>
          </a:ln>
        </p:spPr>
      </p:pic>
      <p:grpSp>
        <p:nvGrpSpPr>
          <p:cNvPr id="153" name="Google Shape;153;p34"/>
          <p:cNvGrpSpPr/>
          <p:nvPr/>
        </p:nvGrpSpPr>
        <p:grpSpPr>
          <a:xfrm>
            <a:off x="5855800" y="-1"/>
            <a:ext cx="3288199" cy="3462903"/>
            <a:chOff x="5855800" y="-1"/>
            <a:chExt cx="3288199" cy="3462903"/>
          </a:xfrm>
        </p:grpSpPr>
        <p:pic>
          <p:nvPicPr>
            <p:cNvPr id="154" name="Google Shape;154;p34"/>
            <p:cNvPicPr preferRelativeResize="0"/>
            <p:nvPr/>
          </p:nvPicPr>
          <p:blipFill rotWithShape="1">
            <a:blip r:embed="rId4">
              <a:alphaModFix/>
            </a:blip>
            <a:srcRect b="0" l="0" r="46746" t="39617"/>
            <a:stretch/>
          </p:blipFill>
          <p:spPr>
            <a:xfrm>
              <a:off x="6161900" y="-1"/>
              <a:ext cx="2982099" cy="3185950"/>
            </a:xfrm>
            <a:prstGeom prst="rect">
              <a:avLst/>
            </a:prstGeom>
            <a:noFill/>
            <a:ln>
              <a:noFill/>
            </a:ln>
          </p:spPr>
        </p:pic>
        <p:pic>
          <p:nvPicPr>
            <p:cNvPr id="155" name="Google Shape;155;p34"/>
            <p:cNvPicPr preferRelativeResize="0"/>
            <p:nvPr/>
          </p:nvPicPr>
          <p:blipFill rotWithShape="1">
            <a:blip r:embed="rId5">
              <a:alphaModFix/>
            </a:blip>
            <a:srcRect b="20546" l="0" r="0" t="0"/>
            <a:stretch/>
          </p:blipFill>
          <p:spPr>
            <a:xfrm rot="10800000">
              <a:off x="5855800" y="2"/>
              <a:ext cx="2982075" cy="3462901"/>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5"/>
          <p:cNvSpPr txBox="1"/>
          <p:nvPr/>
        </p:nvSpPr>
        <p:spPr>
          <a:xfrm>
            <a:off x="576075" y="463100"/>
            <a:ext cx="8324100" cy="373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900">
                <a:solidFill>
                  <a:srgbClr val="40403F"/>
                </a:solidFill>
                <a:latin typeface="Archivo"/>
                <a:ea typeface="Archivo"/>
                <a:cs typeface="Archivo"/>
                <a:sym typeface="Archivo"/>
              </a:rPr>
              <a:t>Overview of AI Generated Media</a:t>
            </a:r>
            <a:endParaRPr sz="2500">
              <a:solidFill>
                <a:srgbClr val="40403F"/>
              </a:solidFill>
              <a:latin typeface="Barlow Condensed SemiBold"/>
              <a:ea typeface="Barlow Condensed SemiBold"/>
              <a:cs typeface="Barlow Condensed SemiBold"/>
              <a:sym typeface="Barlow Condensed SemiBold"/>
            </a:endParaRPr>
          </a:p>
          <a:p>
            <a:pPr indent="-330200" lvl="0" marL="457200" rtl="0" algn="l">
              <a:lnSpc>
                <a:spcPct val="150000"/>
              </a:lnSpc>
              <a:spcBef>
                <a:spcPts val="1600"/>
              </a:spcBef>
              <a:spcAft>
                <a:spcPts val="0"/>
              </a:spcAft>
              <a:buClr>
                <a:srgbClr val="40403F"/>
              </a:buClr>
              <a:buSzPts val="1600"/>
              <a:buFont typeface="Noto Serif JP"/>
              <a:buChar char="●"/>
            </a:pPr>
            <a:r>
              <a:rPr b="1" lang="en" sz="1600">
                <a:solidFill>
                  <a:schemeClr val="dk2"/>
                </a:solidFill>
                <a:latin typeface="Noto Serif JP"/>
                <a:ea typeface="Noto Serif JP"/>
                <a:cs typeface="Noto Serif JP"/>
                <a:sym typeface="Noto Serif JP"/>
              </a:rPr>
              <a:t>AI:</a:t>
            </a:r>
            <a:r>
              <a:rPr lang="en" sz="1600">
                <a:solidFill>
                  <a:schemeClr val="dk2"/>
                </a:solidFill>
                <a:latin typeface="Noto Serif JP"/>
                <a:ea typeface="Noto Serif JP"/>
                <a:cs typeface="Noto Serif JP"/>
                <a:sym typeface="Noto Serif JP"/>
              </a:rPr>
              <a:t> Computer science focused on creating systems capable of performing tasks that typically require human intelligence</a:t>
            </a:r>
            <a:endParaRPr sz="1600">
              <a:solidFill>
                <a:schemeClr val="dk2"/>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rgbClr val="40403F"/>
              </a:buClr>
              <a:buSzPts val="1600"/>
              <a:buFont typeface="Noto Serif JP"/>
              <a:buChar char="●"/>
            </a:pPr>
            <a:r>
              <a:rPr b="1" lang="en" sz="1600">
                <a:solidFill>
                  <a:srgbClr val="40403F"/>
                </a:solidFill>
                <a:latin typeface="Noto Serif JP"/>
                <a:ea typeface="Noto Serif JP"/>
                <a:cs typeface="Noto Serif JP"/>
                <a:sym typeface="Noto Serif JP"/>
              </a:rPr>
              <a:t>AI Generated Media:</a:t>
            </a:r>
            <a:r>
              <a:rPr lang="en" sz="1600">
                <a:solidFill>
                  <a:srgbClr val="40403F"/>
                </a:solidFill>
                <a:latin typeface="Noto Serif JP"/>
                <a:ea typeface="Noto Serif JP"/>
                <a:cs typeface="Noto Serif JP"/>
                <a:sym typeface="Noto Serif JP"/>
              </a:rPr>
              <a:t> Content created with the assistance of AI technologies</a:t>
            </a:r>
            <a:endParaRPr sz="1600">
              <a:solidFill>
                <a:srgbClr val="40403F"/>
              </a:solidFill>
              <a:latin typeface="Noto Serif JP"/>
              <a:ea typeface="Noto Serif JP"/>
              <a:cs typeface="Noto Serif JP"/>
              <a:sym typeface="Noto Serif JP"/>
            </a:endParaRPr>
          </a:p>
          <a:p>
            <a:pPr indent="-330200" lvl="0" marL="4572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Includes </a:t>
            </a:r>
            <a:r>
              <a:rPr b="1" lang="en" sz="1600">
                <a:solidFill>
                  <a:srgbClr val="40403F"/>
                </a:solidFill>
                <a:latin typeface="Noto Serif JP"/>
                <a:ea typeface="Noto Serif JP"/>
                <a:cs typeface="Noto Serif JP"/>
                <a:sym typeface="Noto Serif JP"/>
              </a:rPr>
              <a:t>multi-modality: </a:t>
            </a:r>
            <a:endParaRPr b="1" sz="1600">
              <a:solidFill>
                <a:srgbClr val="40403F"/>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text</a:t>
            </a:r>
            <a:endParaRPr sz="1600">
              <a:solidFill>
                <a:srgbClr val="40403F"/>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images</a:t>
            </a:r>
            <a:endParaRPr sz="1600">
              <a:solidFill>
                <a:srgbClr val="40403F"/>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audio</a:t>
            </a:r>
            <a:endParaRPr sz="1600">
              <a:solidFill>
                <a:srgbClr val="40403F"/>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video </a:t>
            </a:r>
            <a:endParaRPr b="1" sz="2900">
              <a:solidFill>
                <a:srgbClr val="40403F"/>
              </a:solidFill>
              <a:latin typeface="Archivo"/>
              <a:ea typeface="Archivo"/>
              <a:cs typeface="Archivo"/>
              <a:sym typeface="Archivo"/>
            </a:endParaRPr>
          </a:p>
        </p:txBody>
      </p:sp>
      <p:sp>
        <p:nvSpPr>
          <p:cNvPr id="161" name="Google Shape;161;p35"/>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35"/>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163" name="Google Shape;163;p35"/>
          <p:cNvPicPr preferRelativeResize="0"/>
          <p:nvPr/>
        </p:nvPicPr>
        <p:blipFill>
          <a:blip r:embed="rId3">
            <a:alphaModFix/>
          </a:blip>
          <a:stretch>
            <a:fillRect/>
          </a:stretch>
        </p:blipFill>
        <p:spPr>
          <a:xfrm>
            <a:off x="576072" y="4690872"/>
            <a:ext cx="1508759" cy="228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6"/>
          <p:cNvSpPr txBox="1"/>
          <p:nvPr/>
        </p:nvSpPr>
        <p:spPr>
          <a:xfrm>
            <a:off x="576075" y="463100"/>
            <a:ext cx="8324100" cy="1811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900">
                <a:solidFill>
                  <a:srgbClr val="40403F"/>
                </a:solidFill>
                <a:latin typeface="Archivo"/>
                <a:ea typeface="Archivo"/>
                <a:cs typeface="Archivo"/>
                <a:sym typeface="Archivo"/>
              </a:rPr>
              <a:t>From Turing to AI Everywhere</a:t>
            </a:r>
            <a:endParaRPr b="1" sz="2900">
              <a:solidFill>
                <a:srgbClr val="40403F"/>
              </a:solidFill>
              <a:latin typeface="Archivo"/>
              <a:ea typeface="Archivo"/>
              <a:cs typeface="Archivo"/>
              <a:sym typeface="Archivo"/>
            </a:endParaRPr>
          </a:p>
          <a:p>
            <a:pPr indent="-330200" lvl="0" marL="457200" rtl="0" algn="l">
              <a:lnSpc>
                <a:spcPct val="150000"/>
              </a:lnSpc>
              <a:spcBef>
                <a:spcPts val="100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1940s-1960s: Turing &amp; ELIZA Chatbot</a:t>
            </a:r>
            <a:endParaRPr sz="1600">
              <a:solidFill>
                <a:srgbClr val="40403F"/>
              </a:solidFill>
              <a:latin typeface="Noto Serif JP"/>
              <a:ea typeface="Noto Serif JP"/>
              <a:cs typeface="Noto Serif JP"/>
              <a:sym typeface="Noto Serif JP"/>
            </a:endParaRPr>
          </a:p>
          <a:p>
            <a:pPr indent="-330200" lvl="0" marL="457200" marR="310978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1980s-2010s: </a:t>
            </a:r>
            <a:r>
              <a:rPr lang="en" sz="1600">
                <a:solidFill>
                  <a:schemeClr val="dk2"/>
                </a:solidFill>
                <a:latin typeface="Noto Serif JP"/>
                <a:ea typeface="Noto Serif JP"/>
                <a:cs typeface="Noto Serif JP"/>
                <a:sym typeface="Noto Serif JP"/>
              </a:rPr>
              <a:t>RNN; LSTM; GAN; VAE</a:t>
            </a:r>
            <a:endParaRPr sz="1600">
              <a:solidFill>
                <a:schemeClr val="dk2"/>
              </a:solidFill>
              <a:latin typeface="Noto Serif JP"/>
              <a:ea typeface="Noto Serif JP"/>
              <a:cs typeface="Noto Serif JP"/>
              <a:sym typeface="Noto Serif JP"/>
            </a:endParaRPr>
          </a:p>
          <a:p>
            <a:pPr indent="-330200" lvl="0" marL="457200" marR="310978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2017: Transformer Architecture &amp; GPT</a:t>
            </a:r>
            <a:endParaRPr b="1" sz="2700">
              <a:solidFill>
                <a:srgbClr val="40403F"/>
              </a:solidFill>
              <a:latin typeface="Archivo"/>
              <a:ea typeface="Archivo"/>
              <a:cs typeface="Archivo"/>
              <a:sym typeface="Archivo"/>
            </a:endParaRPr>
          </a:p>
        </p:txBody>
      </p:sp>
      <p:sp>
        <p:nvSpPr>
          <p:cNvPr id="169" name="Google Shape;169;p36"/>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36"/>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171" name="Google Shape;171;p36"/>
          <p:cNvPicPr preferRelativeResize="0"/>
          <p:nvPr/>
        </p:nvPicPr>
        <p:blipFill rotWithShape="1">
          <a:blip r:embed="rId3">
            <a:alphaModFix/>
          </a:blip>
          <a:srcRect b="10023" l="0" r="0" t="0"/>
          <a:stretch/>
        </p:blipFill>
        <p:spPr>
          <a:xfrm>
            <a:off x="2505768" y="2571750"/>
            <a:ext cx="4132454" cy="2091476"/>
          </a:xfrm>
          <a:prstGeom prst="rect">
            <a:avLst/>
          </a:prstGeom>
          <a:noFill/>
          <a:ln>
            <a:noFill/>
          </a:ln>
        </p:spPr>
      </p:pic>
      <p:pic>
        <p:nvPicPr>
          <p:cNvPr id="172" name="Google Shape;172;p36"/>
          <p:cNvPicPr preferRelativeResize="0"/>
          <p:nvPr/>
        </p:nvPicPr>
        <p:blipFill>
          <a:blip r:embed="rId4">
            <a:alphaModFix/>
          </a:blip>
          <a:stretch>
            <a:fillRect/>
          </a:stretch>
        </p:blipFill>
        <p:spPr>
          <a:xfrm>
            <a:off x="576072" y="4690872"/>
            <a:ext cx="1508759" cy="228600"/>
          </a:xfrm>
          <a:prstGeom prst="rect">
            <a:avLst/>
          </a:prstGeom>
          <a:noFill/>
          <a:ln>
            <a:noFill/>
          </a:ln>
        </p:spPr>
      </p:pic>
      <p:pic>
        <p:nvPicPr>
          <p:cNvPr id="173" name="Google Shape;173;p36"/>
          <p:cNvPicPr preferRelativeResize="0"/>
          <p:nvPr/>
        </p:nvPicPr>
        <p:blipFill>
          <a:blip r:embed="rId5">
            <a:alphaModFix/>
          </a:blip>
          <a:stretch>
            <a:fillRect/>
          </a:stretch>
        </p:blipFill>
        <p:spPr>
          <a:xfrm>
            <a:off x="5803550" y="1257757"/>
            <a:ext cx="3217603" cy="24131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7"/>
          <p:cNvSpPr txBox="1"/>
          <p:nvPr/>
        </p:nvSpPr>
        <p:spPr>
          <a:xfrm>
            <a:off x="576075" y="463100"/>
            <a:ext cx="8324100" cy="402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AI Everywhere</a:t>
            </a:r>
            <a:endParaRPr sz="2300">
              <a:solidFill>
                <a:srgbClr val="40403F"/>
              </a:solidFill>
              <a:latin typeface="Barlow Condensed SemiBold"/>
              <a:ea typeface="Barlow Condensed SemiBold"/>
              <a:cs typeface="Barlow Condensed SemiBold"/>
              <a:sym typeface="Barlow Condensed SemiBold"/>
            </a:endParaRPr>
          </a:p>
          <a:p>
            <a:pPr indent="-330200" lvl="0" marL="457200" marR="3109780" rtl="0" algn="l">
              <a:lnSpc>
                <a:spcPct val="150000"/>
              </a:lnSpc>
              <a:spcBef>
                <a:spcPts val="160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Acceleration of Advancements</a:t>
            </a:r>
            <a:endParaRPr sz="1600">
              <a:solidFill>
                <a:schemeClr val="dk2"/>
              </a:solidFill>
              <a:latin typeface="Noto Serif JP"/>
              <a:ea typeface="Noto Serif JP"/>
              <a:cs typeface="Noto Serif JP"/>
              <a:sym typeface="Noto Serif JP"/>
            </a:endParaRPr>
          </a:p>
          <a:p>
            <a:pPr indent="-330200" lvl="0" marL="457200" marR="310978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Competition for Market Share</a:t>
            </a:r>
            <a:endParaRPr sz="1600">
              <a:solidFill>
                <a:schemeClr val="dk2"/>
              </a:solidFill>
              <a:latin typeface="Noto Serif JP"/>
              <a:ea typeface="Noto Serif JP"/>
              <a:cs typeface="Noto Serif JP"/>
              <a:sym typeface="Noto Serif JP"/>
            </a:endParaRPr>
          </a:p>
          <a:p>
            <a:pPr indent="-330200" lvl="0" marL="457200" marR="310978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GenAI becoming Table Stakes</a:t>
            </a:r>
            <a:endParaRPr sz="1600">
              <a:solidFill>
                <a:schemeClr val="dk2"/>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SaaS Products</a:t>
            </a:r>
            <a:endParaRPr sz="1600">
              <a:solidFill>
                <a:schemeClr val="dk2"/>
              </a:solidFill>
              <a:latin typeface="Noto Serif JP"/>
              <a:ea typeface="Noto Serif JP"/>
              <a:cs typeface="Noto Serif JP"/>
              <a:sym typeface="Noto Serif JP"/>
            </a:endParaRPr>
          </a:p>
          <a:p>
            <a:pPr indent="-330200" lvl="1" marL="914400" marR="310978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Resumes</a:t>
            </a:r>
            <a:endParaRPr b="1" sz="2700">
              <a:solidFill>
                <a:srgbClr val="40403F"/>
              </a:solidFill>
              <a:latin typeface="Archivo"/>
              <a:ea typeface="Archivo"/>
              <a:cs typeface="Archivo"/>
              <a:sym typeface="Archivo"/>
            </a:endParaRPr>
          </a:p>
        </p:txBody>
      </p:sp>
      <p:pic>
        <p:nvPicPr>
          <p:cNvPr id="179" name="Google Shape;179;p37"/>
          <p:cNvPicPr preferRelativeResize="0"/>
          <p:nvPr/>
        </p:nvPicPr>
        <p:blipFill>
          <a:blip r:embed="rId3">
            <a:alphaModFix/>
          </a:blip>
          <a:stretch>
            <a:fillRect/>
          </a:stretch>
        </p:blipFill>
        <p:spPr>
          <a:xfrm>
            <a:off x="4278300" y="0"/>
            <a:ext cx="4845499" cy="4691575"/>
          </a:xfrm>
          <a:prstGeom prst="rect">
            <a:avLst/>
          </a:prstGeom>
          <a:noFill/>
          <a:ln>
            <a:noFill/>
          </a:ln>
        </p:spPr>
      </p:pic>
      <p:sp>
        <p:nvSpPr>
          <p:cNvPr id="180" name="Google Shape;180;p37"/>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37"/>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182" name="Google Shape;182;p37"/>
          <p:cNvPicPr preferRelativeResize="0"/>
          <p:nvPr/>
        </p:nvPicPr>
        <p:blipFill>
          <a:blip r:embed="rId4">
            <a:alphaModFix/>
          </a:blip>
          <a:stretch>
            <a:fillRect/>
          </a:stretch>
        </p:blipFill>
        <p:spPr>
          <a:xfrm>
            <a:off x="576072" y="4690872"/>
            <a:ext cx="1508759" cy="228600"/>
          </a:xfrm>
          <a:prstGeom prst="rect">
            <a:avLst/>
          </a:prstGeom>
          <a:noFill/>
          <a:ln>
            <a:noFill/>
          </a:ln>
        </p:spPr>
      </p:pic>
      <p:sp>
        <p:nvSpPr>
          <p:cNvPr id="183" name="Google Shape;183;p37"/>
          <p:cNvSpPr/>
          <p:nvPr/>
        </p:nvSpPr>
        <p:spPr>
          <a:xfrm>
            <a:off x="856700" y="3273150"/>
            <a:ext cx="2920200" cy="100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arlow Condensed SemiBold"/>
                <a:ea typeface="Barlow Condensed SemiBold"/>
                <a:cs typeface="Barlow Condensed SemiBold"/>
                <a:sym typeface="Barlow Condensed SemiBold"/>
              </a:rPr>
              <a:t>You won’t be replaced by AI, but likely by someone using AI</a:t>
            </a:r>
            <a:endParaRPr sz="1600">
              <a:solidFill>
                <a:schemeClr val="lt1"/>
              </a:solidFill>
              <a:latin typeface="Barlow Condensed SemiBold"/>
              <a:ea typeface="Barlow Condensed SemiBold"/>
              <a:cs typeface="Barlow Condensed SemiBold"/>
              <a:sym typeface="Barlow Condensed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8"/>
          <p:cNvPicPr preferRelativeResize="0"/>
          <p:nvPr/>
        </p:nvPicPr>
        <p:blipFill rotWithShape="1">
          <a:blip r:embed="rId3">
            <a:alphaModFix/>
          </a:blip>
          <a:srcRect b="4597" l="7924" r="11044" t="6473"/>
          <a:stretch/>
        </p:blipFill>
        <p:spPr>
          <a:xfrm>
            <a:off x="3044950" y="0"/>
            <a:ext cx="6099049" cy="4462024"/>
          </a:xfrm>
          <a:prstGeom prst="rect">
            <a:avLst/>
          </a:prstGeom>
          <a:noFill/>
          <a:ln>
            <a:noFill/>
          </a:ln>
        </p:spPr>
      </p:pic>
      <p:sp>
        <p:nvSpPr>
          <p:cNvPr id="189" name="Google Shape;189;p38"/>
          <p:cNvSpPr txBox="1"/>
          <p:nvPr>
            <p:ph idx="1" type="body"/>
          </p:nvPr>
        </p:nvSpPr>
        <p:spPr>
          <a:xfrm>
            <a:off x="207275" y="457200"/>
            <a:ext cx="2761500" cy="44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a:t>“90% of the internet will be AI by 2025 or 2026!” </a:t>
            </a:r>
            <a:endParaRPr sz="3000"/>
          </a:p>
        </p:txBody>
      </p:sp>
      <p:sp>
        <p:nvSpPr>
          <p:cNvPr id="190" name="Google Shape;190;p38"/>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9"/>
          <p:cNvPicPr preferRelativeResize="0"/>
          <p:nvPr/>
        </p:nvPicPr>
        <p:blipFill rotWithShape="1">
          <a:blip r:embed="rId3">
            <a:alphaModFix/>
          </a:blip>
          <a:srcRect b="9289" l="0" r="0" t="9297"/>
          <a:stretch/>
        </p:blipFill>
        <p:spPr>
          <a:xfrm>
            <a:off x="3044950" y="0"/>
            <a:ext cx="6099048" cy="4462023"/>
          </a:xfrm>
          <a:prstGeom prst="rect">
            <a:avLst/>
          </a:prstGeom>
          <a:noFill/>
          <a:ln>
            <a:noFill/>
          </a:ln>
        </p:spPr>
      </p:pic>
      <p:sp>
        <p:nvSpPr>
          <p:cNvPr id="196" name="Google Shape;196;p39"/>
          <p:cNvSpPr txBox="1"/>
          <p:nvPr>
            <p:ph idx="1" type="body"/>
          </p:nvPr>
        </p:nvSpPr>
        <p:spPr>
          <a:xfrm>
            <a:off x="207275" y="457200"/>
            <a:ext cx="2761500" cy="44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a:t>“</a:t>
            </a:r>
            <a:r>
              <a:rPr lang="en"/>
              <a:t>Some</a:t>
            </a:r>
            <a:r>
              <a:rPr b="0" lang="en" sz="2500"/>
              <a:t> </a:t>
            </a:r>
            <a:r>
              <a:rPr lang="en"/>
              <a:t>experts</a:t>
            </a:r>
            <a:r>
              <a:rPr b="0" lang="en" sz="2300"/>
              <a:t> predict that</a:t>
            </a:r>
            <a:r>
              <a:rPr b="0" lang="en"/>
              <a:t> </a:t>
            </a:r>
            <a:r>
              <a:rPr lang="en"/>
              <a:t>as much as </a:t>
            </a:r>
            <a:r>
              <a:rPr b="0" lang="en" sz="2300"/>
              <a:t>90 percent of online content</a:t>
            </a:r>
            <a:r>
              <a:rPr b="0" lang="en" sz="2500"/>
              <a:t> </a:t>
            </a:r>
            <a:r>
              <a:rPr lang="en"/>
              <a:t>could be </a:t>
            </a:r>
            <a:r>
              <a:rPr b="0" lang="en" sz="2300"/>
              <a:t>synthetically generated</a:t>
            </a:r>
            <a:r>
              <a:rPr lang="en" sz="2500"/>
              <a:t> </a:t>
            </a:r>
            <a:r>
              <a:rPr lang="en"/>
              <a:t>within a few years.</a:t>
            </a:r>
            <a:r>
              <a:rPr lang="en"/>
              <a:t>” </a:t>
            </a:r>
            <a:endParaRPr sz="3000"/>
          </a:p>
        </p:txBody>
      </p:sp>
      <p:sp>
        <p:nvSpPr>
          <p:cNvPr id="197" name="Google Shape;197;p39"/>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0"/>
          <p:cNvSpPr txBox="1"/>
          <p:nvPr/>
        </p:nvSpPr>
        <p:spPr>
          <a:xfrm>
            <a:off x="576075" y="463100"/>
            <a:ext cx="8324100" cy="63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700">
                <a:solidFill>
                  <a:schemeClr val="dk2"/>
                </a:solidFill>
                <a:latin typeface="Archivo"/>
                <a:ea typeface="Archivo"/>
                <a:cs typeface="Archivo"/>
                <a:sym typeface="Archivo"/>
              </a:rPr>
              <a:t>AI increasing, so what?</a:t>
            </a:r>
            <a:endParaRPr b="1" i="1" sz="2700">
              <a:solidFill>
                <a:srgbClr val="40403F"/>
              </a:solidFill>
              <a:latin typeface="Archivo"/>
              <a:ea typeface="Archivo"/>
              <a:cs typeface="Archivo"/>
              <a:sym typeface="Archivo"/>
            </a:endParaRPr>
          </a:p>
        </p:txBody>
      </p:sp>
      <p:sp>
        <p:nvSpPr>
          <p:cNvPr id="203" name="Google Shape;203;p40"/>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4" name="Google Shape;204;p40"/>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205" name="Google Shape;205;p40"/>
          <p:cNvPicPr preferRelativeResize="0"/>
          <p:nvPr/>
        </p:nvPicPr>
        <p:blipFill>
          <a:blip r:embed="rId3">
            <a:alphaModFix/>
          </a:blip>
          <a:stretch>
            <a:fillRect/>
          </a:stretch>
        </p:blipFill>
        <p:spPr>
          <a:xfrm>
            <a:off x="576072" y="4690872"/>
            <a:ext cx="1508759" cy="228600"/>
          </a:xfrm>
          <a:prstGeom prst="rect">
            <a:avLst/>
          </a:prstGeom>
          <a:noFill/>
          <a:ln>
            <a:noFill/>
          </a:ln>
        </p:spPr>
      </p:pic>
      <p:sp>
        <p:nvSpPr>
          <p:cNvPr id="206" name="Google Shape;206;p40"/>
          <p:cNvSpPr/>
          <p:nvPr/>
        </p:nvSpPr>
        <p:spPr>
          <a:xfrm>
            <a:off x="142466" y="1322588"/>
            <a:ext cx="2886900" cy="2690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arlow Condensed SemiBold"/>
                <a:ea typeface="Barlow Condensed SemiBold"/>
                <a:cs typeface="Barlow Condensed SemiBold"/>
                <a:sym typeface="Barlow Condensed SemiBold"/>
              </a:rPr>
              <a:t>39% of workers are not confident that they know how to use AI  responsibly</a:t>
            </a:r>
            <a:endParaRPr sz="1600">
              <a:solidFill>
                <a:schemeClr val="lt1"/>
              </a:solidFill>
              <a:latin typeface="Barlow Condensed SemiBold"/>
              <a:ea typeface="Barlow Condensed SemiBold"/>
              <a:cs typeface="Barlow Condensed SemiBold"/>
              <a:sym typeface="Barlow Condensed SemiBold"/>
            </a:endParaRPr>
          </a:p>
        </p:txBody>
      </p:sp>
      <p:sp>
        <p:nvSpPr>
          <p:cNvPr id="207" name="Google Shape;207;p40"/>
          <p:cNvSpPr/>
          <p:nvPr/>
        </p:nvSpPr>
        <p:spPr>
          <a:xfrm>
            <a:off x="2181025" y="2670925"/>
            <a:ext cx="2886900" cy="26907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arlow Condensed SemiBold"/>
                <a:ea typeface="Barlow Condensed SemiBold"/>
                <a:cs typeface="Barlow Condensed SemiBold"/>
                <a:sym typeface="Barlow Condensed SemiBold"/>
              </a:rPr>
              <a:t>91% of employees say organizations should regularly update their training to keep pace with AI</a:t>
            </a:r>
            <a:endParaRPr sz="1600">
              <a:solidFill>
                <a:schemeClr val="lt1"/>
              </a:solidFill>
              <a:latin typeface="Barlow Condensed SemiBold"/>
              <a:ea typeface="Barlow Condensed SemiBold"/>
              <a:cs typeface="Barlow Condensed SemiBold"/>
              <a:sym typeface="Barlow Condensed SemiBold"/>
            </a:endParaRPr>
          </a:p>
        </p:txBody>
      </p:sp>
      <p:sp>
        <p:nvSpPr>
          <p:cNvPr id="208" name="Google Shape;208;p40"/>
          <p:cNvSpPr/>
          <p:nvPr/>
        </p:nvSpPr>
        <p:spPr>
          <a:xfrm>
            <a:off x="3996300" y="892875"/>
            <a:ext cx="2886900" cy="26907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arlow Condensed SemiBold"/>
                <a:ea typeface="Barlow Condensed SemiBold"/>
                <a:cs typeface="Barlow Condensed SemiBold"/>
                <a:sym typeface="Barlow Condensed SemiBold"/>
              </a:rPr>
              <a:t>85% of workers believe AI has made cybersecurity attacks more sophisticated</a:t>
            </a:r>
            <a:endParaRPr sz="1600">
              <a:solidFill>
                <a:schemeClr val="lt1"/>
              </a:solidFill>
              <a:latin typeface="Barlow Condensed SemiBold"/>
              <a:ea typeface="Barlow Condensed SemiBold"/>
              <a:cs typeface="Barlow Condensed SemiBold"/>
              <a:sym typeface="Barlow Condensed SemiBold"/>
            </a:endParaRPr>
          </a:p>
        </p:txBody>
      </p:sp>
      <p:sp>
        <p:nvSpPr>
          <p:cNvPr id="209" name="Google Shape;209;p40"/>
          <p:cNvSpPr/>
          <p:nvPr/>
        </p:nvSpPr>
        <p:spPr>
          <a:xfrm>
            <a:off x="6387016" y="1398788"/>
            <a:ext cx="2886900" cy="26907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Barlow Condensed SemiBold"/>
                <a:ea typeface="Barlow Condensed SemiBold"/>
                <a:cs typeface="Barlow Condensed SemiBold"/>
                <a:sym typeface="Barlow Condensed SemiBold"/>
              </a:rPr>
              <a:t>Google Warning: Effectiveness and Scale of Social Engineering &amp; Phishing Attacks to Grow</a:t>
            </a:r>
            <a:endParaRPr sz="1600">
              <a:solidFill>
                <a:schemeClr val="lt1"/>
              </a:solidFill>
              <a:latin typeface="Barlow Condensed SemiBold"/>
              <a:ea typeface="Barlow Condensed SemiBold"/>
              <a:cs typeface="Barlow Condensed SemiBold"/>
              <a:sym typeface="Barlow Condensed SemiBold"/>
            </a:endParaRPr>
          </a:p>
        </p:txBody>
      </p:sp>
      <p:pic>
        <p:nvPicPr>
          <p:cNvPr id="210" name="Google Shape;210;p40"/>
          <p:cNvPicPr preferRelativeResize="0"/>
          <p:nvPr/>
        </p:nvPicPr>
        <p:blipFill>
          <a:blip r:embed="rId4">
            <a:alphaModFix/>
          </a:blip>
          <a:stretch>
            <a:fillRect/>
          </a:stretch>
        </p:blipFill>
        <p:spPr>
          <a:xfrm>
            <a:off x="8015875" y="4131263"/>
            <a:ext cx="1128125" cy="55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41"/>
          <p:cNvSpPr txBox="1"/>
          <p:nvPr>
            <p:ph type="ctrTitle"/>
          </p:nvPr>
        </p:nvSpPr>
        <p:spPr>
          <a:xfrm>
            <a:off x="576075" y="457200"/>
            <a:ext cx="5239500" cy="4133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5200">
                <a:latin typeface="Noto Serif JP"/>
                <a:ea typeface="Noto Serif JP"/>
                <a:cs typeface="Noto Serif JP"/>
                <a:sym typeface="Noto Serif JP"/>
              </a:rPr>
              <a:t>Recent Attacks</a:t>
            </a:r>
            <a:endParaRPr sz="3400"/>
          </a:p>
          <a:p>
            <a:pPr indent="0" lvl="0" marL="0" rtl="0" algn="l">
              <a:spcBef>
                <a:spcPts val="1600"/>
              </a:spcBef>
              <a:spcAft>
                <a:spcPts val="0"/>
              </a:spcAft>
              <a:buNone/>
            </a:pPr>
            <a:r>
              <a:t/>
            </a:r>
            <a:endParaRPr sz="23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Believable AI Video Generation</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Customized Phishing/Smishing/Vishing attacks</a:t>
            </a:r>
            <a:endParaRPr sz="2800">
              <a:latin typeface="Barlow Condensed SemiBold"/>
              <a:ea typeface="Barlow Condensed SemiBold"/>
              <a:cs typeface="Barlow Condensed SemiBold"/>
              <a:sym typeface="Barlow Condensed SemiBold"/>
            </a:endParaRPr>
          </a:p>
        </p:txBody>
      </p:sp>
      <p:sp>
        <p:nvSpPr>
          <p:cNvPr id="216" name="Google Shape;216;p41"/>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41"/>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218" name="Google Shape;218;p41"/>
          <p:cNvPicPr preferRelativeResize="0"/>
          <p:nvPr/>
        </p:nvPicPr>
        <p:blipFill>
          <a:blip r:embed="rId3">
            <a:alphaModFix/>
          </a:blip>
          <a:stretch>
            <a:fillRect/>
          </a:stretch>
        </p:blipFill>
        <p:spPr>
          <a:xfrm>
            <a:off x="6161922" y="0"/>
            <a:ext cx="2982080" cy="4358424"/>
          </a:xfrm>
          <a:prstGeom prst="rect">
            <a:avLst/>
          </a:prstGeom>
          <a:noFill/>
          <a:ln>
            <a:noFill/>
          </a:ln>
        </p:spPr>
      </p:pic>
      <p:pic>
        <p:nvPicPr>
          <p:cNvPr id="219" name="Google Shape;219;p41"/>
          <p:cNvPicPr preferRelativeResize="0"/>
          <p:nvPr/>
        </p:nvPicPr>
        <p:blipFill rotWithShape="1">
          <a:blip r:embed="rId4">
            <a:alphaModFix/>
          </a:blip>
          <a:srcRect b="0" l="228" r="228" t="0"/>
          <a:stretch/>
        </p:blipFill>
        <p:spPr>
          <a:xfrm>
            <a:off x="576072" y="4690872"/>
            <a:ext cx="1508760" cy="228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2"/>
          <p:cNvSpPr txBox="1"/>
          <p:nvPr/>
        </p:nvSpPr>
        <p:spPr>
          <a:xfrm>
            <a:off x="576075" y="463100"/>
            <a:ext cx="8324100" cy="54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Generative AI Adversaries</a:t>
            </a:r>
            <a:endParaRPr>
              <a:solidFill>
                <a:schemeClr val="dk2"/>
              </a:solidFill>
              <a:latin typeface="Noto Serif JP"/>
              <a:ea typeface="Noto Serif JP"/>
              <a:cs typeface="Noto Serif JP"/>
              <a:sym typeface="Noto Serif JP"/>
            </a:endParaRPr>
          </a:p>
          <a:p>
            <a:pPr indent="0" lvl="0" marL="0" rtl="0" algn="l">
              <a:lnSpc>
                <a:spcPct val="115000"/>
              </a:lnSpc>
              <a:spcBef>
                <a:spcPts val="1600"/>
              </a:spcBef>
              <a:spcAft>
                <a:spcPts val="0"/>
              </a:spcAft>
              <a:buNone/>
            </a:pPr>
            <a:r>
              <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225" name="Google Shape;225;p42"/>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42"/>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227" name="Google Shape;227;p42"/>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228" name="Google Shape;228;p42" title="muskfake.mp4">
            <a:hlinkClick r:id="rId4"/>
          </p:cNvPr>
          <p:cNvPicPr preferRelativeResize="0"/>
          <p:nvPr/>
        </p:nvPicPr>
        <p:blipFill>
          <a:blip r:embed="rId5">
            <a:alphaModFix/>
          </a:blip>
          <a:stretch>
            <a:fillRect/>
          </a:stretch>
        </p:blipFill>
        <p:spPr>
          <a:xfrm>
            <a:off x="178370" y="1228800"/>
            <a:ext cx="3372825" cy="2990700"/>
          </a:xfrm>
          <a:prstGeom prst="rect">
            <a:avLst/>
          </a:prstGeom>
          <a:noFill/>
          <a:ln>
            <a:noFill/>
          </a:ln>
          <a:effectLst>
            <a:outerShdw blurRad="57150" rotWithShape="0" algn="bl" dir="5400000" dist="19050">
              <a:srgbClr val="000000">
                <a:alpha val="50000"/>
              </a:srgbClr>
            </a:outerShdw>
          </a:effectLst>
        </p:spPr>
      </p:pic>
      <p:pic>
        <p:nvPicPr>
          <p:cNvPr id="229" name="Google Shape;229;p42"/>
          <p:cNvPicPr preferRelativeResize="0"/>
          <p:nvPr/>
        </p:nvPicPr>
        <p:blipFill>
          <a:blip r:embed="rId6">
            <a:alphaModFix/>
          </a:blip>
          <a:stretch>
            <a:fillRect/>
          </a:stretch>
        </p:blipFill>
        <p:spPr>
          <a:xfrm>
            <a:off x="4363650" y="2258892"/>
            <a:ext cx="4572001" cy="1291257"/>
          </a:xfrm>
          <a:prstGeom prst="rect">
            <a:avLst/>
          </a:prstGeom>
          <a:noFill/>
          <a:ln>
            <a:noFill/>
          </a:ln>
        </p:spPr>
      </p:pic>
      <p:sp>
        <p:nvSpPr>
          <p:cNvPr id="230" name="Google Shape;230;p42"/>
          <p:cNvSpPr/>
          <p:nvPr/>
        </p:nvSpPr>
        <p:spPr>
          <a:xfrm>
            <a:off x="3647975" y="2646300"/>
            <a:ext cx="618900" cy="460500"/>
          </a:xfrm>
          <a:prstGeom prst="rightArrow">
            <a:avLst>
              <a:gd fmla="val 50000" name="adj1"/>
              <a:gd fmla="val 50000" name="adj2"/>
            </a:avLst>
          </a:prstGeom>
          <a:solidFill>
            <a:schemeClr val="accent6"/>
          </a:solidFill>
          <a:ln cap="flat" cmpd="sng" w="9525">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1000"/>
                                        <p:tgtEl>
                                          <p:spTgt spid="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3"/>
          <p:cNvSpPr txBox="1"/>
          <p:nvPr/>
        </p:nvSpPr>
        <p:spPr>
          <a:xfrm>
            <a:off x="576075" y="463100"/>
            <a:ext cx="8324100" cy="54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Generative AI Adversaries</a:t>
            </a:r>
            <a:endParaRPr>
              <a:solidFill>
                <a:schemeClr val="dk2"/>
              </a:solidFill>
              <a:latin typeface="Noto Serif JP"/>
              <a:ea typeface="Noto Serif JP"/>
              <a:cs typeface="Noto Serif JP"/>
              <a:sym typeface="Noto Serif JP"/>
            </a:endParaRPr>
          </a:p>
          <a:p>
            <a:pPr indent="0" lvl="0" marL="0" rtl="0" algn="l">
              <a:lnSpc>
                <a:spcPct val="115000"/>
              </a:lnSpc>
              <a:spcBef>
                <a:spcPts val="1600"/>
              </a:spcBef>
              <a:spcAft>
                <a:spcPts val="0"/>
              </a:spcAft>
              <a:buNone/>
            </a:pPr>
            <a:r>
              <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236" name="Google Shape;236;p43"/>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 name="Google Shape;237;p43"/>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238" name="Google Shape;238;p43"/>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239" name="Google Shape;239;p43"/>
          <p:cNvPicPr preferRelativeResize="0"/>
          <p:nvPr/>
        </p:nvPicPr>
        <p:blipFill>
          <a:blip r:embed="rId4">
            <a:alphaModFix/>
          </a:blip>
          <a:stretch>
            <a:fillRect/>
          </a:stretch>
        </p:blipFill>
        <p:spPr>
          <a:xfrm>
            <a:off x="247650" y="1012100"/>
            <a:ext cx="6091824" cy="2334900"/>
          </a:xfrm>
          <a:prstGeom prst="rect">
            <a:avLst/>
          </a:prstGeom>
          <a:noFill/>
          <a:ln>
            <a:noFill/>
          </a:ln>
        </p:spPr>
      </p:pic>
      <p:pic>
        <p:nvPicPr>
          <p:cNvPr id="240" name="Google Shape;240;p43"/>
          <p:cNvPicPr preferRelativeResize="0"/>
          <p:nvPr/>
        </p:nvPicPr>
        <p:blipFill>
          <a:blip r:embed="rId5">
            <a:alphaModFix/>
          </a:blip>
          <a:stretch>
            <a:fillRect/>
          </a:stretch>
        </p:blipFill>
        <p:spPr>
          <a:xfrm>
            <a:off x="247650" y="1774100"/>
            <a:ext cx="8705900" cy="1730700"/>
          </a:xfrm>
          <a:prstGeom prst="rect">
            <a:avLst/>
          </a:prstGeom>
          <a:noFill/>
          <a:ln>
            <a:noFill/>
          </a:ln>
        </p:spPr>
      </p:pic>
      <p:pic>
        <p:nvPicPr>
          <p:cNvPr id="241" name="Google Shape;241;p43"/>
          <p:cNvPicPr preferRelativeResize="0"/>
          <p:nvPr/>
        </p:nvPicPr>
        <p:blipFill>
          <a:blip r:embed="rId6">
            <a:alphaModFix/>
          </a:blip>
          <a:stretch>
            <a:fillRect/>
          </a:stretch>
        </p:blipFill>
        <p:spPr>
          <a:xfrm>
            <a:off x="138775" y="1710199"/>
            <a:ext cx="8923650" cy="26176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nvSpPr>
        <p:spPr>
          <a:xfrm>
            <a:off x="576075" y="463100"/>
            <a:ext cx="8324100" cy="402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Overview of AI Generated Media</a:t>
            </a:r>
            <a:endParaRPr sz="2300">
              <a:solidFill>
                <a:srgbClr val="40403F"/>
              </a:solidFill>
              <a:latin typeface="Barlow Condensed SemiBold"/>
              <a:ea typeface="Barlow Condensed SemiBold"/>
              <a:cs typeface="Barlow Condensed SemiBold"/>
              <a:sym typeface="Barlow Condensed SemiBold"/>
            </a:endParaRPr>
          </a:p>
          <a:p>
            <a:pPr indent="-317500" lvl="0" marL="457200" marR="3109780" rtl="0" algn="l">
              <a:lnSpc>
                <a:spcPct val="150000"/>
              </a:lnSpc>
              <a:spcBef>
                <a:spcPts val="160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Understanding AI-generated media is essential in cybersecurity to: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detect deep fakes and synthetic media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ensure information integrity and trust</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secure authentication methods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train security teams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develop advanced forensic techniques</a:t>
            </a:r>
            <a:endParaRPr>
              <a:solidFill>
                <a:schemeClr val="dk2"/>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chemeClr val="dk2"/>
              </a:buClr>
              <a:buSzPts val="1400"/>
              <a:buFont typeface="Noto Serif JP"/>
              <a:buChar char="○"/>
            </a:pPr>
            <a:r>
              <a:rPr lang="en">
                <a:solidFill>
                  <a:schemeClr val="dk2"/>
                </a:solidFill>
                <a:latin typeface="Noto Serif JP"/>
                <a:ea typeface="Noto Serif JP"/>
                <a:cs typeface="Noto Serif JP"/>
                <a:sym typeface="Noto Serif JP"/>
              </a:rPr>
              <a:t>accelerate internal processes</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0"/>
              </a:spcAft>
              <a:buNone/>
            </a:pPr>
            <a:r>
              <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247" name="Google Shape;247;p44"/>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44"/>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249" name="Google Shape;249;p44"/>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250" name="Google Shape;250;p44"/>
          <p:cNvPicPr preferRelativeResize="0"/>
          <p:nvPr/>
        </p:nvPicPr>
        <p:blipFill>
          <a:blip r:embed="rId4">
            <a:alphaModFix/>
          </a:blip>
          <a:stretch>
            <a:fillRect/>
          </a:stretch>
        </p:blipFill>
        <p:spPr>
          <a:xfrm>
            <a:off x="5859450" y="1740650"/>
            <a:ext cx="3078525" cy="2862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5"/>
          <p:cNvSpPr txBox="1"/>
          <p:nvPr/>
        </p:nvSpPr>
        <p:spPr>
          <a:xfrm>
            <a:off x="576075" y="463100"/>
            <a:ext cx="8324100" cy="402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Overview of AI Generated Media</a:t>
            </a:r>
            <a:endParaRPr sz="2300">
              <a:solidFill>
                <a:srgbClr val="40403F"/>
              </a:solidFill>
              <a:latin typeface="Barlow Condensed SemiBold"/>
              <a:ea typeface="Barlow Condensed SemiBold"/>
              <a:cs typeface="Barlow Condensed SemiBold"/>
              <a:sym typeface="Barlow Condensed SemiBold"/>
            </a:endParaRPr>
          </a:p>
          <a:p>
            <a:pPr indent="-317500" lvl="0" marL="457200" marR="3109780" rtl="0" algn="l">
              <a:lnSpc>
                <a:spcPct val="150000"/>
              </a:lnSpc>
              <a:spcBef>
                <a:spcPts val="160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Understanding AI-generated media is essential in cybersecurity to: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detect deep fakes and synthetic media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ensure information integrity and trust</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secure authentication methods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train security teams </a:t>
            </a:r>
            <a:endParaRPr>
              <a:solidFill>
                <a:srgbClr val="40403F"/>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rgbClr val="40403F"/>
              </a:buClr>
              <a:buSzPts val="1400"/>
              <a:buFont typeface="Noto Serif JP"/>
              <a:buChar char="○"/>
            </a:pPr>
            <a:r>
              <a:rPr lang="en">
                <a:solidFill>
                  <a:srgbClr val="40403F"/>
                </a:solidFill>
                <a:latin typeface="Noto Serif JP"/>
                <a:ea typeface="Noto Serif JP"/>
                <a:cs typeface="Noto Serif JP"/>
                <a:sym typeface="Noto Serif JP"/>
              </a:rPr>
              <a:t>develop advanced forensic techniques</a:t>
            </a:r>
            <a:endParaRPr>
              <a:solidFill>
                <a:schemeClr val="dk2"/>
              </a:solidFill>
              <a:latin typeface="Noto Serif JP"/>
              <a:ea typeface="Noto Serif JP"/>
              <a:cs typeface="Noto Serif JP"/>
              <a:sym typeface="Noto Serif JP"/>
            </a:endParaRPr>
          </a:p>
          <a:p>
            <a:pPr indent="-317500" lvl="1" marL="914400" marR="3109780" rtl="0" algn="l">
              <a:lnSpc>
                <a:spcPct val="150000"/>
              </a:lnSpc>
              <a:spcBef>
                <a:spcPts val="0"/>
              </a:spcBef>
              <a:spcAft>
                <a:spcPts val="0"/>
              </a:spcAft>
              <a:buClr>
                <a:schemeClr val="dk2"/>
              </a:buClr>
              <a:buSzPts val="1400"/>
              <a:buFont typeface="Noto Serif JP"/>
              <a:buChar char="○"/>
            </a:pPr>
            <a:r>
              <a:rPr lang="en">
                <a:solidFill>
                  <a:schemeClr val="dk2"/>
                </a:solidFill>
                <a:latin typeface="Noto Serif JP"/>
                <a:ea typeface="Noto Serif JP"/>
                <a:cs typeface="Noto Serif JP"/>
                <a:sym typeface="Noto Serif JP"/>
              </a:rPr>
              <a:t>accelerate internal processes</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0"/>
              </a:spcAft>
              <a:buNone/>
            </a:pPr>
            <a:r>
              <a:t/>
            </a:r>
            <a:endParaRPr>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256" name="Google Shape;256;p45"/>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45"/>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258" name="Google Shape;258;p45"/>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259" name="Google Shape;259;p45"/>
          <p:cNvPicPr preferRelativeResize="0"/>
          <p:nvPr/>
        </p:nvPicPr>
        <p:blipFill>
          <a:blip r:embed="rId4">
            <a:alphaModFix/>
          </a:blip>
          <a:stretch>
            <a:fillRect/>
          </a:stretch>
        </p:blipFill>
        <p:spPr>
          <a:xfrm>
            <a:off x="5821050" y="1740650"/>
            <a:ext cx="3155331" cy="2862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ctrTitle"/>
          </p:nvPr>
        </p:nvSpPr>
        <p:spPr>
          <a:xfrm>
            <a:off x="576075" y="457200"/>
            <a:ext cx="5239500" cy="4133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7200">
                <a:latin typeface="Noto Serif JP"/>
                <a:ea typeface="Noto Serif JP"/>
                <a:cs typeface="Noto Serif JP"/>
                <a:sym typeface="Noto Serif JP"/>
              </a:rPr>
              <a:t>Real or AI?</a:t>
            </a:r>
            <a:endParaRPr/>
          </a:p>
          <a:p>
            <a:pPr indent="0" lvl="0" marL="0" rtl="0" algn="l">
              <a:spcBef>
                <a:spcPts val="1600"/>
              </a:spcBef>
              <a:spcAft>
                <a:spcPts val="0"/>
              </a:spcAft>
              <a:buNone/>
            </a:pPr>
            <a:r>
              <a:t/>
            </a:r>
            <a:endParaRPr sz="23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How many can you correctly identify?</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Join at slido.com</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#4234121</a:t>
            </a:r>
            <a:endParaRPr sz="2800">
              <a:latin typeface="Barlow Condensed SemiBold"/>
              <a:ea typeface="Barlow Condensed SemiBold"/>
              <a:cs typeface="Barlow Condensed SemiBold"/>
              <a:sym typeface="Barlow Condensed SemiBold"/>
            </a:endParaRPr>
          </a:p>
        </p:txBody>
      </p:sp>
      <p:sp>
        <p:nvSpPr>
          <p:cNvPr id="265" name="Google Shape;265;p46"/>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6"/>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267" name="Google Shape;267;p46"/>
          <p:cNvPicPr preferRelativeResize="0"/>
          <p:nvPr/>
        </p:nvPicPr>
        <p:blipFill>
          <a:blip r:embed="rId3">
            <a:alphaModFix/>
          </a:blip>
          <a:stretch>
            <a:fillRect/>
          </a:stretch>
        </p:blipFill>
        <p:spPr>
          <a:xfrm>
            <a:off x="6161922" y="0"/>
            <a:ext cx="2982080" cy="4358424"/>
          </a:xfrm>
          <a:prstGeom prst="rect">
            <a:avLst/>
          </a:prstGeom>
          <a:noFill/>
          <a:ln>
            <a:noFill/>
          </a:ln>
        </p:spPr>
      </p:pic>
      <p:pic>
        <p:nvPicPr>
          <p:cNvPr id="268" name="Google Shape;268;p46"/>
          <p:cNvPicPr preferRelativeResize="0"/>
          <p:nvPr/>
        </p:nvPicPr>
        <p:blipFill rotWithShape="1">
          <a:blip r:embed="rId4">
            <a:alphaModFix/>
          </a:blip>
          <a:srcRect b="0" l="228" r="228" t="0"/>
          <a:stretch/>
        </p:blipFill>
        <p:spPr>
          <a:xfrm>
            <a:off x="576072" y="4690872"/>
            <a:ext cx="1508760" cy="228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1 (Text):</a:t>
            </a:r>
            <a:endParaRPr sz="4200"/>
          </a:p>
        </p:txBody>
      </p:sp>
      <p:sp>
        <p:nvSpPr>
          <p:cNvPr id="274" name="Google Shape;274;p47"/>
          <p:cNvSpPr/>
          <p:nvPr/>
        </p:nvSpPr>
        <p:spPr>
          <a:xfrm>
            <a:off x="576075" y="1127950"/>
            <a:ext cx="3721500" cy="31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A</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A vulnerability is any weakness in an application, whether from design flaws or bugs. These vulnerabilities can let attackers harm anyone associated with the app, including owners, users, and other stakeholders. </a:t>
            </a:r>
            <a:br>
              <a:rPr lang="en">
                <a:latin typeface="Archivo"/>
                <a:ea typeface="Archivo"/>
                <a:cs typeface="Archivo"/>
                <a:sym typeface="Archivo"/>
              </a:rPr>
            </a:br>
            <a:br>
              <a:rPr lang="en">
                <a:latin typeface="Archivo"/>
                <a:ea typeface="Archivo"/>
                <a:cs typeface="Archivo"/>
                <a:sym typeface="Archivo"/>
              </a:rPr>
            </a:br>
            <a:r>
              <a:rPr lang="en">
                <a:latin typeface="Archivo"/>
                <a:ea typeface="Archivo"/>
                <a:cs typeface="Archivo"/>
                <a:sym typeface="Archivo"/>
              </a:rPr>
              <a:t>Please don’t post specific details about vulnerabilities in products, services, or web apps here. Report these issues on platforms like the bugtraq or full-disclosure mailing lists instead.</a:t>
            </a:r>
            <a:endParaRPr>
              <a:latin typeface="Archivo"/>
              <a:ea typeface="Archivo"/>
              <a:cs typeface="Archivo"/>
              <a:sym typeface="Archivo"/>
            </a:endParaRPr>
          </a:p>
        </p:txBody>
      </p:sp>
      <p:sp>
        <p:nvSpPr>
          <p:cNvPr id="275" name="Google Shape;275;p47"/>
          <p:cNvSpPr/>
          <p:nvPr/>
        </p:nvSpPr>
        <p:spPr>
          <a:xfrm>
            <a:off x="4775550" y="1127950"/>
            <a:ext cx="3721500" cy="31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B</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A vulnerability is a hole or a weakness in the application, which can be a design flaw or an implementation bug, that allows an attacker to cause harm to the stakeholders of an application. Stakeholders include the application owner, application users, and other entities that rely on the application.</a:t>
            </a:r>
            <a:endParaRPr>
              <a:latin typeface="Archivo"/>
              <a:ea typeface="Archivo"/>
              <a:cs typeface="Archivo"/>
              <a:sym typeface="Archivo"/>
            </a:endParaRPr>
          </a:p>
          <a:p>
            <a:pPr indent="0" lvl="0" marL="0" rtl="0" algn="ctr">
              <a:spcBef>
                <a:spcPts val="0"/>
              </a:spcBef>
              <a:spcAft>
                <a:spcPts val="0"/>
              </a:spcAft>
              <a:buNone/>
            </a:pPr>
            <a:r>
              <a:t/>
            </a:r>
            <a:endParaRPr>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Please do not post any actual vulnerabilities in products, services, or web applications. Those disclosure reports should be posted to bugtraq or full-disclosure mailing lists.</a:t>
            </a:r>
            <a:endParaRPr>
              <a:latin typeface="Archivo"/>
              <a:ea typeface="Archivo"/>
              <a:cs typeface="Archivo"/>
              <a:sym typeface="Archivo"/>
            </a:endParaRPr>
          </a:p>
        </p:txBody>
      </p:sp>
      <p:sp>
        <p:nvSpPr>
          <p:cNvPr id="276" name="Google Shape;276;p47"/>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rPr>
              <a:t>©2024 MAXX Potential LLC | All Rights Reserved | Page </a:t>
            </a: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0" name="Shape 280"/>
        <p:cNvGrpSpPr/>
        <p:nvPr/>
      </p:nvGrpSpPr>
      <p:grpSpPr>
        <a:xfrm>
          <a:off x="0" y="0"/>
          <a:ext cx="0" cy="0"/>
          <a:chOff x="0" y="0"/>
          <a:chExt cx="0" cy="0"/>
        </a:xfrm>
      </p:grpSpPr>
      <p:sp>
        <p:nvSpPr>
          <p:cNvPr id="281" name="Google Shape;281;p48"/>
          <p:cNvSpPr txBox="1"/>
          <p:nvPr/>
        </p:nvSpPr>
        <p:spPr>
          <a:xfrm>
            <a:off x="4860625" y="1101300"/>
            <a:ext cx="4283400" cy="19665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SemiBold"/>
              <a:buChar char="●"/>
            </a:pPr>
            <a:r>
              <a:rPr lang="en" sz="2700">
                <a:solidFill>
                  <a:schemeClr val="lt1"/>
                </a:solidFill>
                <a:latin typeface="Archivo SemiBold"/>
                <a:ea typeface="Archivo SemiBold"/>
                <a:cs typeface="Archivo SemiBold"/>
                <a:sym typeface="Archivo SemiBold"/>
              </a:rPr>
              <a:t>Text Challenges</a:t>
            </a:r>
            <a:endParaRPr sz="2700">
              <a:solidFill>
                <a:schemeClr val="lt1"/>
              </a:solidFill>
              <a:latin typeface="Archivo SemiBold"/>
              <a:ea typeface="Archivo SemiBold"/>
              <a:cs typeface="Archivo SemiBold"/>
              <a:sym typeface="Archivo SemiBold"/>
            </a:endParaRPr>
          </a:p>
          <a:p>
            <a:pPr indent="-400050" lvl="0" marL="457200" rtl="0" algn="l">
              <a:lnSpc>
                <a:spcPct val="115000"/>
              </a:lnSpc>
              <a:spcBef>
                <a:spcPts val="1600"/>
              </a:spcBef>
              <a:spcAft>
                <a:spcPts val="0"/>
              </a:spcAft>
              <a:buClr>
                <a:schemeClr val="lt1"/>
              </a:buClr>
              <a:buSzPts val="2700"/>
              <a:buFont typeface="Archivo SemiBold"/>
              <a:buChar char="●"/>
            </a:pPr>
            <a:r>
              <a:rPr lang="en" sz="2700">
                <a:solidFill>
                  <a:schemeClr val="lt1"/>
                </a:solidFill>
                <a:latin typeface="Archivo SemiBold"/>
                <a:ea typeface="Archivo SemiBold"/>
                <a:cs typeface="Archivo SemiBold"/>
                <a:sym typeface="Archivo SemiBold"/>
              </a:rPr>
              <a:t>AI Detectors</a:t>
            </a:r>
            <a:endParaRPr sz="2700">
              <a:solidFill>
                <a:schemeClr val="lt1"/>
              </a:solidFill>
              <a:latin typeface="Archivo SemiBold"/>
              <a:ea typeface="Archivo SemiBold"/>
              <a:cs typeface="Archivo SemiBold"/>
              <a:sym typeface="Archivo SemiBold"/>
            </a:endParaRPr>
          </a:p>
          <a:p>
            <a:pPr indent="-400050" lvl="0" marL="457200" rtl="0" algn="l">
              <a:lnSpc>
                <a:spcPct val="115000"/>
              </a:lnSpc>
              <a:spcBef>
                <a:spcPts val="1600"/>
              </a:spcBef>
              <a:spcAft>
                <a:spcPts val="1600"/>
              </a:spcAft>
              <a:buClr>
                <a:schemeClr val="lt1"/>
              </a:buClr>
              <a:buSzPts val="2700"/>
              <a:buFont typeface="Archivo SemiBold"/>
              <a:buChar char="●"/>
            </a:pPr>
            <a:r>
              <a:rPr lang="en" sz="2700">
                <a:solidFill>
                  <a:schemeClr val="lt1"/>
                </a:solidFill>
                <a:latin typeface="Archivo SemiBold"/>
                <a:ea typeface="Archivo SemiBold"/>
                <a:cs typeface="Archivo SemiBold"/>
                <a:sym typeface="Archivo SemiBold"/>
              </a:rPr>
              <a:t>Search</a:t>
            </a:r>
            <a:endParaRPr sz="2800">
              <a:solidFill>
                <a:srgbClr val="FFFFFF"/>
              </a:solidFill>
              <a:latin typeface="Archivo SemiBold"/>
              <a:ea typeface="Archivo SemiBold"/>
              <a:cs typeface="Archivo SemiBold"/>
              <a:sym typeface="Archivo SemiBold"/>
            </a:endParaRPr>
          </a:p>
        </p:txBody>
      </p:sp>
      <p:sp>
        <p:nvSpPr>
          <p:cNvPr id="282" name="Google Shape;282;p48"/>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1</a:t>
            </a:r>
            <a:r>
              <a:rPr lang="en" sz="4200"/>
              <a:t> (Text)</a:t>
            </a:r>
            <a:endParaRPr sz="4200"/>
          </a:p>
        </p:txBody>
      </p:sp>
      <p:sp>
        <p:nvSpPr>
          <p:cNvPr id="283" name="Google Shape;283;p48"/>
          <p:cNvSpPr/>
          <p:nvPr/>
        </p:nvSpPr>
        <p:spPr>
          <a:xfrm>
            <a:off x="576075" y="1127950"/>
            <a:ext cx="3721500" cy="31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A</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A vulnerability is any weakness in an application, whether from design flaws or bugs. These vulnerabilities can let attackers harm anyone associated with the app, including owners, users, and other stakeholders. </a:t>
            </a:r>
            <a:endParaRPr>
              <a:latin typeface="Archivo"/>
              <a:ea typeface="Archivo"/>
              <a:cs typeface="Archivo"/>
              <a:sym typeface="Archivo"/>
            </a:endParaRPr>
          </a:p>
          <a:p>
            <a:pPr indent="0" lvl="0" marL="0" rtl="0" algn="ctr">
              <a:spcBef>
                <a:spcPts val="0"/>
              </a:spcBef>
              <a:spcAft>
                <a:spcPts val="0"/>
              </a:spcAft>
              <a:buNone/>
            </a:pPr>
            <a:r>
              <a:t/>
            </a:r>
            <a:endParaRPr>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Please don’t post specific details about vulnerabilities in products, services, or web apps here. Report these issues on platforms like the bugtraq or full-disclosure mailing lists instead.</a:t>
            </a:r>
            <a:endParaRPr>
              <a:latin typeface="Archivo"/>
              <a:ea typeface="Archivo"/>
              <a:cs typeface="Archivo"/>
              <a:sym typeface="Archivo"/>
            </a:endParaRPr>
          </a:p>
        </p:txBody>
      </p:sp>
      <p:sp>
        <p:nvSpPr>
          <p:cNvPr id="284" name="Google Shape;284;p48"/>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9"/>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2 (Text):</a:t>
            </a:r>
            <a:endParaRPr sz="4200"/>
          </a:p>
        </p:txBody>
      </p:sp>
      <p:sp>
        <p:nvSpPr>
          <p:cNvPr id="290" name="Google Shape;290;p49"/>
          <p:cNvSpPr/>
          <p:nvPr/>
        </p:nvSpPr>
        <p:spPr>
          <a:xfrm>
            <a:off x="576075" y="1127950"/>
            <a:ext cx="3721500" cy="31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A</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User: My MacBook Pro has been running significantly slower than usual, especially when I'm using the energy modeling software. Can you help improve its performance?</a:t>
            </a:r>
            <a:br>
              <a:rPr lang="en">
                <a:latin typeface="Archivo"/>
                <a:ea typeface="Archivo"/>
                <a:cs typeface="Archivo"/>
                <a:sym typeface="Archivo"/>
              </a:rPr>
            </a:br>
            <a:br>
              <a:rPr lang="en">
                <a:latin typeface="Archivo"/>
                <a:ea typeface="Archivo"/>
                <a:cs typeface="Archivo"/>
                <a:sym typeface="Archivo"/>
              </a:rPr>
            </a:br>
            <a:r>
              <a:rPr lang="en">
                <a:latin typeface="Archivo"/>
                <a:ea typeface="Archivo"/>
                <a:cs typeface="Archivo"/>
                <a:sym typeface="Archivo"/>
              </a:rPr>
              <a:t>Support: Real Response</a:t>
            </a:r>
            <a:br>
              <a:rPr lang="en">
                <a:latin typeface="Archivo"/>
                <a:ea typeface="Archivo"/>
                <a:cs typeface="Archivo"/>
                <a:sym typeface="Archivo"/>
              </a:rPr>
            </a:br>
            <a:br>
              <a:rPr lang="en">
                <a:latin typeface="Archivo"/>
                <a:ea typeface="Archivo"/>
                <a:cs typeface="Archivo"/>
                <a:sym typeface="Archivo"/>
              </a:rPr>
            </a:br>
            <a:r>
              <a:rPr lang="en">
                <a:latin typeface="Archivo"/>
                <a:ea typeface="Archivo"/>
                <a:cs typeface="Archivo"/>
                <a:sym typeface="Archivo"/>
              </a:rPr>
              <a:t>User: I followed your instructions and found that the energy modeling software is using a lot of CPU and memory. What should I do next?</a:t>
            </a:r>
            <a:endParaRPr>
              <a:latin typeface="Archivo"/>
              <a:ea typeface="Archivo"/>
              <a:cs typeface="Archivo"/>
              <a:sym typeface="Archivo"/>
            </a:endParaRPr>
          </a:p>
        </p:txBody>
      </p:sp>
      <p:sp>
        <p:nvSpPr>
          <p:cNvPr id="291" name="Google Shape;291;p49"/>
          <p:cNvSpPr/>
          <p:nvPr/>
        </p:nvSpPr>
        <p:spPr>
          <a:xfrm>
            <a:off x="4775550" y="1127950"/>
            <a:ext cx="3721500" cy="310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B</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User: There’s a known Error happening with laptops using windows 11.  Each user facing this problem has shown 11+optional updates queued in the Windows Update Screen.  </a:t>
            </a:r>
            <a:endParaRPr>
              <a:latin typeface="Archivo"/>
              <a:ea typeface="Archivo"/>
              <a:cs typeface="Archivo"/>
              <a:sym typeface="Archivo"/>
            </a:endParaRPr>
          </a:p>
          <a:p>
            <a:pPr indent="0" lvl="0" marL="0" rtl="0" algn="l">
              <a:spcBef>
                <a:spcPts val="0"/>
              </a:spcBef>
              <a:spcAft>
                <a:spcPts val="0"/>
              </a:spcAft>
              <a:buNone/>
            </a:pPr>
            <a:r>
              <a:t/>
            </a:r>
            <a:endParaRPr>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Support: Real Response</a:t>
            </a:r>
            <a:endParaRPr>
              <a:latin typeface="Archivo"/>
              <a:ea typeface="Archivo"/>
              <a:cs typeface="Archivo"/>
              <a:sym typeface="Archivo"/>
            </a:endParaRPr>
          </a:p>
          <a:p>
            <a:pPr indent="0" lvl="0" marL="0" rtl="0" algn="ctr">
              <a:spcBef>
                <a:spcPts val="0"/>
              </a:spcBef>
              <a:spcAft>
                <a:spcPts val="0"/>
              </a:spcAft>
              <a:buNone/>
            </a:pPr>
            <a:r>
              <a:t/>
            </a:r>
            <a:endParaRPr>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User: </a:t>
            </a:r>
            <a:r>
              <a:rPr lang="en">
                <a:latin typeface="Archivo"/>
                <a:ea typeface="Archivo"/>
                <a:cs typeface="Archivo"/>
                <a:sym typeface="Archivo"/>
              </a:rPr>
              <a:t>Thank you [name]!   We’ve solved the problem by launching Lenovo Commercial Vantage, clicking device, clicking smart assist, and switching auto lock off </a:t>
            </a:r>
            <a:endParaRPr>
              <a:latin typeface="Archivo"/>
              <a:ea typeface="Archivo"/>
              <a:cs typeface="Archivo"/>
              <a:sym typeface="Archivo"/>
            </a:endParaRPr>
          </a:p>
        </p:txBody>
      </p:sp>
      <p:sp>
        <p:nvSpPr>
          <p:cNvPr id="292" name="Google Shape;292;p49"/>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6" name="Shape 296"/>
        <p:cNvGrpSpPr/>
        <p:nvPr/>
      </p:nvGrpSpPr>
      <p:grpSpPr>
        <a:xfrm>
          <a:off x="0" y="0"/>
          <a:ext cx="0" cy="0"/>
          <a:chOff x="0" y="0"/>
          <a:chExt cx="0" cy="0"/>
        </a:xfrm>
      </p:grpSpPr>
      <p:sp>
        <p:nvSpPr>
          <p:cNvPr id="297" name="Google Shape;297;p50"/>
          <p:cNvSpPr txBox="1"/>
          <p:nvPr/>
        </p:nvSpPr>
        <p:spPr>
          <a:xfrm>
            <a:off x="4860625" y="1101300"/>
            <a:ext cx="4283400" cy="17613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Text Challenges</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1600"/>
              </a:spcAft>
              <a:buClr>
                <a:schemeClr val="lt1"/>
              </a:buClr>
              <a:buSzPts val="2700"/>
              <a:buFont typeface="Archivo"/>
              <a:buChar char="●"/>
            </a:pPr>
            <a:r>
              <a:rPr b="1" lang="en" sz="2700">
                <a:solidFill>
                  <a:schemeClr val="lt1"/>
                </a:solidFill>
                <a:latin typeface="Archivo"/>
                <a:ea typeface="Archivo"/>
                <a:cs typeface="Archivo"/>
                <a:sym typeface="Archivo"/>
              </a:rPr>
              <a:t>Is your ticket queue spam proof?</a:t>
            </a:r>
            <a:endParaRPr b="1" sz="2700">
              <a:solidFill>
                <a:schemeClr val="lt1"/>
              </a:solidFill>
              <a:latin typeface="Archivo"/>
              <a:ea typeface="Archivo"/>
              <a:cs typeface="Archivo"/>
              <a:sym typeface="Archivo"/>
            </a:endParaRPr>
          </a:p>
        </p:txBody>
      </p:sp>
      <p:sp>
        <p:nvSpPr>
          <p:cNvPr id="298" name="Google Shape;298;p50"/>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2</a:t>
            </a:r>
            <a:r>
              <a:rPr lang="en" sz="4200"/>
              <a:t> (Text)</a:t>
            </a:r>
            <a:endParaRPr sz="4200"/>
          </a:p>
        </p:txBody>
      </p:sp>
      <p:sp>
        <p:nvSpPr>
          <p:cNvPr id="299" name="Google Shape;299;p50"/>
          <p:cNvSpPr/>
          <p:nvPr/>
        </p:nvSpPr>
        <p:spPr>
          <a:xfrm>
            <a:off x="576075" y="1101300"/>
            <a:ext cx="3721500" cy="310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Archivo"/>
                <a:ea typeface="Archivo"/>
                <a:cs typeface="Archivo"/>
                <a:sym typeface="Archivo"/>
              </a:rPr>
              <a:t>A</a:t>
            </a:r>
            <a:endParaRPr b="1">
              <a:latin typeface="Archivo"/>
              <a:ea typeface="Archivo"/>
              <a:cs typeface="Archivo"/>
              <a:sym typeface="Archivo"/>
            </a:endParaRPr>
          </a:p>
          <a:p>
            <a:pPr indent="0" lvl="0" marL="0" rtl="0" algn="ctr">
              <a:spcBef>
                <a:spcPts val="0"/>
              </a:spcBef>
              <a:spcAft>
                <a:spcPts val="0"/>
              </a:spcAft>
              <a:buNone/>
            </a:pPr>
            <a:r>
              <a:rPr lang="en">
                <a:latin typeface="Archivo"/>
                <a:ea typeface="Archivo"/>
                <a:cs typeface="Archivo"/>
                <a:sym typeface="Archivo"/>
              </a:rPr>
              <a:t>User: My MacBook Pro has been running significantly slower than usual, especially when I'm using the energy modeling software. Can you help improve its performance?</a:t>
            </a:r>
            <a:br>
              <a:rPr lang="en">
                <a:latin typeface="Archivo"/>
                <a:ea typeface="Archivo"/>
                <a:cs typeface="Archivo"/>
                <a:sym typeface="Archivo"/>
              </a:rPr>
            </a:br>
            <a:br>
              <a:rPr lang="en">
                <a:latin typeface="Archivo"/>
                <a:ea typeface="Archivo"/>
                <a:cs typeface="Archivo"/>
                <a:sym typeface="Archivo"/>
              </a:rPr>
            </a:br>
            <a:r>
              <a:rPr lang="en">
                <a:latin typeface="Archivo"/>
                <a:ea typeface="Archivo"/>
                <a:cs typeface="Archivo"/>
                <a:sym typeface="Archivo"/>
              </a:rPr>
              <a:t>Support: Real Response</a:t>
            </a:r>
            <a:br>
              <a:rPr lang="en">
                <a:latin typeface="Archivo"/>
                <a:ea typeface="Archivo"/>
                <a:cs typeface="Archivo"/>
                <a:sym typeface="Archivo"/>
              </a:rPr>
            </a:br>
            <a:br>
              <a:rPr lang="en">
                <a:latin typeface="Archivo"/>
                <a:ea typeface="Archivo"/>
                <a:cs typeface="Archivo"/>
                <a:sym typeface="Archivo"/>
              </a:rPr>
            </a:br>
            <a:r>
              <a:rPr lang="en">
                <a:latin typeface="Archivo"/>
                <a:ea typeface="Archivo"/>
                <a:cs typeface="Archivo"/>
                <a:sym typeface="Archivo"/>
              </a:rPr>
              <a:t>User: I followed your instructions and found that the energy modeling software is using a lot of CPU and memory. What should I do next?</a:t>
            </a:r>
            <a:endParaRPr b="1">
              <a:latin typeface="Archivo"/>
              <a:ea typeface="Archivo"/>
              <a:cs typeface="Archivo"/>
              <a:sym typeface="Archivo"/>
            </a:endParaRPr>
          </a:p>
        </p:txBody>
      </p:sp>
      <p:sp>
        <p:nvSpPr>
          <p:cNvPr id="300" name="Google Shape;300;p50"/>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1"/>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3 (Image):</a:t>
            </a:r>
            <a:endParaRPr sz="4200"/>
          </a:p>
        </p:txBody>
      </p:sp>
      <p:sp>
        <p:nvSpPr>
          <p:cNvPr id="306" name="Google Shape;306;p51"/>
          <p:cNvSpPr/>
          <p:nvPr/>
        </p:nvSpPr>
        <p:spPr>
          <a:xfrm>
            <a:off x="1189175"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A</a:t>
            </a:r>
            <a:endParaRPr>
              <a:latin typeface="Archivo"/>
              <a:ea typeface="Archivo"/>
              <a:cs typeface="Archivo"/>
              <a:sym typeface="Archivo"/>
            </a:endParaRPr>
          </a:p>
        </p:txBody>
      </p:sp>
      <p:sp>
        <p:nvSpPr>
          <p:cNvPr id="307" name="Google Shape;307;p51"/>
          <p:cNvSpPr/>
          <p:nvPr/>
        </p:nvSpPr>
        <p:spPr>
          <a:xfrm>
            <a:off x="4987350"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B</a:t>
            </a:r>
            <a:endParaRPr>
              <a:latin typeface="Archivo"/>
              <a:ea typeface="Archivo"/>
              <a:cs typeface="Archivo"/>
              <a:sym typeface="Archivo"/>
            </a:endParaRPr>
          </a:p>
        </p:txBody>
      </p:sp>
      <p:sp>
        <p:nvSpPr>
          <p:cNvPr id="308" name="Google Shape;308;p51"/>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09" name="Google Shape;309;p51"/>
          <p:cNvPicPr preferRelativeResize="0"/>
          <p:nvPr/>
        </p:nvPicPr>
        <p:blipFill>
          <a:blip r:embed="rId3">
            <a:alphaModFix/>
          </a:blip>
          <a:stretch>
            <a:fillRect/>
          </a:stretch>
        </p:blipFill>
        <p:spPr>
          <a:xfrm>
            <a:off x="4987350" y="1259050"/>
            <a:ext cx="3043500" cy="3043500"/>
          </a:xfrm>
          <a:prstGeom prst="rect">
            <a:avLst/>
          </a:prstGeom>
          <a:noFill/>
          <a:ln>
            <a:noFill/>
          </a:ln>
        </p:spPr>
      </p:pic>
      <p:pic>
        <p:nvPicPr>
          <p:cNvPr id="310" name="Google Shape;310;p51"/>
          <p:cNvPicPr preferRelativeResize="0"/>
          <p:nvPr/>
        </p:nvPicPr>
        <p:blipFill>
          <a:blip r:embed="rId4">
            <a:alphaModFix/>
          </a:blip>
          <a:stretch>
            <a:fillRect/>
          </a:stretch>
        </p:blipFill>
        <p:spPr>
          <a:xfrm>
            <a:off x="1189175" y="1259051"/>
            <a:ext cx="3043500" cy="3043500"/>
          </a:xfrm>
          <a:prstGeom prst="rect">
            <a:avLst/>
          </a:prstGeom>
          <a:noFill/>
          <a:ln>
            <a:noFill/>
          </a:ln>
        </p:spPr>
      </p:pic>
      <p:sp>
        <p:nvSpPr>
          <p:cNvPr id="311" name="Google Shape;311;p51"/>
          <p:cNvSpPr txBox="1"/>
          <p:nvPr/>
        </p:nvSpPr>
        <p:spPr>
          <a:xfrm>
            <a:off x="1189175" y="1259050"/>
            <a:ext cx="60960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lt1"/>
                </a:solidFill>
                <a:latin typeface="Barlow Condensed SemiBold"/>
                <a:ea typeface="Barlow Condensed SemiBold"/>
                <a:cs typeface="Barlow Condensed SemiBold"/>
                <a:sym typeface="Barlow Condensed SemiBold"/>
              </a:rPr>
              <a:t>A								  B</a:t>
            </a:r>
            <a:endParaRPr sz="2900">
              <a:solidFill>
                <a:schemeClr val="lt1"/>
              </a:solidFill>
              <a:latin typeface="Barlow Condensed SemiBold"/>
              <a:ea typeface="Barlow Condensed SemiBold"/>
              <a:cs typeface="Barlow Condensed SemiBold"/>
              <a:sym typeface="Barlow Condensed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5" name="Shape 315"/>
        <p:cNvGrpSpPr/>
        <p:nvPr/>
      </p:nvGrpSpPr>
      <p:grpSpPr>
        <a:xfrm>
          <a:off x="0" y="0"/>
          <a:ext cx="0" cy="0"/>
          <a:chOff x="0" y="0"/>
          <a:chExt cx="0" cy="0"/>
        </a:xfrm>
      </p:grpSpPr>
      <p:sp>
        <p:nvSpPr>
          <p:cNvPr id="316" name="Google Shape;316;p52"/>
          <p:cNvSpPr txBox="1"/>
          <p:nvPr/>
        </p:nvSpPr>
        <p:spPr>
          <a:xfrm>
            <a:off x="4860625" y="1101300"/>
            <a:ext cx="3858900" cy="19665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Teeth</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Eyes</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1600"/>
              </a:spcAft>
              <a:buClr>
                <a:schemeClr val="lt1"/>
              </a:buClr>
              <a:buSzPts val="2700"/>
              <a:buFont typeface="Archivo"/>
              <a:buChar char="●"/>
            </a:pPr>
            <a:r>
              <a:rPr b="1" lang="en" sz="2700">
                <a:solidFill>
                  <a:schemeClr val="lt1"/>
                </a:solidFill>
                <a:latin typeface="Archivo"/>
                <a:ea typeface="Archivo"/>
                <a:cs typeface="Archivo"/>
                <a:sym typeface="Archivo"/>
              </a:rPr>
              <a:t>Hair Line</a:t>
            </a:r>
            <a:endParaRPr b="1" sz="2700">
              <a:solidFill>
                <a:schemeClr val="lt1"/>
              </a:solidFill>
              <a:latin typeface="Archivo"/>
              <a:ea typeface="Archivo"/>
              <a:cs typeface="Archivo"/>
              <a:sym typeface="Archivo"/>
            </a:endParaRPr>
          </a:p>
        </p:txBody>
      </p:sp>
      <p:sp>
        <p:nvSpPr>
          <p:cNvPr id="317" name="Google Shape;317;p52"/>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3</a:t>
            </a:r>
            <a:r>
              <a:rPr lang="en" sz="4200"/>
              <a:t> (Image)</a:t>
            </a:r>
            <a:endParaRPr sz="4200"/>
          </a:p>
        </p:txBody>
      </p:sp>
      <p:sp>
        <p:nvSpPr>
          <p:cNvPr id="318" name="Google Shape;318;p52"/>
          <p:cNvSpPr/>
          <p:nvPr/>
        </p:nvSpPr>
        <p:spPr>
          <a:xfrm>
            <a:off x="1189175"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a:t>
            </a:r>
            <a:endParaRPr>
              <a:latin typeface="Archivo"/>
              <a:ea typeface="Archivo"/>
              <a:cs typeface="Archivo"/>
              <a:sym typeface="Archivo"/>
            </a:endParaRPr>
          </a:p>
        </p:txBody>
      </p:sp>
      <p:sp>
        <p:nvSpPr>
          <p:cNvPr id="319" name="Google Shape;319;p52"/>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20" name="Google Shape;320;p52"/>
          <p:cNvPicPr preferRelativeResize="0"/>
          <p:nvPr/>
        </p:nvPicPr>
        <p:blipFill>
          <a:blip r:embed="rId3">
            <a:alphaModFix/>
          </a:blip>
          <a:stretch>
            <a:fillRect/>
          </a:stretch>
        </p:blipFill>
        <p:spPr>
          <a:xfrm>
            <a:off x="1189175" y="1259050"/>
            <a:ext cx="3043500" cy="3043500"/>
          </a:xfrm>
          <a:prstGeom prst="rect">
            <a:avLst/>
          </a:prstGeom>
          <a:noFill/>
          <a:ln>
            <a:noFill/>
          </a:ln>
        </p:spPr>
      </p:pic>
      <p:sp>
        <p:nvSpPr>
          <p:cNvPr id="321" name="Google Shape;321;p52"/>
          <p:cNvSpPr txBox="1"/>
          <p:nvPr/>
        </p:nvSpPr>
        <p:spPr>
          <a:xfrm>
            <a:off x="1189175" y="1259050"/>
            <a:ext cx="3043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lt1"/>
                </a:solidFill>
                <a:latin typeface="Barlow Condensed SemiBold"/>
                <a:ea typeface="Barlow Condensed SemiBold"/>
                <a:cs typeface="Barlow Condensed SemiBold"/>
                <a:sym typeface="Barlow Condensed SemiBold"/>
              </a:rPr>
              <a:t>B</a:t>
            </a:r>
            <a:endParaRPr sz="2900">
              <a:solidFill>
                <a:schemeClr val="lt1"/>
              </a:solidFill>
              <a:latin typeface="Barlow Condensed SemiBold"/>
              <a:ea typeface="Barlow Condensed SemiBold"/>
              <a:cs typeface="Barlow Condensed SemiBold"/>
              <a:sym typeface="Barlow Condensed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3"/>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4 (Image):</a:t>
            </a:r>
            <a:endParaRPr sz="4200"/>
          </a:p>
        </p:txBody>
      </p:sp>
      <p:sp>
        <p:nvSpPr>
          <p:cNvPr id="327" name="Google Shape;327;p53"/>
          <p:cNvSpPr/>
          <p:nvPr/>
        </p:nvSpPr>
        <p:spPr>
          <a:xfrm>
            <a:off x="1189175"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A</a:t>
            </a:r>
            <a:endParaRPr>
              <a:latin typeface="Archivo"/>
              <a:ea typeface="Archivo"/>
              <a:cs typeface="Archivo"/>
              <a:sym typeface="Archivo"/>
            </a:endParaRPr>
          </a:p>
        </p:txBody>
      </p:sp>
      <p:sp>
        <p:nvSpPr>
          <p:cNvPr id="328" name="Google Shape;328;p53"/>
          <p:cNvSpPr/>
          <p:nvPr/>
        </p:nvSpPr>
        <p:spPr>
          <a:xfrm>
            <a:off x="4987350"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B</a:t>
            </a:r>
            <a:endParaRPr>
              <a:latin typeface="Archivo"/>
              <a:ea typeface="Archivo"/>
              <a:cs typeface="Archivo"/>
              <a:sym typeface="Archivo"/>
            </a:endParaRPr>
          </a:p>
        </p:txBody>
      </p:sp>
      <p:sp>
        <p:nvSpPr>
          <p:cNvPr id="329" name="Google Shape;329;p53"/>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30" name="Google Shape;330;p53"/>
          <p:cNvPicPr preferRelativeResize="0"/>
          <p:nvPr/>
        </p:nvPicPr>
        <p:blipFill>
          <a:blip r:embed="rId3">
            <a:alphaModFix/>
          </a:blip>
          <a:stretch>
            <a:fillRect/>
          </a:stretch>
        </p:blipFill>
        <p:spPr>
          <a:xfrm>
            <a:off x="4987350" y="1216975"/>
            <a:ext cx="3043500" cy="3043500"/>
          </a:xfrm>
          <a:prstGeom prst="rect">
            <a:avLst/>
          </a:prstGeom>
          <a:noFill/>
          <a:ln>
            <a:noFill/>
          </a:ln>
        </p:spPr>
      </p:pic>
      <p:pic>
        <p:nvPicPr>
          <p:cNvPr id="331" name="Google Shape;331;p53"/>
          <p:cNvPicPr preferRelativeResize="0"/>
          <p:nvPr/>
        </p:nvPicPr>
        <p:blipFill>
          <a:blip r:embed="rId4">
            <a:alphaModFix/>
          </a:blip>
          <a:stretch>
            <a:fillRect/>
          </a:stretch>
        </p:blipFill>
        <p:spPr>
          <a:xfrm>
            <a:off x="1189175" y="1259050"/>
            <a:ext cx="3043500" cy="3043500"/>
          </a:xfrm>
          <a:prstGeom prst="rect">
            <a:avLst/>
          </a:prstGeom>
          <a:noFill/>
          <a:ln>
            <a:noFill/>
          </a:ln>
        </p:spPr>
      </p:pic>
      <p:sp>
        <p:nvSpPr>
          <p:cNvPr id="332" name="Google Shape;332;p53"/>
          <p:cNvSpPr txBox="1"/>
          <p:nvPr/>
        </p:nvSpPr>
        <p:spPr>
          <a:xfrm>
            <a:off x="1189175" y="1259050"/>
            <a:ext cx="60960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dk2"/>
                </a:solidFill>
                <a:latin typeface="Barlow Condensed SemiBold"/>
                <a:ea typeface="Barlow Condensed SemiBold"/>
                <a:cs typeface="Barlow Condensed SemiBold"/>
                <a:sym typeface="Barlow Condensed SemiBold"/>
              </a:rPr>
              <a:t>A</a:t>
            </a:r>
            <a:r>
              <a:rPr lang="en" sz="2900">
                <a:solidFill>
                  <a:schemeClr val="lt1"/>
                </a:solidFill>
                <a:latin typeface="Barlow Condensed SemiBold"/>
                <a:ea typeface="Barlow Condensed SemiBold"/>
                <a:cs typeface="Barlow Condensed SemiBold"/>
                <a:sym typeface="Barlow Condensed SemiBold"/>
              </a:rPr>
              <a:t>								  </a:t>
            </a:r>
            <a:r>
              <a:rPr lang="en" sz="2900">
                <a:solidFill>
                  <a:schemeClr val="dk2"/>
                </a:solidFill>
                <a:latin typeface="Barlow Condensed SemiBold"/>
                <a:ea typeface="Barlow Condensed SemiBold"/>
                <a:cs typeface="Barlow Condensed SemiBold"/>
                <a:sym typeface="Barlow Condensed SemiBold"/>
              </a:rPr>
              <a:t>B</a:t>
            </a:r>
            <a:endParaRPr sz="2900">
              <a:solidFill>
                <a:schemeClr val="dk2"/>
              </a:solidFill>
              <a:latin typeface="Barlow Condensed SemiBold"/>
              <a:ea typeface="Barlow Condensed SemiBold"/>
              <a:cs typeface="Barlow Condensed SemiBold"/>
              <a:sym typeface="Barlow Condensed Semi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6" name="Shape 336"/>
        <p:cNvGrpSpPr/>
        <p:nvPr/>
      </p:nvGrpSpPr>
      <p:grpSpPr>
        <a:xfrm>
          <a:off x="0" y="0"/>
          <a:ext cx="0" cy="0"/>
          <a:chOff x="0" y="0"/>
          <a:chExt cx="0" cy="0"/>
        </a:xfrm>
      </p:grpSpPr>
      <p:sp>
        <p:nvSpPr>
          <p:cNvPr id="337" name="Google Shape;337;p54"/>
          <p:cNvSpPr txBox="1"/>
          <p:nvPr/>
        </p:nvSpPr>
        <p:spPr>
          <a:xfrm>
            <a:off x="4860625" y="1101300"/>
            <a:ext cx="3858900" cy="24444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Splotch</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Ear / Hair Physics</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1600"/>
              </a:spcAft>
              <a:buClr>
                <a:schemeClr val="lt1"/>
              </a:buClr>
              <a:buSzPts val="2700"/>
              <a:buFont typeface="Archivo"/>
              <a:buChar char="●"/>
            </a:pPr>
            <a:r>
              <a:rPr b="1" lang="en" sz="2700">
                <a:solidFill>
                  <a:schemeClr val="lt1"/>
                </a:solidFill>
                <a:latin typeface="Archivo"/>
                <a:ea typeface="Archivo"/>
                <a:cs typeface="Archivo"/>
                <a:sym typeface="Archivo"/>
              </a:rPr>
              <a:t>Uncanny Smile Lines</a:t>
            </a:r>
            <a:endParaRPr b="1" sz="2800">
              <a:solidFill>
                <a:srgbClr val="FFFFFF"/>
              </a:solidFill>
              <a:latin typeface="Times New Roman"/>
              <a:ea typeface="Times New Roman"/>
              <a:cs typeface="Times New Roman"/>
              <a:sym typeface="Times New Roman"/>
            </a:endParaRPr>
          </a:p>
        </p:txBody>
      </p:sp>
      <p:sp>
        <p:nvSpPr>
          <p:cNvPr id="338" name="Google Shape;338;p54"/>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4</a:t>
            </a:r>
            <a:r>
              <a:rPr lang="en" sz="4200"/>
              <a:t> (Image)</a:t>
            </a:r>
            <a:endParaRPr sz="4200"/>
          </a:p>
        </p:txBody>
      </p:sp>
      <p:sp>
        <p:nvSpPr>
          <p:cNvPr id="339" name="Google Shape;339;p54"/>
          <p:cNvSpPr/>
          <p:nvPr/>
        </p:nvSpPr>
        <p:spPr>
          <a:xfrm>
            <a:off x="1189175" y="1259050"/>
            <a:ext cx="3043500" cy="2813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Archivo"/>
                <a:ea typeface="Archivo"/>
                <a:cs typeface="Archivo"/>
                <a:sym typeface="Archivo"/>
              </a:rPr>
              <a:t>?</a:t>
            </a:r>
            <a:endParaRPr>
              <a:latin typeface="Archivo"/>
              <a:ea typeface="Archivo"/>
              <a:cs typeface="Archivo"/>
              <a:sym typeface="Archivo"/>
            </a:endParaRPr>
          </a:p>
        </p:txBody>
      </p:sp>
      <p:sp>
        <p:nvSpPr>
          <p:cNvPr id="340" name="Google Shape;340;p54"/>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41" name="Google Shape;341;p54"/>
          <p:cNvPicPr preferRelativeResize="0"/>
          <p:nvPr/>
        </p:nvPicPr>
        <p:blipFill>
          <a:blip r:embed="rId3">
            <a:alphaModFix/>
          </a:blip>
          <a:stretch>
            <a:fillRect/>
          </a:stretch>
        </p:blipFill>
        <p:spPr>
          <a:xfrm>
            <a:off x="1189175" y="1259050"/>
            <a:ext cx="3043500" cy="3043500"/>
          </a:xfrm>
          <a:prstGeom prst="rect">
            <a:avLst/>
          </a:prstGeom>
          <a:noFill/>
          <a:ln>
            <a:noFill/>
          </a:ln>
        </p:spPr>
      </p:pic>
      <p:sp>
        <p:nvSpPr>
          <p:cNvPr id="342" name="Google Shape;342;p54"/>
          <p:cNvSpPr txBox="1"/>
          <p:nvPr/>
        </p:nvSpPr>
        <p:spPr>
          <a:xfrm>
            <a:off x="1189175" y="1259050"/>
            <a:ext cx="30435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chemeClr val="lt1"/>
                </a:solidFill>
                <a:latin typeface="Barlow Condensed SemiBold"/>
                <a:ea typeface="Barlow Condensed SemiBold"/>
                <a:cs typeface="Barlow Condensed SemiBold"/>
                <a:sym typeface="Barlow Condensed SemiBold"/>
              </a:rPr>
              <a:t>B</a:t>
            </a:r>
            <a:endParaRPr sz="2900">
              <a:solidFill>
                <a:schemeClr val="lt1"/>
              </a:solidFill>
              <a:latin typeface="Barlow Condensed SemiBold"/>
              <a:ea typeface="Barlow Condensed SemiBold"/>
              <a:cs typeface="Barlow Condensed SemiBold"/>
              <a:sym typeface="Barlow Condensed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5"/>
          <p:cNvSpPr txBox="1"/>
          <p:nvPr/>
        </p:nvSpPr>
        <p:spPr>
          <a:xfrm>
            <a:off x="576075" y="1031250"/>
            <a:ext cx="3996000" cy="2033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Inconsistent Details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Lighting/Shadows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Distorted Features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Repetitive Patterns</a:t>
            </a:r>
            <a:endParaRPr b="1" sz="1800">
              <a:solidFill>
                <a:schemeClr val="lt1"/>
              </a:solidFill>
              <a:latin typeface="Archivo"/>
              <a:ea typeface="Archivo"/>
              <a:cs typeface="Archivo"/>
              <a:sym typeface="Archivo"/>
            </a:endParaRPr>
          </a:p>
        </p:txBody>
      </p:sp>
      <p:sp>
        <p:nvSpPr>
          <p:cNvPr id="348" name="Google Shape;348;p55"/>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Image Detection</a:t>
            </a:r>
            <a:endParaRPr sz="4200"/>
          </a:p>
        </p:txBody>
      </p:sp>
      <p:sp>
        <p:nvSpPr>
          <p:cNvPr id="349" name="Google Shape;349;p55"/>
          <p:cNvSpPr txBox="1"/>
          <p:nvPr/>
        </p:nvSpPr>
        <p:spPr>
          <a:xfrm>
            <a:off x="4572000" y="1031250"/>
            <a:ext cx="3996000" cy="2033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Metadata</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Edge/Boundaries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Context</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Artifacts</a:t>
            </a:r>
            <a:endParaRPr b="1" sz="1800">
              <a:solidFill>
                <a:schemeClr val="lt1"/>
              </a:solidFill>
              <a:latin typeface="Archivo"/>
              <a:ea typeface="Archivo"/>
              <a:cs typeface="Archivo"/>
              <a:sym typeface="Archivo"/>
            </a:endParaRPr>
          </a:p>
        </p:txBody>
      </p:sp>
      <p:sp>
        <p:nvSpPr>
          <p:cNvPr id="350" name="Google Shape;350;p55"/>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6"/>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5 (Audio):</a:t>
            </a:r>
            <a:endParaRPr sz="4200"/>
          </a:p>
        </p:txBody>
      </p:sp>
      <p:sp>
        <p:nvSpPr>
          <p:cNvPr id="356" name="Google Shape;356;p56"/>
          <p:cNvSpPr/>
          <p:nvPr/>
        </p:nvSpPr>
        <p:spPr>
          <a:xfrm>
            <a:off x="988100" y="2285050"/>
            <a:ext cx="3043500" cy="1086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Noto Serif JP"/>
                <a:ea typeface="Noto Serif JP"/>
                <a:cs typeface="Noto Serif JP"/>
                <a:sym typeface="Noto Serif JP"/>
              </a:rPr>
              <a:t>A</a:t>
            </a:r>
            <a:endParaRPr sz="2000">
              <a:solidFill>
                <a:schemeClr val="lt1"/>
              </a:solidFill>
              <a:latin typeface="Noto Serif JP"/>
              <a:ea typeface="Noto Serif JP"/>
              <a:cs typeface="Noto Serif JP"/>
              <a:sym typeface="Noto Serif JP"/>
            </a:endParaRPr>
          </a:p>
        </p:txBody>
      </p:sp>
      <p:sp>
        <p:nvSpPr>
          <p:cNvPr id="357" name="Google Shape;357;p56"/>
          <p:cNvSpPr/>
          <p:nvPr/>
        </p:nvSpPr>
        <p:spPr>
          <a:xfrm>
            <a:off x="5051700" y="2285050"/>
            <a:ext cx="3043500" cy="1086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Noto Serif JP"/>
                <a:ea typeface="Noto Serif JP"/>
                <a:cs typeface="Noto Serif JP"/>
                <a:sym typeface="Noto Serif JP"/>
              </a:rPr>
              <a:t>B</a:t>
            </a:r>
            <a:endParaRPr sz="2000">
              <a:solidFill>
                <a:schemeClr val="lt1"/>
              </a:solidFill>
              <a:latin typeface="Noto Serif JP"/>
              <a:ea typeface="Noto Serif JP"/>
              <a:cs typeface="Noto Serif JP"/>
              <a:sym typeface="Noto Serif JP"/>
            </a:endParaRPr>
          </a:p>
        </p:txBody>
      </p:sp>
      <p:sp>
        <p:nvSpPr>
          <p:cNvPr id="358" name="Google Shape;358;p56"/>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59" name="Google Shape;359;p56" title="hello.mp3">
            <a:hlinkClick r:id="rId3"/>
          </p:cNvPr>
          <p:cNvPicPr preferRelativeResize="0"/>
          <p:nvPr/>
        </p:nvPicPr>
        <p:blipFill>
          <a:blip r:embed="rId4">
            <a:alphaModFix/>
          </a:blip>
          <a:stretch>
            <a:fillRect/>
          </a:stretch>
        </p:blipFill>
        <p:spPr>
          <a:xfrm flipH="1">
            <a:off x="1105738" y="2235463"/>
            <a:ext cx="1136025" cy="1136025"/>
          </a:xfrm>
          <a:prstGeom prst="rect">
            <a:avLst/>
          </a:prstGeom>
          <a:noFill/>
          <a:ln>
            <a:noFill/>
          </a:ln>
        </p:spPr>
      </p:pic>
      <p:pic>
        <p:nvPicPr>
          <p:cNvPr id="360" name="Google Shape;360;p56" title="hello2.mp3">
            <a:hlinkClick r:id="rId5"/>
          </p:cNvPr>
          <p:cNvPicPr preferRelativeResize="0"/>
          <p:nvPr/>
        </p:nvPicPr>
        <p:blipFill>
          <a:blip r:embed="rId4">
            <a:alphaModFix/>
          </a:blip>
          <a:stretch>
            <a:fillRect/>
          </a:stretch>
        </p:blipFill>
        <p:spPr>
          <a:xfrm flipH="1">
            <a:off x="5144350" y="2235465"/>
            <a:ext cx="1136025" cy="1136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4" name="Shape 364"/>
        <p:cNvGrpSpPr/>
        <p:nvPr/>
      </p:nvGrpSpPr>
      <p:grpSpPr>
        <a:xfrm>
          <a:off x="0" y="0"/>
          <a:ext cx="0" cy="0"/>
          <a:chOff x="0" y="0"/>
          <a:chExt cx="0" cy="0"/>
        </a:xfrm>
      </p:grpSpPr>
      <p:sp>
        <p:nvSpPr>
          <p:cNvPr id="365" name="Google Shape;365;p57"/>
          <p:cNvSpPr txBox="1"/>
          <p:nvPr/>
        </p:nvSpPr>
        <p:spPr>
          <a:xfrm>
            <a:off x="4860625" y="1101300"/>
            <a:ext cx="3858900" cy="22392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Name </a:t>
            </a:r>
            <a:r>
              <a:rPr b="1" lang="en" sz="2700">
                <a:solidFill>
                  <a:schemeClr val="lt1"/>
                </a:solidFill>
                <a:latin typeface="Archivo"/>
                <a:ea typeface="Archivo"/>
                <a:cs typeface="Archivo"/>
                <a:sym typeface="Archivo"/>
              </a:rPr>
              <a:t>pronunciation</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1600"/>
              </a:spcAft>
              <a:buClr>
                <a:schemeClr val="lt1"/>
              </a:buClr>
              <a:buSzPts val="2700"/>
              <a:buFont typeface="Archivo"/>
              <a:buChar char="●"/>
            </a:pPr>
            <a:r>
              <a:rPr b="1" lang="en" sz="2700">
                <a:solidFill>
                  <a:schemeClr val="lt1"/>
                </a:solidFill>
                <a:latin typeface="Archivo"/>
                <a:ea typeface="Archivo"/>
                <a:cs typeface="Archivo"/>
                <a:sym typeface="Archivo"/>
              </a:rPr>
              <a:t>Deeper than my standard</a:t>
            </a:r>
            <a:endParaRPr b="1" sz="2700">
              <a:solidFill>
                <a:schemeClr val="lt1"/>
              </a:solidFill>
              <a:latin typeface="Archivo"/>
              <a:ea typeface="Archivo"/>
              <a:cs typeface="Archivo"/>
              <a:sym typeface="Archivo"/>
            </a:endParaRPr>
          </a:p>
        </p:txBody>
      </p:sp>
      <p:sp>
        <p:nvSpPr>
          <p:cNvPr id="366" name="Google Shape;366;p57"/>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5 (Audio)</a:t>
            </a:r>
            <a:endParaRPr sz="4200"/>
          </a:p>
        </p:txBody>
      </p:sp>
      <p:sp>
        <p:nvSpPr>
          <p:cNvPr id="367" name="Google Shape;367;p57"/>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
        <p:nvSpPr>
          <p:cNvPr id="368" name="Google Shape;368;p57"/>
          <p:cNvSpPr/>
          <p:nvPr/>
        </p:nvSpPr>
        <p:spPr>
          <a:xfrm>
            <a:off x="988100" y="2285050"/>
            <a:ext cx="3043500" cy="10863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Noto Serif JP"/>
                <a:ea typeface="Noto Serif JP"/>
                <a:cs typeface="Noto Serif JP"/>
                <a:sym typeface="Noto Serif JP"/>
              </a:rPr>
              <a:t>A</a:t>
            </a:r>
            <a:r>
              <a:rPr lang="en" sz="2000">
                <a:solidFill>
                  <a:schemeClr val="lt1"/>
                </a:solidFill>
                <a:latin typeface="Noto Serif JP"/>
                <a:ea typeface="Noto Serif JP"/>
                <a:cs typeface="Noto Serif JP"/>
                <a:sym typeface="Noto Serif JP"/>
              </a:rPr>
              <a:t>!</a:t>
            </a:r>
            <a:endParaRPr sz="2000">
              <a:latin typeface="Noto Serif JP"/>
              <a:ea typeface="Noto Serif JP"/>
              <a:cs typeface="Noto Serif JP"/>
              <a:sym typeface="Noto Serif JP"/>
            </a:endParaRPr>
          </a:p>
        </p:txBody>
      </p:sp>
      <p:pic>
        <p:nvPicPr>
          <p:cNvPr id="369" name="Google Shape;369;p57" title="hello.mp3">
            <a:hlinkClick r:id="rId3"/>
          </p:cNvPr>
          <p:cNvPicPr preferRelativeResize="0"/>
          <p:nvPr/>
        </p:nvPicPr>
        <p:blipFill>
          <a:blip r:embed="rId4">
            <a:alphaModFix/>
          </a:blip>
          <a:stretch>
            <a:fillRect/>
          </a:stretch>
        </p:blipFill>
        <p:spPr>
          <a:xfrm flipH="1">
            <a:off x="1105738" y="2235463"/>
            <a:ext cx="1136025" cy="1136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8"/>
          <p:cNvSpPr txBox="1"/>
          <p:nvPr/>
        </p:nvSpPr>
        <p:spPr>
          <a:xfrm>
            <a:off x="576075" y="1031250"/>
            <a:ext cx="3996000" cy="2557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Emphasis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Pitch</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Pauses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Accent</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Human Interactions</a:t>
            </a:r>
            <a:endParaRPr b="1" sz="1800">
              <a:solidFill>
                <a:schemeClr val="lt1"/>
              </a:solidFill>
              <a:latin typeface="Archivo"/>
              <a:ea typeface="Archivo"/>
              <a:cs typeface="Archivo"/>
              <a:sym typeface="Archivo"/>
            </a:endParaRPr>
          </a:p>
        </p:txBody>
      </p:sp>
      <p:sp>
        <p:nvSpPr>
          <p:cNvPr id="375" name="Google Shape;375;p58"/>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Audio Detection</a:t>
            </a:r>
            <a:endParaRPr sz="4200"/>
          </a:p>
        </p:txBody>
      </p:sp>
      <p:sp>
        <p:nvSpPr>
          <p:cNvPr id="376" name="Google Shape;376;p58"/>
          <p:cNvSpPr txBox="1"/>
          <p:nvPr/>
        </p:nvSpPr>
        <p:spPr>
          <a:xfrm>
            <a:off x="4572000" y="1031250"/>
            <a:ext cx="3996000" cy="2557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Artifacts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Inconsistency</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Background Noise*</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Metadata</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Anomalies</a:t>
            </a:r>
            <a:endParaRPr b="1" sz="1800">
              <a:solidFill>
                <a:schemeClr val="lt1"/>
              </a:solidFill>
              <a:latin typeface="Archivo"/>
              <a:ea typeface="Archivo"/>
              <a:cs typeface="Archivo"/>
              <a:sym typeface="Archivo"/>
            </a:endParaRPr>
          </a:p>
        </p:txBody>
      </p:sp>
      <p:sp>
        <p:nvSpPr>
          <p:cNvPr id="377" name="Google Shape;377;p58"/>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59"/>
          <p:cNvSpPr txBox="1"/>
          <p:nvPr>
            <p:ph type="title"/>
          </p:nvPr>
        </p:nvSpPr>
        <p:spPr>
          <a:xfrm>
            <a:off x="576074" y="228600"/>
            <a:ext cx="6620400" cy="144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6 (Video):</a:t>
            </a:r>
            <a:endParaRPr sz="4200"/>
          </a:p>
        </p:txBody>
      </p:sp>
      <p:sp>
        <p:nvSpPr>
          <p:cNvPr id="383" name="Google Shape;383;p59"/>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pic>
        <p:nvPicPr>
          <p:cNvPr id="384" name="Google Shape;384;p59" title="HeyGen.mp4">
            <a:hlinkClick r:id="rId3"/>
          </p:cNvPr>
          <p:cNvPicPr preferRelativeResize="0"/>
          <p:nvPr/>
        </p:nvPicPr>
        <p:blipFill>
          <a:blip r:embed="rId4">
            <a:alphaModFix/>
          </a:blip>
          <a:stretch>
            <a:fillRect/>
          </a:stretch>
        </p:blipFill>
        <p:spPr>
          <a:xfrm>
            <a:off x="1582500" y="1062328"/>
            <a:ext cx="5978999" cy="3360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8" name="Shape 388"/>
        <p:cNvGrpSpPr/>
        <p:nvPr/>
      </p:nvGrpSpPr>
      <p:grpSpPr>
        <a:xfrm>
          <a:off x="0" y="0"/>
          <a:ext cx="0" cy="0"/>
          <a:chOff x="0" y="0"/>
          <a:chExt cx="0" cy="0"/>
        </a:xfrm>
      </p:grpSpPr>
      <p:sp>
        <p:nvSpPr>
          <p:cNvPr id="389" name="Google Shape;389;p60"/>
          <p:cNvSpPr txBox="1"/>
          <p:nvPr/>
        </p:nvSpPr>
        <p:spPr>
          <a:xfrm>
            <a:off x="4860625" y="1101300"/>
            <a:ext cx="3858900" cy="1761300"/>
          </a:xfrm>
          <a:prstGeom prst="rect">
            <a:avLst/>
          </a:prstGeom>
          <a:noFill/>
          <a:ln>
            <a:noFill/>
          </a:ln>
        </p:spPr>
        <p:txBody>
          <a:bodyPr anchorCtr="0" anchor="t" bIns="91425" lIns="91425" spcFirstLastPara="1" rIns="91425" wrap="square" tIns="91425">
            <a:spAutoFit/>
          </a:bodyPr>
          <a:lstStyle/>
          <a:p>
            <a:pPr indent="-400050" lvl="0" marL="457200" rtl="0" algn="l">
              <a:lnSpc>
                <a:spcPct val="115000"/>
              </a:lnSpc>
              <a:spcBef>
                <a:spcPts val="0"/>
              </a:spcBef>
              <a:spcAft>
                <a:spcPts val="0"/>
              </a:spcAft>
              <a:buClr>
                <a:schemeClr val="lt1"/>
              </a:buClr>
              <a:buSzPts val="2700"/>
              <a:buFont typeface="Archivo"/>
              <a:buChar char="●"/>
            </a:pPr>
            <a:r>
              <a:rPr b="1" lang="en" sz="2700">
                <a:solidFill>
                  <a:schemeClr val="lt1"/>
                </a:solidFill>
                <a:latin typeface="Archivo"/>
                <a:ea typeface="Archivo"/>
                <a:cs typeface="Archivo"/>
                <a:sym typeface="Archivo"/>
              </a:rPr>
              <a:t>Gestures &amp; Speech don’t align</a:t>
            </a:r>
            <a:endParaRPr b="1" sz="2700">
              <a:solidFill>
                <a:schemeClr val="lt1"/>
              </a:solidFill>
              <a:latin typeface="Archivo"/>
              <a:ea typeface="Archivo"/>
              <a:cs typeface="Archivo"/>
              <a:sym typeface="Archivo"/>
            </a:endParaRPr>
          </a:p>
          <a:p>
            <a:pPr indent="-400050" lvl="0" marL="457200" rtl="0" algn="l">
              <a:lnSpc>
                <a:spcPct val="115000"/>
              </a:lnSpc>
              <a:spcBef>
                <a:spcPts val="1600"/>
              </a:spcBef>
              <a:spcAft>
                <a:spcPts val="1600"/>
              </a:spcAft>
              <a:buClr>
                <a:schemeClr val="lt1"/>
              </a:buClr>
              <a:buSzPts val="2700"/>
              <a:buFont typeface="Archivo"/>
              <a:buChar char="●"/>
            </a:pPr>
            <a:r>
              <a:rPr b="1" lang="en" sz="2700">
                <a:solidFill>
                  <a:schemeClr val="lt1"/>
                </a:solidFill>
                <a:latin typeface="Archivo"/>
                <a:ea typeface="Archivo"/>
                <a:cs typeface="Archivo"/>
                <a:sym typeface="Archivo"/>
              </a:rPr>
              <a:t> Repetition</a:t>
            </a:r>
            <a:endParaRPr b="1" sz="2800">
              <a:solidFill>
                <a:srgbClr val="FFFFFF"/>
              </a:solidFill>
              <a:latin typeface="Times New Roman"/>
              <a:ea typeface="Times New Roman"/>
              <a:cs typeface="Times New Roman"/>
              <a:sym typeface="Times New Roman"/>
            </a:endParaRPr>
          </a:p>
        </p:txBody>
      </p:sp>
      <p:sp>
        <p:nvSpPr>
          <p:cNvPr id="390" name="Google Shape;390;p60"/>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Question 6 (Video)</a:t>
            </a:r>
            <a:endParaRPr sz="4200"/>
          </a:p>
        </p:txBody>
      </p:sp>
      <p:sp>
        <p:nvSpPr>
          <p:cNvPr id="391" name="Google Shape;391;p60"/>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
        <p:nvSpPr>
          <p:cNvPr id="392" name="Google Shape;392;p60"/>
          <p:cNvSpPr/>
          <p:nvPr/>
        </p:nvSpPr>
        <p:spPr>
          <a:xfrm>
            <a:off x="988100" y="2285050"/>
            <a:ext cx="3043500" cy="108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Noto Serif JP"/>
                <a:ea typeface="Noto Serif JP"/>
                <a:cs typeface="Noto Serif JP"/>
                <a:sym typeface="Noto Serif JP"/>
              </a:rPr>
              <a:t>Both!</a:t>
            </a:r>
            <a:endParaRPr sz="2000">
              <a:solidFill>
                <a:schemeClr val="lt1"/>
              </a:solidFill>
              <a:latin typeface="Noto Serif JP"/>
              <a:ea typeface="Noto Serif JP"/>
              <a:cs typeface="Noto Serif JP"/>
              <a:sym typeface="Noto Serif JP"/>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1"/>
          <p:cNvSpPr txBox="1"/>
          <p:nvPr/>
        </p:nvSpPr>
        <p:spPr>
          <a:xfrm>
            <a:off x="576075" y="1031250"/>
            <a:ext cx="3996000" cy="20334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Inconsistent Motion</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Unnatural Movement</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Lighting</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Lip Sync*</a:t>
            </a:r>
            <a:endParaRPr b="1" sz="1800">
              <a:solidFill>
                <a:schemeClr val="lt1"/>
              </a:solidFill>
              <a:latin typeface="Archivo"/>
              <a:ea typeface="Archivo"/>
              <a:cs typeface="Archivo"/>
              <a:sym typeface="Archivo"/>
            </a:endParaRPr>
          </a:p>
        </p:txBody>
      </p:sp>
      <p:sp>
        <p:nvSpPr>
          <p:cNvPr id="398" name="Google Shape;398;p61"/>
          <p:cNvSpPr txBox="1"/>
          <p:nvPr>
            <p:ph type="title"/>
          </p:nvPr>
        </p:nvSpPr>
        <p:spPr>
          <a:xfrm>
            <a:off x="576075" y="228600"/>
            <a:ext cx="6620400" cy="8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t>Video Detection</a:t>
            </a:r>
            <a:endParaRPr sz="4200"/>
          </a:p>
        </p:txBody>
      </p:sp>
      <p:sp>
        <p:nvSpPr>
          <p:cNvPr id="399" name="Google Shape;399;p61"/>
          <p:cNvSpPr txBox="1"/>
          <p:nvPr/>
        </p:nvSpPr>
        <p:spPr>
          <a:xfrm>
            <a:off x="4572000" y="1031250"/>
            <a:ext cx="3996000" cy="25572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Unrealistic Textures</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Metadata</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Realistic Interaction</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0"/>
              </a:spcAft>
              <a:buClr>
                <a:schemeClr val="lt1"/>
              </a:buClr>
              <a:buSzPts val="1800"/>
              <a:buFont typeface="Archivo"/>
              <a:buChar char="●"/>
            </a:pPr>
            <a:r>
              <a:rPr b="1" lang="en" sz="1800">
                <a:solidFill>
                  <a:schemeClr val="lt1"/>
                </a:solidFill>
                <a:latin typeface="Archivo"/>
                <a:ea typeface="Archivo"/>
                <a:cs typeface="Archivo"/>
                <a:sym typeface="Archivo"/>
              </a:rPr>
              <a:t>Context</a:t>
            </a:r>
            <a:endParaRPr b="1" sz="1800">
              <a:solidFill>
                <a:schemeClr val="lt1"/>
              </a:solidFill>
              <a:latin typeface="Archivo"/>
              <a:ea typeface="Archivo"/>
              <a:cs typeface="Archivo"/>
              <a:sym typeface="Archivo"/>
            </a:endParaRPr>
          </a:p>
          <a:p>
            <a:pPr indent="-342900" lvl="0" marL="457200" rtl="0" algn="l">
              <a:lnSpc>
                <a:spcPct val="115000"/>
              </a:lnSpc>
              <a:spcBef>
                <a:spcPts val="1600"/>
              </a:spcBef>
              <a:spcAft>
                <a:spcPts val="1600"/>
              </a:spcAft>
              <a:buClr>
                <a:schemeClr val="lt1"/>
              </a:buClr>
              <a:buSzPts val="1800"/>
              <a:buFont typeface="Archivo"/>
              <a:buChar char="●"/>
            </a:pPr>
            <a:r>
              <a:rPr b="1" lang="en" sz="1800">
                <a:solidFill>
                  <a:schemeClr val="lt1"/>
                </a:solidFill>
                <a:latin typeface="Archivo"/>
                <a:ea typeface="Archivo"/>
                <a:cs typeface="Archivo"/>
                <a:sym typeface="Archivo"/>
              </a:rPr>
              <a:t>Artifacts</a:t>
            </a:r>
            <a:endParaRPr b="1" sz="1800">
              <a:solidFill>
                <a:schemeClr val="lt1"/>
              </a:solidFill>
              <a:latin typeface="Archivo"/>
              <a:ea typeface="Archivo"/>
              <a:cs typeface="Archivo"/>
              <a:sym typeface="Archivo"/>
            </a:endParaRPr>
          </a:p>
        </p:txBody>
      </p:sp>
      <p:sp>
        <p:nvSpPr>
          <p:cNvPr id="400" name="Google Shape;400;p61"/>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©2024 MAXX Potential LLC | All Rights Reserved | Page </a:t>
            </a:r>
            <a:fld id="{00000000-1234-1234-1234-123412341234}" type="slidenum">
              <a:rPr lang="en">
                <a:solidFill>
                  <a:srgbClr val="FFFFFF"/>
                </a:solidFill>
              </a:rPr>
              <a:t>‹#›</a:t>
            </a:fld>
            <a:endParaRPr>
              <a:solidFill>
                <a:srgbClr val="FFFF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62"/>
          <p:cNvSpPr txBox="1"/>
          <p:nvPr>
            <p:ph type="ctrTitle"/>
          </p:nvPr>
        </p:nvSpPr>
        <p:spPr>
          <a:xfrm>
            <a:off x="576075" y="457200"/>
            <a:ext cx="5239500" cy="4133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7200">
                <a:latin typeface="Noto Serif JP"/>
                <a:ea typeface="Noto Serif JP"/>
                <a:cs typeface="Noto Serif JP"/>
                <a:sym typeface="Noto Serif JP"/>
              </a:rPr>
              <a:t>Demos</a:t>
            </a:r>
            <a:endParaRPr/>
          </a:p>
          <a:p>
            <a:pPr indent="0" lvl="0" marL="0" rtl="0" algn="l">
              <a:spcBef>
                <a:spcPts val="1600"/>
              </a:spcBef>
              <a:spcAft>
                <a:spcPts val="0"/>
              </a:spcAft>
              <a:buNone/>
            </a:pPr>
            <a:r>
              <a:t/>
            </a:r>
            <a:endParaRPr sz="23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Video</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Voice</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Translation</a:t>
            </a:r>
            <a:endParaRPr sz="2800">
              <a:latin typeface="Barlow Condensed SemiBold"/>
              <a:ea typeface="Barlow Condensed SemiBold"/>
              <a:cs typeface="Barlow Condensed SemiBold"/>
              <a:sym typeface="Barlow Condensed SemiBold"/>
            </a:endParaRPr>
          </a:p>
          <a:p>
            <a:pPr indent="0" lvl="0" marL="0" rtl="0" algn="l">
              <a:spcBef>
                <a:spcPts val="0"/>
              </a:spcBef>
              <a:spcAft>
                <a:spcPts val="0"/>
              </a:spcAft>
              <a:buNone/>
            </a:pPr>
            <a:r>
              <a:rPr lang="en" sz="2800">
                <a:latin typeface="Barlow Condensed SemiBold"/>
                <a:ea typeface="Barlow Condensed SemiBold"/>
                <a:cs typeface="Barlow Condensed SemiBold"/>
                <a:sym typeface="Barlow Condensed SemiBold"/>
              </a:rPr>
              <a:t>Limitations</a:t>
            </a:r>
            <a:endParaRPr sz="2800">
              <a:latin typeface="Barlow Condensed SemiBold"/>
              <a:ea typeface="Barlow Condensed SemiBold"/>
              <a:cs typeface="Barlow Condensed SemiBold"/>
              <a:sym typeface="Barlow Condensed SemiBold"/>
            </a:endParaRPr>
          </a:p>
        </p:txBody>
      </p:sp>
      <p:sp>
        <p:nvSpPr>
          <p:cNvPr id="406" name="Google Shape;406;p62"/>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62"/>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408" name="Google Shape;408;p62"/>
          <p:cNvPicPr preferRelativeResize="0"/>
          <p:nvPr/>
        </p:nvPicPr>
        <p:blipFill>
          <a:blip r:embed="rId3">
            <a:alphaModFix/>
          </a:blip>
          <a:stretch>
            <a:fillRect/>
          </a:stretch>
        </p:blipFill>
        <p:spPr>
          <a:xfrm>
            <a:off x="6161922" y="0"/>
            <a:ext cx="2982080" cy="4358424"/>
          </a:xfrm>
          <a:prstGeom prst="rect">
            <a:avLst/>
          </a:prstGeom>
          <a:noFill/>
          <a:ln>
            <a:noFill/>
          </a:ln>
        </p:spPr>
      </p:pic>
      <p:pic>
        <p:nvPicPr>
          <p:cNvPr id="409" name="Google Shape;409;p62"/>
          <p:cNvPicPr preferRelativeResize="0"/>
          <p:nvPr/>
        </p:nvPicPr>
        <p:blipFill rotWithShape="1">
          <a:blip r:embed="rId4">
            <a:alphaModFix/>
          </a:blip>
          <a:srcRect b="0" l="228" r="228" t="0"/>
          <a:stretch/>
        </p:blipFill>
        <p:spPr>
          <a:xfrm>
            <a:off x="576072" y="4690872"/>
            <a:ext cx="1508760" cy="2286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3"/>
          <p:cNvSpPr txBox="1"/>
          <p:nvPr/>
        </p:nvSpPr>
        <p:spPr>
          <a:xfrm>
            <a:off x="576075" y="463100"/>
            <a:ext cx="8324100" cy="62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Technical Demo:</a:t>
            </a:r>
            <a:r>
              <a:rPr b="1" lang="en" sz="2700">
                <a:solidFill>
                  <a:srgbClr val="40403F"/>
                </a:solidFill>
                <a:latin typeface="Archivo"/>
                <a:ea typeface="Archivo"/>
                <a:cs typeface="Archivo"/>
                <a:sym typeface="Archivo"/>
              </a:rPr>
              <a:t> Video</a:t>
            </a:r>
            <a:endParaRPr sz="2300">
              <a:solidFill>
                <a:srgbClr val="40403F"/>
              </a:solidFill>
              <a:latin typeface="Barlow Condensed SemiBold"/>
              <a:ea typeface="Barlow Condensed SemiBold"/>
              <a:cs typeface="Barlow Condensed SemiBold"/>
              <a:sym typeface="Barlow Condensed SemiBold"/>
            </a:endParaRPr>
          </a:p>
          <a:p>
            <a:pPr indent="0" lvl="0" marL="0" rtl="0" algn="l">
              <a:lnSpc>
                <a:spcPct val="115000"/>
              </a:lnSpc>
              <a:spcBef>
                <a:spcPts val="1600"/>
              </a:spcBef>
              <a:spcAft>
                <a:spcPts val="0"/>
              </a:spcAft>
              <a:buNone/>
            </a:pPr>
            <a:r>
              <a:t/>
            </a:r>
            <a:endParaRPr sz="1000">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415" name="Google Shape;415;p63"/>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6" name="Google Shape;416;p63"/>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417" name="Google Shape;417;p63"/>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418" name="Google Shape;418;p63"/>
          <p:cNvPicPr preferRelativeResize="0"/>
          <p:nvPr/>
        </p:nvPicPr>
        <p:blipFill>
          <a:blip r:embed="rId4">
            <a:alphaModFix/>
          </a:blip>
          <a:stretch>
            <a:fillRect/>
          </a:stretch>
        </p:blipFill>
        <p:spPr>
          <a:xfrm>
            <a:off x="5432100" y="1175738"/>
            <a:ext cx="1209675" cy="285750"/>
          </a:xfrm>
          <a:prstGeom prst="rect">
            <a:avLst/>
          </a:prstGeom>
          <a:noFill/>
          <a:ln>
            <a:noFill/>
          </a:ln>
        </p:spPr>
      </p:pic>
      <p:pic>
        <p:nvPicPr>
          <p:cNvPr id="419" name="Google Shape;419;p63"/>
          <p:cNvPicPr preferRelativeResize="0"/>
          <p:nvPr/>
        </p:nvPicPr>
        <p:blipFill>
          <a:blip r:embed="rId5">
            <a:alphaModFix/>
          </a:blip>
          <a:stretch>
            <a:fillRect/>
          </a:stretch>
        </p:blipFill>
        <p:spPr>
          <a:xfrm>
            <a:off x="6750475" y="1078088"/>
            <a:ext cx="1057275" cy="428625"/>
          </a:xfrm>
          <a:prstGeom prst="rect">
            <a:avLst/>
          </a:prstGeom>
          <a:noFill/>
          <a:ln>
            <a:noFill/>
          </a:ln>
        </p:spPr>
      </p:pic>
      <p:pic>
        <p:nvPicPr>
          <p:cNvPr id="420" name="Google Shape;420;p63"/>
          <p:cNvPicPr preferRelativeResize="0"/>
          <p:nvPr/>
        </p:nvPicPr>
        <p:blipFill>
          <a:blip r:embed="rId6">
            <a:alphaModFix/>
          </a:blip>
          <a:stretch>
            <a:fillRect/>
          </a:stretch>
        </p:blipFill>
        <p:spPr>
          <a:xfrm>
            <a:off x="3929063" y="2603613"/>
            <a:ext cx="1285875" cy="371475"/>
          </a:xfrm>
          <a:prstGeom prst="rect">
            <a:avLst/>
          </a:prstGeom>
          <a:noFill/>
          <a:ln>
            <a:noFill/>
          </a:ln>
        </p:spPr>
      </p:pic>
      <p:pic>
        <p:nvPicPr>
          <p:cNvPr id="421" name="Google Shape;421;p63"/>
          <p:cNvPicPr preferRelativeResize="0"/>
          <p:nvPr/>
        </p:nvPicPr>
        <p:blipFill>
          <a:blip r:embed="rId7">
            <a:alphaModFix/>
          </a:blip>
          <a:stretch>
            <a:fillRect/>
          </a:stretch>
        </p:blipFill>
        <p:spPr>
          <a:xfrm>
            <a:off x="2002275" y="2515486"/>
            <a:ext cx="1813550" cy="547774"/>
          </a:xfrm>
          <a:prstGeom prst="rect">
            <a:avLst/>
          </a:prstGeom>
          <a:noFill/>
          <a:ln>
            <a:noFill/>
          </a:ln>
        </p:spPr>
      </p:pic>
      <p:pic>
        <p:nvPicPr>
          <p:cNvPr id="422" name="Google Shape;422;p63"/>
          <p:cNvPicPr preferRelativeResize="0"/>
          <p:nvPr/>
        </p:nvPicPr>
        <p:blipFill>
          <a:blip r:embed="rId8">
            <a:alphaModFix/>
          </a:blip>
          <a:stretch>
            <a:fillRect/>
          </a:stretch>
        </p:blipFill>
        <p:spPr>
          <a:xfrm>
            <a:off x="233350" y="2579813"/>
            <a:ext cx="1684243" cy="419100"/>
          </a:xfrm>
          <a:prstGeom prst="rect">
            <a:avLst/>
          </a:prstGeom>
          <a:noFill/>
          <a:ln>
            <a:noFill/>
          </a:ln>
        </p:spPr>
      </p:pic>
      <p:pic>
        <p:nvPicPr>
          <p:cNvPr id="423" name="Google Shape;423;p63"/>
          <p:cNvPicPr preferRelativeResize="0"/>
          <p:nvPr/>
        </p:nvPicPr>
        <p:blipFill>
          <a:blip r:embed="rId9">
            <a:alphaModFix/>
          </a:blip>
          <a:stretch>
            <a:fillRect/>
          </a:stretch>
        </p:blipFill>
        <p:spPr>
          <a:xfrm>
            <a:off x="2256588" y="3297400"/>
            <a:ext cx="1304925" cy="361950"/>
          </a:xfrm>
          <a:prstGeom prst="rect">
            <a:avLst/>
          </a:prstGeom>
          <a:noFill/>
          <a:ln>
            <a:noFill/>
          </a:ln>
        </p:spPr>
      </p:pic>
      <p:pic>
        <p:nvPicPr>
          <p:cNvPr id="424" name="Google Shape;424;p63"/>
          <p:cNvPicPr preferRelativeResize="0"/>
          <p:nvPr/>
        </p:nvPicPr>
        <p:blipFill>
          <a:blip r:embed="rId10">
            <a:alphaModFix/>
          </a:blip>
          <a:stretch>
            <a:fillRect/>
          </a:stretch>
        </p:blipFill>
        <p:spPr>
          <a:xfrm>
            <a:off x="7743588" y="1968312"/>
            <a:ext cx="1066800" cy="333375"/>
          </a:xfrm>
          <a:prstGeom prst="rect">
            <a:avLst/>
          </a:prstGeom>
          <a:noFill/>
          <a:ln>
            <a:noFill/>
          </a:ln>
        </p:spPr>
      </p:pic>
      <p:pic>
        <p:nvPicPr>
          <p:cNvPr id="425" name="Google Shape;425;p63"/>
          <p:cNvPicPr preferRelativeResize="0"/>
          <p:nvPr/>
        </p:nvPicPr>
        <p:blipFill>
          <a:blip r:embed="rId11">
            <a:alphaModFix/>
          </a:blip>
          <a:stretch>
            <a:fillRect/>
          </a:stretch>
        </p:blipFill>
        <p:spPr>
          <a:xfrm>
            <a:off x="6996847" y="2615640"/>
            <a:ext cx="1813550" cy="292510"/>
          </a:xfrm>
          <a:prstGeom prst="rect">
            <a:avLst/>
          </a:prstGeom>
          <a:noFill/>
          <a:ln>
            <a:noFill/>
          </a:ln>
        </p:spPr>
      </p:pic>
      <p:pic>
        <p:nvPicPr>
          <p:cNvPr id="426" name="Google Shape;426;p63"/>
          <p:cNvPicPr preferRelativeResize="0"/>
          <p:nvPr/>
        </p:nvPicPr>
        <p:blipFill>
          <a:blip r:embed="rId12">
            <a:alphaModFix/>
          </a:blip>
          <a:stretch>
            <a:fillRect/>
          </a:stretch>
        </p:blipFill>
        <p:spPr>
          <a:xfrm>
            <a:off x="233350" y="1980162"/>
            <a:ext cx="800100" cy="285750"/>
          </a:xfrm>
          <a:prstGeom prst="rect">
            <a:avLst/>
          </a:prstGeom>
          <a:noFill/>
          <a:ln>
            <a:noFill/>
          </a:ln>
        </p:spPr>
      </p:pic>
      <p:pic>
        <p:nvPicPr>
          <p:cNvPr id="427" name="Google Shape;427;p63"/>
          <p:cNvPicPr preferRelativeResize="0"/>
          <p:nvPr/>
        </p:nvPicPr>
        <p:blipFill>
          <a:blip r:embed="rId13">
            <a:alphaModFix/>
          </a:blip>
          <a:stretch>
            <a:fillRect/>
          </a:stretch>
        </p:blipFill>
        <p:spPr>
          <a:xfrm>
            <a:off x="6236375" y="3294300"/>
            <a:ext cx="1285875" cy="361950"/>
          </a:xfrm>
          <a:prstGeom prst="rect">
            <a:avLst/>
          </a:prstGeom>
          <a:noFill/>
          <a:ln>
            <a:noFill/>
          </a:ln>
        </p:spPr>
      </p:pic>
      <p:pic>
        <p:nvPicPr>
          <p:cNvPr id="428" name="Google Shape;428;p63"/>
          <p:cNvPicPr preferRelativeResize="0"/>
          <p:nvPr/>
        </p:nvPicPr>
        <p:blipFill>
          <a:blip r:embed="rId14">
            <a:alphaModFix/>
          </a:blip>
          <a:stretch>
            <a:fillRect/>
          </a:stretch>
        </p:blipFill>
        <p:spPr>
          <a:xfrm>
            <a:off x="4050949" y="1977726"/>
            <a:ext cx="1813550" cy="485927"/>
          </a:xfrm>
          <a:prstGeom prst="rect">
            <a:avLst/>
          </a:prstGeom>
          <a:noFill/>
          <a:ln>
            <a:noFill/>
          </a:ln>
        </p:spPr>
      </p:pic>
      <p:pic>
        <p:nvPicPr>
          <p:cNvPr id="429" name="Google Shape;429;p63"/>
          <p:cNvPicPr preferRelativeResize="0"/>
          <p:nvPr/>
        </p:nvPicPr>
        <p:blipFill>
          <a:blip r:embed="rId15">
            <a:alphaModFix/>
          </a:blip>
          <a:stretch>
            <a:fillRect/>
          </a:stretch>
        </p:blipFill>
        <p:spPr>
          <a:xfrm>
            <a:off x="1885000" y="3983213"/>
            <a:ext cx="1304925" cy="383801"/>
          </a:xfrm>
          <a:prstGeom prst="rect">
            <a:avLst/>
          </a:prstGeom>
          <a:noFill/>
          <a:ln>
            <a:noFill/>
          </a:ln>
        </p:spPr>
      </p:pic>
      <p:pic>
        <p:nvPicPr>
          <p:cNvPr id="430" name="Google Shape;430;p63"/>
          <p:cNvPicPr preferRelativeResize="0"/>
          <p:nvPr/>
        </p:nvPicPr>
        <p:blipFill>
          <a:blip r:embed="rId16">
            <a:alphaModFix/>
          </a:blip>
          <a:stretch>
            <a:fillRect/>
          </a:stretch>
        </p:blipFill>
        <p:spPr>
          <a:xfrm>
            <a:off x="6016050" y="1925437"/>
            <a:ext cx="1447800" cy="419100"/>
          </a:xfrm>
          <a:prstGeom prst="rect">
            <a:avLst/>
          </a:prstGeom>
          <a:noFill/>
          <a:ln>
            <a:noFill/>
          </a:ln>
        </p:spPr>
      </p:pic>
      <p:pic>
        <p:nvPicPr>
          <p:cNvPr id="431" name="Google Shape;431;p63"/>
          <p:cNvPicPr preferRelativeResize="0"/>
          <p:nvPr/>
        </p:nvPicPr>
        <p:blipFill>
          <a:blip r:embed="rId17">
            <a:alphaModFix/>
          </a:blip>
          <a:stretch>
            <a:fillRect/>
          </a:stretch>
        </p:blipFill>
        <p:spPr>
          <a:xfrm>
            <a:off x="5328200" y="2557550"/>
            <a:ext cx="1438275" cy="476250"/>
          </a:xfrm>
          <a:prstGeom prst="rect">
            <a:avLst/>
          </a:prstGeom>
          <a:noFill/>
          <a:ln>
            <a:noFill/>
          </a:ln>
        </p:spPr>
      </p:pic>
      <p:pic>
        <p:nvPicPr>
          <p:cNvPr id="432" name="Google Shape;432;p63"/>
          <p:cNvPicPr preferRelativeResize="0"/>
          <p:nvPr/>
        </p:nvPicPr>
        <p:blipFill>
          <a:blip r:embed="rId18">
            <a:alphaModFix/>
          </a:blip>
          <a:stretch>
            <a:fillRect/>
          </a:stretch>
        </p:blipFill>
        <p:spPr>
          <a:xfrm>
            <a:off x="2237400" y="1859664"/>
            <a:ext cx="1813550" cy="594164"/>
          </a:xfrm>
          <a:prstGeom prst="rect">
            <a:avLst/>
          </a:prstGeom>
          <a:noFill/>
          <a:ln>
            <a:noFill/>
          </a:ln>
        </p:spPr>
      </p:pic>
      <p:pic>
        <p:nvPicPr>
          <p:cNvPr id="433" name="Google Shape;433;p63"/>
          <p:cNvPicPr preferRelativeResize="0"/>
          <p:nvPr/>
        </p:nvPicPr>
        <p:blipFill>
          <a:blip r:embed="rId19">
            <a:alphaModFix/>
          </a:blip>
          <a:stretch>
            <a:fillRect/>
          </a:stretch>
        </p:blipFill>
        <p:spPr>
          <a:xfrm>
            <a:off x="71450" y="1110000"/>
            <a:ext cx="1813550" cy="588178"/>
          </a:xfrm>
          <a:prstGeom prst="rect">
            <a:avLst/>
          </a:prstGeom>
          <a:noFill/>
          <a:ln>
            <a:noFill/>
          </a:ln>
        </p:spPr>
      </p:pic>
      <p:pic>
        <p:nvPicPr>
          <p:cNvPr id="434" name="Google Shape;434;p63"/>
          <p:cNvPicPr preferRelativeResize="0"/>
          <p:nvPr/>
        </p:nvPicPr>
        <p:blipFill>
          <a:blip r:embed="rId20">
            <a:alphaModFix/>
          </a:blip>
          <a:stretch>
            <a:fillRect/>
          </a:stretch>
        </p:blipFill>
        <p:spPr>
          <a:xfrm>
            <a:off x="1097750" y="1834200"/>
            <a:ext cx="1200150" cy="609600"/>
          </a:xfrm>
          <a:prstGeom prst="rect">
            <a:avLst/>
          </a:prstGeom>
          <a:noFill/>
          <a:ln>
            <a:noFill/>
          </a:ln>
        </p:spPr>
      </p:pic>
      <p:pic>
        <p:nvPicPr>
          <p:cNvPr id="435" name="Google Shape;435;p63"/>
          <p:cNvPicPr preferRelativeResize="0"/>
          <p:nvPr/>
        </p:nvPicPr>
        <p:blipFill>
          <a:blip r:embed="rId21">
            <a:alphaModFix/>
          </a:blip>
          <a:stretch>
            <a:fillRect/>
          </a:stretch>
        </p:blipFill>
        <p:spPr>
          <a:xfrm>
            <a:off x="294302" y="3240262"/>
            <a:ext cx="1790526" cy="476250"/>
          </a:xfrm>
          <a:prstGeom prst="rect">
            <a:avLst/>
          </a:prstGeom>
          <a:noFill/>
          <a:ln>
            <a:noFill/>
          </a:ln>
        </p:spPr>
      </p:pic>
      <p:pic>
        <p:nvPicPr>
          <p:cNvPr id="436" name="Google Shape;436;p63"/>
          <p:cNvPicPr preferRelativeResize="0"/>
          <p:nvPr/>
        </p:nvPicPr>
        <p:blipFill>
          <a:blip r:embed="rId22">
            <a:alphaModFix/>
          </a:blip>
          <a:stretch>
            <a:fillRect/>
          </a:stretch>
        </p:blipFill>
        <p:spPr>
          <a:xfrm>
            <a:off x="3568923" y="3856485"/>
            <a:ext cx="2006161" cy="609600"/>
          </a:xfrm>
          <a:prstGeom prst="rect">
            <a:avLst/>
          </a:prstGeom>
          <a:noFill/>
          <a:ln>
            <a:noFill/>
          </a:ln>
        </p:spPr>
      </p:pic>
      <p:pic>
        <p:nvPicPr>
          <p:cNvPr id="437" name="Google Shape;437;p63"/>
          <p:cNvPicPr preferRelativeResize="0"/>
          <p:nvPr/>
        </p:nvPicPr>
        <p:blipFill>
          <a:blip r:embed="rId23">
            <a:alphaModFix/>
          </a:blip>
          <a:stretch>
            <a:fillRect/>
          </a:stretch>
        </p:blipFill>
        <p:spPr>
          <a:xfrm>
            <a:off x="1938375" y="1078111"/>
            <a:ext cx="800100" cy="651951"/>
          </a:xfrm>
          <a:prstGeom prst="rect">
            <a:avLst/>
          </a:prstGeom>
          <a:noFill/>
          <a:ln>
            <a:noFill/>
          </a:ln>
        </p:spPr>
      </p:pic>
      <p:pic>
        <p:nvPicPr>
          <p:cNvPr id="438" name="Google Shape;438;p63"/>
          <p:cNvPicPr preferRelativeResize="0"/>
          <p:nvPr/>
        </p:nvPicPr>
        <p:blipFill>
          <a:blip r:embed="rId24">
            <a:alphaModFix/>
          </a:blip>
          <a:stretch>
            <a:fillRect/>
          </a:stretch>
        </p:blipFill>
        <p:spPr>
          <a:xfrm>
            <a:off x="2791850" y="1143063"/>
            <a:ext cx="2531547" cy="428625"/>
          </a:xfrm>
          <a:prstGeom prst="rect">
            <a:avLst/>
          </a:prstGeom>
          <a:noFill/>
          <a:ln>
            <a:noFill/>
          </a:ln>
        </p:spPr>
      </p:pic>
      <p:pic>
        <p:nvPicPr>
          <p:cNvPr id="439" name="Google Shape;439;p63"/>
          <p:cNvPicPr preferRelativeResize="0"/>
          <p:nvPr/>
        </p:nvPicPr>
        <p:blipFill>
          <a:blip r:embed="rId25">
            <a:alphaModFix/>
          </a:blip>
          <a:stretch>
            <a:fillRect/>
          </a:stretch>
        </p:blipFill>
        <p:spPr>
          <a:xfrm>
            <a:off x="7916441" y="1111428"/>
            <a:ext cx="1135932" cy="361950"/>
          </a:xfrm>
          <a:prstGeom prst="rect">
            <a:avLst/>
          </a:prstGeom>
          <a:noFill/>
          <a:ln>
            <a:noFill/>
          </a:ln>
        </p:spPr>
      </p:pic>
      <p:pic>
        <p:nvPicPr>
          <p:cNvPr id="440" name="Google Shape;440;p63"/>
          <p:cNvPicPr preferRelativeResize="0"/>
          <p:nvPr/>
        </p:nvPicPr>
        <p:blipFill>
          <a:blip r:embed="rId26">
            <a:alphaModFix/>
          </a:blip>
          <a:stretch>
            <a:fillRect/>
          </a:stretch>
        </p:blipFill>
        <p:spPr>
          <a:xfrm>
            <a:off x="3733298" y="3246827"/>
            <a:ext cx="2331297" cy="428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4"/>
          <p:cNvSpPr txBox="1"/>
          <p:nvPr/>
        </p:nvSpPr>
        <p:spPr>
          <a:xfrm>
            <a:off x="576075" y="463100"/>
            <a:ext cx="8324100" cy="39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700">
                <a:solidFill>
                  <a:schemeClr val="dk2"/>
                </a:solidFill>
                <a:latin typeface="Archivo"/>
                <a:ea typeface="Archivo"/>
                <a:cs typeface="Archivo"/>
                <a:sym typeface="Archivo"/>
              </a:rPr>
              <a:t>Technical Demo: Video</a:t>
            </a:r>
            <a:endParaRPr sz="1600">
              <a:solidFill>
                <a:schemeClr val="dk2"/>
              </a:solidFill>
              <a:latin typeface="Noto Serif JP"/>
              <a:ea typeface="Noto Serif JP"/>
              <a:cs typeface="Noto Serif JP"/>
              <a:sym typeface="Noto Serif JP"/>
            </a:endParaRPr>
          </a:p>
        </p:txBody>
      </p:sp>
      <p:sp>
        <p:nvSpPr>
          <p:cNvPr id="446" name="Google Shape;446;p64"/>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64"/>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448" name="Google Shape;448;p64"/>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449" name="Google Shape;449;p64"/>
          <p:cNvPicPr preferRelativeResize="0"/>
          <p:nvPr/>
        </p:nvPicPr>
        <p:blipFill>
          <a:blip r:embed="rId4">
            <a:alphaModFix/>
          </a:blip>
          <a:stretch>
            <a:fillRect/>
          </a:stretch>
        </p:blipFill>
        <p:spPr>
          <a:xfrm>
            <a:off x="0" y="1244932"/>
            <a:ext cx="9144001" cy="226453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5"/>
          <p:cNvSpPr txBox="1"/>
          <p:nvPr/>
        </p:nvSpPr>
        <p:spPr>
          <a:xfrm>
            <a:off x="576075" y="463100"/>
            <a:ext cx="8324100" cy="39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700">
                <a:solidFill>
                  <a:schemeClr val="dk2"/>
                </a:solidFill>
                <a:latin typeface="Archivo"/>
                <a:ea typeface="Archivo"/>
                <a:cs typeface="Archivo"/>
                <a:sym typeface="Archivo"/>
              </a:rPr>
              <a:t>Technical Demo: Video</a:t>
            </a:r>
            <a:endParaRPr sz="1600">
              <a:solidFill>
                <a:schemeClr val="dk2"/>
              </a:solidFill>
              <a:latin typeface="Noto Serif JP"/>
              <a:ea typeface="Noto Serif JP"/>
              <a:cs typeface="Noto Serif JP"/>
              <a:sym typeface="Noto Serif JP"/>
            </a:endParaRPr>
          </a:p>
        </p:txBody>
      </p:sp>
      <p:sp>
        <p:nvSpPr>
          <p:cNvPr id="455" name="Google Shape;455;p65"/>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5"/>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457" name="Google Shape;457;p65"/>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458" name="Google Shape;458;p65" title="daran-21.mp4">
            <a:hlinkClick r:id="rId4"/>
          </p:cNvPr>
          <p:cNvPicPr preferRelativeResize="0"/>
          <p:nvPr/>
        </p:nvPicPr>
        <p:blipFill>
          <a:blip r:embed="rId5">
            <a:alphaModFix/>
          </a:blip>
          <a:stretch>
            <a:fillRect/>
          </a:stretch>
        </p:blipFill>
        <p:spPr>
          <a:xfrm>
            <a:off x="5882425" y="0"/>
            <a:ext cx="2533450" cy="45039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6"/>
          <p:cNvSpPr txBox="1"/>
          <p:nvPr/>
        </p:nvSpPr>
        <p:spPr>
          <a:xfrm>
            <a:off x="576075" y="463100"/>
            <a:ext cx="8324100" cy="39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700">
                <a:solidFill>
                  <a:schemeClr val="dk2"/>
                </a:solidFill>
                <a:latin typeface="Archivo"/>
                <a:ea typeface="Archivo"/>
                <a:cs typeface="Archivo"/>
                <a:sym typeface="Archivo"/>
              </a:rPr>
              <a:t>Technical Demo: Video</a:t>
            </a:r>
            <a:endParaRPr sz="1600">
              <a:solidFill>
                <a:schemeClr val="dk2"/>
              </a:solidFill>
              <a:latin typeface="Noto Serif JP"/>
              <a:ea typeface="Noto Serif JP"/>
              <a:cs typeface="Noto Serif JP"/>
              <a:sym typeface="Noto Serif JP"/>
            </a:endParaRPr>
          </a:p>
        </p:txBody>
      </p:sp>
      <p:sp>
        <p:nvSpPr>
          <p:cNvPr id="464" name="Google Shape;464;p66"/>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66"/>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466" name="Google Shape;466;p66"/>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467" name="Google Shape;467;p66" title="same_latent.mp4">
            <a:hlinkClick r:id="rId4"/>
          </p:cNvPr>
          <p:cNvPicPr preferRelativeResize="0"/>
          <p:nvPr/>
        </p:nvPicPr>
        <p:blipFill>
          <a:blip r:embed="rId5">
            <a:alphaModFix/>
          </a:blip>
          <a:stretch>
            <a:fillRect/>
          </a:stretch>
        </p:blipFill>
        <p:spPr>
          <a:xfrm>
            <a:off x="0" y="1197800"/>
            <a:ext cx="9144000" cy="304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7"/>
          <p:cNvSpPr txBox="1"/>
          <p:nvPr/>
        </p:nvSpPr>
        <p:spPr>
          <a:xfrm>
            <a:off x="576075" y="463100"/>
            <a:ext cx="8324100" cy="63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Technical Demo: Audio</a:t>
            </a:r>
            <a:endParaRPr b="1" sz="2700">
              <a:solidFill>
                <a:srgbClr val="40403F"/>
              </a:solidFill>
              <a:latin typeface="Archivo"/>
              <a:ea typeface="Archivo"/>
              <a:cs typeface="Archivo"/>
              <a:sym typeface="Archivo"/>
            </a:endParaRPr>
          </a:p>
          <a:p>
            <a:pPr indent="0" lvl="0" marL="0" rtl="0" algn="l">
              <a:lnSpc>
                <a:spcPct val="115000"/>
              </a:lnSpc>
              <a:spcBef>
                <a:spcPts val="1600"/>
              </a:spcBef>
              <a:spcAft>
                <a:spcPts val="0"/>
              </a:spcAft>
              <a:buNone/>
            </a:pPr>
            <a:r>
              <a:rPr b="1" lang="en" sz="2700">
                <a:solidFill>
                  <a:srgbClr val="40403F"/>
                </a:solidFill>
                <a:latin typeface="Archivo"/>
                <a:ea typeface="Archivo"/>
                <a:cs typeface="Archivo"/>
                <a:sym typeface="Archivo"/>
              </a:rPr>
              <a:t>Video Tools + </a:t>
            </a:r>
            <a:endParaRPr b="1" sz="2700">
              <a:solidFill>
                <a:srgbClr val="40403F"/>
              </a:solidFill>
              <a:latin typeface="Archivo"/>
              <a:ea typeface="Archivo"/>
              <a:cs typeface="Archivo"/>
              <a:sym typeface="Archivo"/>
            </a:endParaRPr>
          </a:p>
          <a:p>
            <a:pPr indent="0" lvl="0" marL="0" rtl="0" algn="l">
              <a:lnSpc>
                <a:spcPct val="115000"/>
              </a:lnSpc>
              <a:spcBef>
                <a:spcPts val="1600"/>
              </a:spcBef>
              <a:spcAft>
                <a:spcPts val="0"/>
              </a:spcAft>
              <a:buNone/>
            </a:pPr>
            <a:r>
              <a:t/>
            </a:r>
            <a:endParaRPr sz="1000">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473" name="Google Shape;473;p67"/>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7"/>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475" name="Google Shape;475;p67"/>
          <p:cNvPicPr preferRelativeResize="0"/>
          <p:nvPr/>
        </p:nvPicPr>
        <p:blipFill>
          <a:blip r:embed="rId3">
            <a:alphaModFix/>
          </a:blip>
          <a:stretch>
            <a:fillRect/>
          </a:stretch>
        </p:blipFill>
        <p:spPr>
          <a:xfrm>
            <a:off x="576072" y="4690872"/>
            <a:ext cx="1508759" cy="228600"/>
          </a:xfrm>
          <a:prstGeom prst="rect">
            <a:avLst/>
          </a:prstGeom>
          <a:noFill/>
          <a:ln>
            <a:noFill/>
          </a:ln>
        </p:spPr>
      </p:pic>
      <p:pic>
        <p:nvPicPr>
          <p:cNvPr id="476" name="Google Shape;476;p67"/>
          <p:cNvPicPr preferRelativeResize="0"/>
          <p:nvPr/>
        </p:nvPicPr>
        <p:blipFill>
          <a:blip r:embed="rId4">
            <a:alphaModFix/>
          </a:blip>
          <a:stretch>
            <a:fillRect/>
          </a:stretch>
        </p:blipFill>
        <p:spPr>
          <a:xfrm>
            <a:off x="2982275" y="1120825"/>
            <a:ext cx="2498715" cy="528925"/>
          </a:xfrm>
          <a:prstGeom prst="rect">
            <a:avLst/>
          </a:prstGeom>
          <a:noFill/>
          <a:ln>
            <a:noFill/>
          </a:ln>
        </p:spPr>
      </p:pic>
      <p:pic>
        <p:nvPicPr>
          <p:cNvPr id="477" name="Google Shape;477;p67"/>
          <p:cNvPicPr preferRelativeResize="0"/>
          <p:nvPr/>
        </p:nvPicPr>
        <p:blipFill>
          <a:blip r:embed="rId5">
            <a:alphaModFix/>
          </a:blip>
          <a:stretch>
            <a:fillRect/>
          </a:stretch>
        </p:blipFill>
        <p:spPr>
          <a:xfrm>
            <a:off x="4572000" y="3789776"/>
            <a:ext cx="2690080" cy="528925"/>
          </a:xfrm>
          <a:prstGeom prst="rect">
            <a:avLst/>
          </a:prstGeom>
          <a:noFill/>
          <a:ln>
            <a:noFill/>
          </a:ln>
        </p:spPr>
      </p:pic>
      <p:pic>
        <p:nvPicPr>
          <p:cNvPr id="478" name="Google Shape;478;p67"/>
          <p:cNvPicPr preferRelativeResize="0"/>
          <p:nvPr/>
        </p:nvPicPr>
        <p:blipFill>
          <a:blip r:embed="rId6">
            <a:alphaModFix/>
          </a:blip>
          <a:stretch>
            <a:fillRect/>
          </a:stretch>
        </p:blipFill>
        <p:spPr>
          <a:xfrm>
            <a:off x="7319163" y="1819787"/>
            <a:ext cx="1009296" cy="552450"/>
          </a:xfrm>
          <a:prstGeom prst="rect">
            <a:avLst/>
          </a:prstGeom>
          <a:noFill/>
          <a:ln>
            <a:noFill/>
          </a:ln>
        </p:spPr>
      </p:pic>
      <p:pic>
        <p:nvPicPr>
          <p:cNvPr id="479" name="Google Shape;479;p67"/>
          <p:cNvPicPr preferRelativeResize="0"/>
          <p:nvPr/>
        </p:nvPicPr>
        <p:blipFill rotWithShape="1">
          <a:blip r:embed="rId7">
            <a:alphaModFix/>
          </a:blip>
          <a:srcRect b="0" l="0" r="29308" t="0"/>
          <a:stretch/>
        </p:blipFill>
        <p:spPr>
          <a:xfrm>
            <a:off x="5067825" y="2908625"/>
            <a:ext cx="1990525" cy="393600"/>
          </a:xfrm>
          <a:prstGeom prst="rect">
            <a:avLst/>
          </a:prstGeom>
          <a:noFill/>
          <a:ln>
            <a:noFill/>
          </a:ln>
        </p:spPr>
      </p:pic>
      <p:pic>
        <p:nvPicPr>
          <p:cNvPr id="480" name="Google Shape;480;p67"/>
          <p:cNvPicPr preferRelativeResize="0"/>
          <p:nvPr/>
        </p:nvPicPr>
        <p:blipFill rotWithShape="1">
          <a:blip r:embed="rId8">
            <a:alphaModFix/>
          </a:blip>
          <a:srcRect b="0" l="16345" r="19299" t="0"/>
          <a:stretch/>
        </p:blipFill>
        <p:spPr>
          <a:xfrm>
            <a:off x="6304537" y="1673263"/>
            <a:ext cx="690225" cy="845475"/>
          </a:xfrm>
          <a:prstGeom prst="rect">
            <a:avLst/>
          </a:prstGeom>
          <a:noFill/>
          <a:ln>
            <a:noFill/>
          </a:ln>
        </p:spPr>
      </p:pic>
      <p:pic>
        <p:nvPicPr>
          <p:cNvPr id="481" name="Google Shape;481;p67"/>
          <p:cNvPicPr preferRelativeResize="0"/>
          <p:nvPr/>
        </p:nvPicPr>
        <p:blipFill>
          <a:blip r:embed="rId9">
            <a:alphaModFix/>
          </a:blip>
          <a:stretch>
            <a:fillRect/>
          </a:stretch>
        </p:blipFill>
        <p:spPr>
          <a:xfrm>
            <a:off x="2469375" y="3789775"/>
            <a:ext cx="1808932" cy="528925"/>
          </a:xfrm>
          <a:prstGeom prst="rect">
            <a:avLst/>
          </a:prstGeom>
          <a:noFill/>
          <a:ln>
            <a:noFill/>
          </a:ln>
        </p:spPr>
      </p:pic>
      <p:pic>
        <p:nvPicPr>
          <p:cNvPr id="482" name="Google Shape;482;p67"/>
          <p:cNvPicPr preferRelativeResize="0"/>
          <p:nvPr/>
        </p:nvPicPr>
        <p:blipFill>
          <a:blip r:embed="rId10">
            <a:alphaModFix/>
          </a:blip>
          <a:stretch>
            <a:fillRect/>
          </a:stretch>
        </p:blipFill>
        <p:spPr>
          <a:xfrm>
            <a:off x="2649999" y="2863283"/>
            <a:ext cx="2261154" cy="528925"/>
          </a:xfrm>
          <a:prstGeom prst="rect">
            <a:avLst/>
          </a:prstGeom>
          <a:noFill/>
          <a:ln>
            <a:noFill/>
          </a:ln>
        </p:spPr>
      </p:pic>
      <p:pic>
        <p:nvPicPr>
          <p:cNvPr id="483" name="Google Shape;483;p67"/>
          <p:cNvPicPr preferRelativeResize="0"/>
          <p:nvPr/>
        </p:nvPicPr>
        <p:blipFill>
          <a:blip r:embed="rId11">
            <a:alphaModFix/>
          </a:blip>
          <a:stretch>
            <a:fillRect/>
          </a:stretch>
        </p:blipFill>
        <p:spPr>
          <a:xfrm>
            <a:off x="52600" y="2865176"/>
            <a:ext cx="2516928" cy="528925"/>
          </a:xfrm>
          <a:prstGeom prst="rect">
            <a:avLst/>
          </a:prstGeom>
          <a:noFill/>
          <a:ln>
            <a:noFill/>
          </a:ln>
        </p:spPr>
      </p:pic>
      <p:pic>
        <p:nvPicPr>
          <p:cNvPr id="484" name="Google Shape;484;p67"/>
          <p:cNvPicPr preferRelativeResize="0"/>
          <p:nvPr/>
        </p:nvPicPr>
        <p:blipFill>
          <a:blip r:embed="rId12">
            <a:alphaModFix/>
          </a:blip>
          <a:stretch>
            <a:fillRect/>
          </a:stretch>
        </p:blipFill>
        <p:spPr>
          <a:xfrm>
            <a:off x="7215013" y="2981589"/>
            <a:ext cx="1362075" cy="247650"/>
          </a:xfrm>
          <a:prstGeom prst="rect">
            <a:avLst/>
          </a:prstGeom>
          <a:noFill/>
          <a:ln>
            <a:noFill/>
          </a:ln>
        </p:spPr>
      </p:pic>
      <p:pic>
        <p:nvPicPr>
          <p:cNvPr id="485" name="Google Shape;485;p67"/>
          <p:cNvPicPr preferRelativeResize="0"/>
          <p:nvPr/>
        </p:nvPicPr>
        <p:blipFill>
          <a:blip r:embed="rId13">
            <a:alphaModFix/>
          </a:blip>
          <a:stretch>
            <a:fillRect/>
          </a:stretch>
        </p:blipFill>
        <p:spPr>
          <a:xfrm>
            <a:off x="290278" y="1825940"/>
            <a:ext cx="1990518" cy="528925"/>
          </a:xfrm>
          <a:prstGeom prst="rect">
            <a:avLst/>
          </a:prstGeom>
          <a:noFill/>
          <a:ln>
            <a:noFill/>
          </a:ln>
        </p:spPr>
      </p:pic>
      <p:pic>
        <p:nvPicPr>
          <p:cNvPr id="486" name="Google Shape;486;p67"/>
          <p:cNvPicPr preferRelativeResize="0"/>
          <p:nvPr/>
        </p:nvPicPr>
        <p:blipFill>
          <a:blip r:embed="rId14">
            <a:alphaModFix/>
          </a:blip>
          <a:stretch>
            <a:fillRect/>
          </a:stretch>
        </p:blipFill>
        <p:spPr>
          <a:xfrm>
            <a:off x="6975050" y="1120826"/>
            <a:ext cx="1697517" cy="528936"/>
          </a:xfrm>
          <a:prstGeom prst="rect">
            <a:avLst/>
          </a:prstGeom>
          <a:noFill/>
          <a:ln>
            <a:noFill/>
          </a:ln>
        </p:spPr>
      </p:pic>
      <p:pic>
        <p:nvPicPr>
          <p:cNvPr id="487" name="Google Shape;487;p67"/>
          <p:cNvPicPr preferRelativeResize="0"/>
          <p:nvPr/>
        </p:nvPicPr>
        <p:blipFill>
          <a:blip r:embed="rId15">
            <a:alphaModFix/>
          </a:blip>
          <a:stretch>
            <a:fillRect/>
          </a:stretch>
        </p:blipFill>
        <p:spPr>
          <a:xfrm>
            <a:off x="4572000" y="1893597"/>
            <a:ext cx="1283483" cy="393600"/>
          </a:xfrm>
          <a:prstGeom prst="rect">
            <a:avLst/>
          </a:prstGeom>
          <a:noFill/>
          <a:ln>
            <a:noFill/>
          </a:ln>
        </p:spPr>
      </p:pic>
      <p:pic>
        <p:nvPicPr>
          <p:cNvPr id="488" name="Google Shape;488;p67"/>
          <p:cNvPicPr preferRelativeResize="0"/>
          <p:nvPr/>
        </p:nvPicPr>
        <p:blipFill>
          <a:blip r:embed="rId16">
            <a:alphaModFix/>
          </a:blip>
          <a:stretch>
            <a:fillRect/>
          </a:stretch>
        </p:blipFill>
        <p:spPr>
          <a:xfrm>
            <a:off x="2627525" y="1825938"/>
            <a:ext cx="1597751" cy="528925"/>
          </a:xfrm>
          <a:prstGeom prst="rect">
            <a:avLst/>
          </a:prstGeom>
          <a:noFill/>
          <a:ln>
            <a:noFill/>
          </a:ln>
        </p:spPr>
      </p:pic>
      <p:pic>
        <p:nvPicPr>
          <p:cNvPr id="489" name="Google Shape;489;p67"/>
          <p:cNvPicPr preferRelativeResize="0"/>
          <p:nvPr/>
        </p:nvPicPr>
        <p:blipFill>
          <a:blip r:embed="rId17">
            <a:alphaModFix/>
          </a:blip>
          <a:stretch>
            <a:fillRect/>
          </a:stretch>
        </p:blipFill>
        <p:spPr>
          <a:xfrm>
            <a:off x="5557200" y="1120825"/>
            <a:ext cx="1341658" cy="528925"/>
          </a:xfrm>
          <a:prstGeom prst="rect">
            <a:avLst/>
          </a:prstGeom>
          <a:noFill/>
          <a:ln>
            <a:noFill/>
          </a:ln>
        </p:spPr>
      </p:pic>
      <p:pic>
        <p:nvPicPr>
          <p:cNvPr id="490" name="Google Shape;490;p67"/>
          <p:cNvPicPr preferRelativeResize="0"/>
          <p:nvPr/>
        </p:nvPicPr>
        <p:blipFill>
          <a:blip r:embed="rId18">
            <a:alphaModFix/>
          </a:blip>
          <a:stretch>
            <a:fillRect/>
          </a:stretch>
        </p:blipFill>
        <p:spPr>
          <a:xfrm>
            <a:off x="498300" y="3778020"/>
            <a:ext cx="1574468" cy="5289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nvSpPr>
        <p:spPr>
          <a:xfrm>
            <a:off x="576075" y="463100"/>
            <a:ext cx="8324100" cy="39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chemeClr val="dk2"/>
                </a:solidFill>
                <a:latin typeface="Archivo"/>
                <a:ea typeface="Archivo"/>
                <a:cs typeface="Archivo"/>
                <a:sym typeface="Archivo"/>
              </a:rPr>
              <a:t>Technical Demo: Translations &amp; Dubbing</a:t>
            </a:r>
            <a:endParaRPr sz="2300">
              <a:solidFill>
                <a:schemeClr val="dk2"/>
              </a:solidFill>
              <a:latin typeface="Barlow Condensed SemiBold"/>
              <a:ea typeface="Barlow Condensed SemiBold"/>
              <a:cs typeface="Barlow Condensed SemiBold"/>
              <a:sym typeface="Barlow Condensed SemiBold"/>
            </a:endParaRPr>
          </a:p>
          <a:p>
            <a:pPr indent="-330200" lvl="0" marL="457200" rtl="0" algn="l">
              <a:lnSpc>
                <a:spcPct val="150000"/>
              </a:lnSpc>
              <a:spcBef>
                <a:spcPts val="160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Many options, including most of the above Video/Audio Tools</a:t>
            </a:r>
            <a:endParaRPr sz="1600">
              <a:solidFill>
                <a:schemeClr val="dk2"/>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Shift from 2 → 1 Step</a:t>
            </a:r>
            <a:endParaRPr sz="1600">
              <a:solidFill>
                <a:schemeClr val="dk2"/>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Breaking Language Barriers rapidly</a:t>
            </a:r>
            <a:endParaRPr sz="1600">
              <a:solidFill>
                <a:schemeClr val="dk2"/>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chemeClr val="dk2"/>
              </a:buClr>
              <a:buSzPts val="1600"/>
              <a:buFont typeface="Noto Serif JP"/>
              <a:buChar char="●"/>
            </a:pPr>
            <a:r>
              <a:rPr lang="en" sz="1600">
                <a:solidFill>
                  <a:schemeClr val="dk2"/>
                </a:solidFill>
                <a:latin typeface="Noto Serif JP"/>
                <a:ea typeface="Noto Serif JP"/>
                <a:cs typeface="Noto Serif JP"/>
                <a:sym typeface="Noto Serif JP"/>
              </a:rPr>
              <a:t>Accessibility vs Trust conversation</a:t>
            </a:r>
            <a:endParaRPr sz="1600">
              <a:solidFill>
                <a:schemeClr val="dk2"/>
              </a:solidFill>
              <a:latin typeface="Noto Serif JP"/>
              <a:ea typeface="Noto Serif JP"/>
              <a:cs typeface="Noto Serif JP"/>
              <a:sym typeface="Noto Serif JP"/>
            </a:endParaRPr>
          </a:p>
        </p:txBody>
      </p:sp>
      <p:sp>
        <p:nvSpPr>
          <p:cNvPr id="496" name="Google Shape;496;p68"/>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7" name="Google Shape;497;p68"/>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498" name="Google Shape;498;p68"/>
          <p:cNvPicPr preferRelativeResize="0"/>
          <p:nvPr/>
        </p:nvPicPr>
        <p:blipFill>
          <a:blip r:embed="rId3">
            <a:alphaModFix/>
          </a:blip>
          <a:stretch>
            <a:fillRect/>
          </a:stretch>
        </p:blipFill>
        <p:spPr>
          <a:xfrm>
            <a:off x="576072" y="4690872"/>
            <a:ext cx="1508759" cy="228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nvSpPr>
        <p:spPr>
          <a:xfrm>
            <a:off x="576075" y="463100"/>
            <a:ext cx="8324100" cy="402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700">
                <a:solidFill>
                  <a:srgbClr val="40403F"/>
                </a:solidFill>
                <a:latin typeface="Archivo"/>
                <a:ea typeface="Archivo"/>
                <a:cs typeface="Archivo"/>
                <a:sym typeface="Archivo"/>
              </a:rPr>
              <a:t>Technical Demo: Limitations</a:t>
            </a:r>
            <a:endParaRPr sz="2300">
              <a:solidFill>
                <a:srgbClr val="40403F"/>
              </a:solidFill>
              <a:latin typeface="Barlow Condensed SemiBold"/>
              <a:ea typeface="Barlow Condensed SemiBold"/>
              <a:cs typeface="Barlow Condensed SemiBold"/>
              <a:sym typeface="Barlow Condensed SemiBold"/>
            </a:endParaRPr>
          </a:p>
          <a:p>
            <a:pPr indent="-330200" lvl="0" marL="457200" rtl="0" algn="l">
              <a:lnSpc>
                <a:spcPct val="150000"/>
              </a:lnSpc>
              <a:spcBef>
                <a:spcPts val="160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Length of Content</a:t>
            </a:r>
            <a:endParaRPr sz="1600">
              <a:solidFill>
                <a:srgbClr val="40403F"/>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Quality of Input</a:t>
            </a:r>
            <a:endParaRPr sz="1600">
              <a:solidFill>
                <a:srgbClr val="40403F"/>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Data Privacy</a:t>
            </a:r>
            <a:endParaRPr sz="1600">
              <a:solidFill>
                <a:srgbClr val="40403F"/>
              </a:solidFill>
              <a:latin typeface="Noto Serif JP"/>
              <a:ea typeface="Noto Serif JP"/>
              <a:cs typeface="Noto Serif JP"/>
              <a:sym typeface="Noto Serif JP"/>
            </a:endParaRPr>
          </a:p>
          <a:p>
            <a:pPr indent="-330200" lvl="0" marL="457200" rtl="0" algn="l">
              <a:lnSpc>
                <a:spcPct val="150000"/>
              </a:lnSpc>
              <a:spcBef>
                <a:spcPts val="0"/>
              </a:spcBef>
              <a:spcAft>
                <a:spcPts val="0"/>
              </a:spcAft>
              <a:buClr>
                <a:srgbClr val="40403F"/>
              </a:buClr>
              <a:buSzPts val="1600"/>
              <a:buFont typeface="Noto Serif JP"/>
              <a:buChar char="●"/>
            </a:pPr>
            <a:r>
              <a:rPr lang="en" sz="1600">
                <a:solidFill>
                  <a:srgbClr val="40403F"/>
                </a:solidFill>
                <a:latin typeface="Noto Serif JP"/>
                <a:ea typeface="Noto Serif JP"/>
                <a:cs typeface="Noto Serif JP"/>
                <a:sym typeface="Noto Serif JP"/>
              </a:rPr>
              <a:t>Resource Intensiveness</a:t>
            </a:r>
            <a:endParaRPr sz="1600">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0"/>
              </a:spcAft>
              <a:buNone/>
            </a:pPr>
            <a:r>
              <a:t/>
            </a:r>
            <a:endParaRPr sz="1000">
              <a:solidFill>
                <a:srgbClr val="40403F"/>
              </a:solidFill>
              <a:latin typeface="Noto Serif JP"/>
              <a:ea typeface="Noto Serif JP"/>
              <a:cs typeface="Noto Serif JP"/>
              <a:sym typeface="Noto Serif JP"/>
            </a:endParaRPr>
          </a:p>
          <a:p>
            <a:pPr indent="0" lvl="0" marL="0" rtl="0" algn="l">
              <a:lnSpc>
                <a:spcPct val="115000"/>
              </a:lnSpc>
              <a:spcBef>
                <a:spcPts val="1600"/>
              </a:spcBef>
              <a:spcAft>
                <a:spcPts val="1600"/>
              </a:spcAft>
              <a:buNone/>
            </a:pPr>
            <a:r>
              <a:t/>
            </a:r>
            <a:endParaRPr b="1" sz="2700">
              <a:solidFill>
                <a:srgbClr val="40403F"/>
              </a:solidFill>
              <a:latin typeface="Archivo"/>
              <a:ea typeface="Archivo"/>
              <a:cs typeface="Archivo"/>
              <a:sym typeface="Archivo"/>
            </a:endParaRPr>
          </a:p>
        </p:txBody>
      </p:sp>
      <p:sp>
        <p:nvSpPr>
          <p:cNvPr id="504" name="Google Shape;504;p69"/>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5" name="Google Shape;505;p69"/>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t>
            </a:r>
            <a:r>
              <a:rPr lang="en"/>
              <a:t>2024</a:t>
            </a:r>
            <a:r>
              <a:rPr lang="en"/>
              <a:t> MAXX Potential LLC | All Rights Reserved | Page </a:t>
            </a:r>
            <a:fld id="{00000000-1234-1234-1234-123412341234}" type="slidenum">
              <a:rPr lang="en"/>
              <a:t>‹#›</a:t>
            </a:fld>
            <a:endParaRPr/>
          </a:p>
        </p:txBody>
      </p:sp>
      <p:pic>
        <p:nvPicPr>
          <p:cNvPr id="506" name="Google Shape;506;p69"/>
          <p:cNvPicPr preferRelativeResize="0"/>
          <p:nvPr/>
        </p:nvPicPr>
        <p:blipFill>
          <a:blip r:embed="rId3">
            <a:alphaModFix/>
          </a:blip>
          <a:stretch>
            <a:fillRect/>
          </a:stretch>
        </p:blipFill>
        <p:spPr>
          <a:xfrm>
            <a:off x="576072" y="4690872"/>
            <a:ext cx="1508759" cy="2286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type="ctrTitle"/>
          </p:nvPr>
        </p:nvSpPr>
        <p:spPr>
          <a:xfrm>
            <a:off x="576075" y="457200"/>
            <a:ext cx="5239500" cy="4133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1600"/>
              </a:spcAft>
              <a:buNone/>
            </a:pPr>
            <a:r>
              <a:rPr b="1" lang="en" sz="4900">
                <a:latin typeface="Noto Serif JP"/>
                <a:ea typeface="Noto Serif JP"/>
                <a:cs typeface="Noto Serif JP"/>
                <a:sym typeface="Noto Serif JP"/>
              </a:rPr>
              <a:t>Empowering Your Workforce</a:t>
            </a:r>
            <a:endParaRPr sz="2800">
              <a:latin typeface="Barlow Condensed SemiBold"/>
              <a:ea typeface="Barlow Condensed SemiBold"/>
              <a:cs typeface="Barlow Condensed SemiBold"/>
              <a:sym typeface="Barlow Condensed SemiBold"/>
            </a:endParaRPr>
          </a:p>
        </p:txBody>
      </p:sp>
      <p:sp>
        <p:nvSpPr>
          <p:cNvPr id="512" name="Google Shape;512;p70"/>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70"/>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514" name="Google Shape;514;p70"/>
          <p:cNvPicPr preferRelativeResize="0"/>
          <p:nvPr/>
        </p:nvPicPr>
        <p:blipFill>
          <a:blip r:embed="rId3">
            <a:alphaModFix/>
          </a:blip>
          <a:stretch>
            <a:fillRect/>
          </a:stretch>
        </p:blipFill>
        <p:spPr>
          <a:xfrm>
            <a:off x="6161922" y="0"/>
            <a:ext cx="2982080" cy="4358424"/>
          </a:xfrm>
          <a:prstGeom prst="rect">
            <a:avLst/>
          </a:prstGeom>
          <a:noFill/>
          <a:ln>
            <a:noFill/>
          </a:ln>
        </p:spPr>
      </p:pic>
      <p:pic>
        <p:nvPicPr>
          <p:cNvPr id="515" name="Google Shape;515;p70"/>
          <p:cNvPicPr preferRelativeResize="0"/>
          <p:nvPr/>
        </p:nvPicPr>
        <p:blipFill rotWithShape="1">
          <a:blip r:embed="rId4">
            <a:alphaModFix/>
          </a:blip>
          <a:srcRect b="0" l="228" r="228" t="0"/>
          <a:stretch/>
        </p:blipFill>
        <p:spPr>
          <a:xfrm>
            <a:off x="576072" y="4690872"/>
            <a:ext cx="1508760" cy="2286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1"/>
          <p:cNvSpPr txBox="1"/>
          <p:nvPr>
            <p:ph idx="1" type="body"/>
          </p:nvPr>
        </p:nvSpPr>
        <p:spPr>
          <a:xfrm>
            <a:off x="4572000" y="152400"/>
            <a:ext cx="4449000" cy="45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Empowering Your Workforce</a:t>
            </a:r>
            <a:endParaRPr sz="2000"/>
          </a:p>
          <a:p>
            <a:pPr indent="0" lvl="0" marL="0" rtl="0" algn="l">
              <a:lnSpc>
                <a:spcPct val="150000"/>
              </a:lnSpc>
              <a:spcBef>
                <a:spcPts val="1600"/>
              </a:spcBef>
              <a:spcAft>
                <a:spcPts val="0"/>
              </a:spcAft>
              <a:buNone/>
            </a:pPr>
            <a:r>
              <a:rPr b="0" lang="en" sz="1800">
                <a:latin typeface="Barlow Condensed SemiBold"/>
                <a:ea typeface="Barlow Condensed SemiBold"/>
                <a:cs typeface="Barlow Condensed SemiBold"/>
                <a:sym typeface="Barlow Condensed SemiBold"/>
              </a:rPr>
              <a:t>AI Awareness</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Easy to create &amp; advance content</a:t>
            </a:r>
            <a:endParaRPr b="0" sz="1400">
              <a:latin typeface="Noto Serif JP"/>
              <a:ea typeface="Noto Serif JP"/>
              <a:cs typeface="Noto Serif JP"/>
              <a:sym typeface="Noto Serif JP"/>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Gamifying Learning</a:t>
            </a:r>
            <a:endParaRPr b="0" sz="1400">
              <a:latin typeface="Noto Serif JP"/>
              <a:ea typeface="Noto Serif JP"/>
              <a:cs typeface="Noto Serif JP"/>
              <a:sym typeface="Noto Serif JP"/>
            </a:endParaRPr>
          </a:p>
          <a:p>
            <a:pPr indent="0" lvl="0" marL="0" rtl="0" algn="l">
              <a:lnSpc>
                <a:spcPct val="150000"/>
              </a:lnSpc>
              <a:spcBef>
                <a:spcPts val="0"/>
              </a:spcBef>
              <a:spcAft>
                <a:spcPts val="0"/>
              </a:spcAft>
              <a:buNone/>
            </a:pPr>
            <a:r>
              <a:rPr b="0" lang="en" sz="1800">
                <a:latin typeface="Barlow Condensed SemiBold"/>
                <a:ea typeface="Barlow Condensed SemiBold"/>
                <a:cs typeface="Barlow Condensed SemiBold"/>
                <a:sym typeface="Barlow Condensed SemiBold"/>
              </a:rPr>
              <a:t>Continuous Learning &amp; Adaptation</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Not replaced by AI, but by those using AI</a:t>
            </a:r>
            <a:endParaRPr b="0" sz="1400">
              <a:latin typeface="Noto Serif JP"/>
              <a:ea typeface="Noto Serif JP"/>
              <a:cs typeface="Noto Serif JP"/>
              <a:sym typeface="Noto Serif JP"/>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“Systemize the predictable so you can humanize the exceptional!” - Gino Wickman</a:t>
            </a:r>
            <a:endParaRPr b="0" sz="1400">
              <a:latin typeface="Noto Serif JP"/>
              <a:ea typeface="Noto Serif JP"/>
              <a:cs typeface="Noto Serif JP"/>
              <a:sym typeface="Noto Serif JP"/>
            </a:endParaRPr>
          </a:p>
          <a:p>
            <a:pPr indent="0" lvl="0" marL="0" rtl="0" algn="l">
              <a:lnSpc>
                <a:spcPct val="150000"/>
              </a:lnSpc>
              <a:spcBef>
                <a:spcPts val="0"/>
              </a:spcBef>
              <a:spcAft>
                <a:spcPts val="0"/>
              </a:spcAft>
              <a:buNone/>
            </a:pPr>
            <a:r>
              <a:rPr b="0" lang="en" sz="1800">
                <a:latin typeface="Barlow Condensed SemiBold"/>
                <a:ea typeface="Barlow Condensed SemiBold"/>
                <a:cs typeface="Barlow Condensed SemiBold"/>
                <a:sym typeface="Barlow Condensed SemiBold"/>
              </a:rPr>
              <a:t>Balance Demonstrations with Hands On Experience</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Provide access to hands on experience, and demonstration of responsible use</a:t>
            </a:r>
            <a:br>
              <a:rPr b="0" lang="en" sz="1400">
                <a:latin typeface="Noto Serif JP"/>
                <a:ea typeface="Noto Serif JP"/>
                <a:cs typeface="Noto Serif JP"/>
                <a:sym typeface="Noto Serif JP"/>
              </a:rPr>
            </a:br>
            <a:endParaRPr b="0" sz="1400">
              <a:latin typeface="Noto Serif JP"/>
              <a:ea typeface="Noto Serif JP"/>
              <a:cs typeface="Noto Serif JP"/>
              <a:sym typeface="Noto Serif JP"/>
            </a:endParaRPr>
          </a:p>
          <a:p>
            <a:pPr indent="0" lvl="0" marL="457200" rtl="0" algn="l">
              <a:spcBef>
                <a:spcPts val="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1600"/>
              </a:spcAft>
              <a:buNone/>
            </a:pPr>
            <a:r>
              <a:t/>
            </a:r>
            <a:endParaRPr/>
          </a:p>
        </p:txBody>
      </p:sp>
      <p:pic>
        <p:nvPicPr>
          <p:cNvPr id="521" name="Google Shape;521;p71"/>
          <p:cNvPicPr preferRelativeResize="0"/>
          <p:nvPr/>
        </p:nvPicPr>
        <p:blipFill rotWithShape="1">
          <a:blip r:embed="rId3">
            <a:alphaModFix/>
          </a:blip>
          <a:srcRect b="0" l="228" r="228" t="0"/>
          <a:stretch/>
        </p:blipFill>
        <p:spPr>
          <a:xfrm>
            <a:off x="576072" y="4690872"/>
            <a:ext cx="1508760" cy="228600"/>
          </a:xfrm>
          <a:prstGeom prst="rect">
            <a:avLst/>
          </a:prstGeom>
          <a:noFill/>
          <a:ln>
            <a:noFill/>
          </a:ln>
        </p:spPr>
      </p:pic>
      <p:sp>
        <p:nvSpPr>
          <p:cNvPr id="522" name="Google Shape;522;p71"/>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rPr>
              <a:t>©</a:t>
            </a:r>
            <a:r>
              <a:rPr lang="en">
                <a:solidFill>
                  <a:schemeClr val="lt1"/>
                </a:solidFill>
              </a:rPr>
              <a:t>2024</a:t>
            </a:r>
            <a:r>
              <a:rPr lang="en">
                <a:solidFill>
                  <a:schemeClr val="lt1"/>
                </a:solidFill>
              </a:rPr>
              <a:t> MAXX Potential LLC | All Rights Reserved | Page </a:t>
            </a:r>
            <a:fld id="{00000000-1234-1234-1234-123412341234}" type="slidenum">
              <a:rPr lang="en">
                <a:solidFill>
                  <a:schemeClr val="lt1"/>
                </a:solidFill>
              </a:rPr>
              <a:t>‹#›</a:t>
            </a:fld>
            <a:endParaRPr>
              <a:solidFill>
                <a:schemeClr val="lt1"/>
              </a:solidFill>
            </a:endParaRPr>
          </a:p>
        </p:txBody>
      </p:sp>
      <p:pic>
        <p:nvPicPr>
          <p:cNvPr id="523" name="Google Shape;523;p71"/>
          <p:cNvPicPr preferRelativeResize="0"/>
          <p:nvPr/>
        </p:nvPicPr>
        <p:blipFill>
          <a:blip r:embed="rId4">
            <a:alphaModFix/>
          </a:blip>
          <a:stretch>
            <a:fillRect/>
          </a:stretch>
        </p:blipFill>
        <p:spPr>
          <a:xfrm>
            <a:off x="0" y="1257150"/>
            <a:ext cx="4449001" cy="2382305"/>
          </a:xfrm>
          <a:prstGeom prst="rect">
            <a:avLst/>
          </a:prstGeom>
          <a:noFill/>
          <a:ln>
            <a:noFill/>
          </a:ln>
        </p:spPr>
      </p:pic>
      <p:sp>
        <p:nvSpPr>
          <p:cNvPr id="524" name="Google Shape;524;p71"/>
          <p:cNvSpPr/>
          <p:nvPr/>
        </p:nvSpPr>
        <p:spPr>
          <a:xfrm>
            <a:off x="1506875" y="2102825"/>
            <a:ext cx="482400" cy="580200"/>
          </a:xfrm>
          <a:prstGeom prst="rect">
            <a:avLst/>
          </a:prstGeom>
          <a:solidFill>
            <a:srgbClr val="1B1D21"/>
          </a:solidFill>
          <a:ln cap="flat" cmpd="sng" w="9525">
            <a:solidFill>
              <a:srgbClr val="1B1D2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72"/>
          <p:cNvSpPr txBox="1"/>
          <p:nvPr>
            <p:ph idx="1" type="body"/>
          </p:nvPr>
        </p:nvSpPr>
        <p:spPr>
          <a:xfrm>
            <a:off x="4572000" y="152400"/>
            <a:ext cx="4449000" cy="459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Empowering Your Workforce</a:t>
            </a:r>
            <a:endParaRPr sz="2000"/>
          </a:p>
          <a:p>
            <a:pPr indent="0" lvl="0" marL="0" rtl="0" algn="l">
              <a:lnSpc>
                <a:spcPct val="150000"/>
              </a:lnSpc>
              <a:spcBef>
                <a:spcPts val="1600"/>
              </a:spcBef>
              <a:spcAft>
                <a:spcPts val="0"/>
              </a:spcAft>
              <a:buNone/>
            </a:pPr>
            <a:r>
              <a:rPr b="0" lang="en" sz="1800">
                <a:latin typeface="Barlow Condensed SemiBold"/>
                <a:ea typeface="Barlow Condensed SemiBold"/>
                <a:cs typeface="Barlow Condensed SemiBold"/>
                <a:sym typeface="Barlow Condensed SemiBold"/>
              </a:rPr>
              <a:t>AI Awareness</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Easy to create &amp; advance content</a:t>
            </a:r>
            <a:endParaRPr b="0" sz="1400">
              <a:latin typeface="Noto Serif JP"/>
              <a:ea typeface="Noto Serif JP"/>
              <a:cs typeface="Noto Serif JP"/>
              <a:sym typeface="Noto Serif JP"/>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Gamifying Learning</a:t>
            </a:r>
            <a:endParaRPr b="0" sz="1400">
              <a:latin typeface="Noto Serif JP"/>
              <a:ea typeface="Noto Serif JP"/>
              <a:cs typeface="Noto Serif JP"/>
              <a:sym typeface="Noto Serif JP"/>
            </a:endParaRPr>
          </a:p>
          <a:p>
            <a:pPr indent="0" lvl="0" marL="0" rtl="0" algn="l">
              <a:lnSpc>
                <a:spcPct val="150000"/>
              </a:lnSpc>
              <a:spcBef>
                <a:spcPts val="0"/>
              </a:spcBef>
              <a:spcAft>
                <a:spcPts val="0"/>
              </a:spcAft>
              <a:buNone/>
            </a:pPr>
            <a:r>
              <a:rPr b="0" lang="en" sz="1800">
                <a:latin typeface="Barlow Condensed SemiBold"/>
                <a:ea typeface="Barlow Condensed SemiBold"/>
                <a:cs typeface="Barlow Condensed SemiBold"/>
                <a:sym typeface="Barlow Condensed SemiBold"/>
              </a:rPr>
              <a:t>Continuous Learning &amp; Adaptation</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Not replaced by AI, but by those using AI</a:t>
            </a:r>
            <a:endParaRPr b="0" sz="1400">
              <a:latin typeface="Noto Serif JP"/>
              <a:ea typeface="Noto Serif JP"/>
              <a:cs typeface="Noto Serif JP"/>
              <a:sym typeface="Noto Serif JP"/>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“Systemize the predictable so you can humanize the exceptional!” - Gino Wickman</a:t>
            </a:r>
            <a:endParaRPr b="0" sz="1400">
              <a:latin typeface="Noto Serif JP"/>
              <a:ea typeface="Noto Serif JP"/>
              <a:cs typeface="Noto Serif JP"/>
              <a:sym typeface="Noto Serif JP"/>
            </a:endParaRPr>
          </a:p>
          <a:p>
            <a:pPr indent="0" lvl="0" marL="0" rtl="0" algn="l">
              <a:lnSpc>
                <a:spcPct val="150000"/>
              </a:lnSpc>
              <a:spcBef>
                <a:spcPts val="0"/>
              </a:spcBef>
              <a:spcAft>
                <a:spcPts val="0"/>
              </a:spcAft>
              <a:buNone/>
            </a:pPr>
            <a:r>
              <a:rPr b="0" lang="en" sz="1800">
                <a:latin typeface="Barlow Condensed SemiBold"/>
                <a:ea typeface="Barlow Condensed SemiBold"/>
                <a:cs typeface="Barlow Condensed SemiBold"/>
                <a:sym typeface="Barlow Condensed SemiBold"/>
              </a:rPr>
              <a:t>Balance Demonstrations with Hands On Experience</a:t>
            </a:r>
            <a:endParaRPr b="0" sz="1800">
              <a:latin typeface="Barlow Condensed SemiBold"/>
              <a:ea typeface="Barlow Condensed SemiBold"/>
              <a:cs typeface="Barlow Condensed SemiBold"/>
              <a:sym typeface="Barlow Condensed SemiBold"/>
            </a:endParaRPr>
          </a:p>
          <a:p>
            <a:pPr indent="-317500" lvl="0" marL="457200" rtl="0" algn="l">
              <a:lnSpc>
                <a:spcPct val="150000"/>
              </a:lnSpc>
              <a:spcBef>
                <a:spcPts val="0"/>
              </a:spcBef>
              <a:spcAft>
                <a:spcPts val="0"/>
              </a:spcAft>
              <a:buSzPts val="1400"/>
              <a:buFont typeface="Noto Serif JP"/>
              <a:buChar char="●"/>
            </a:pPr>
            <a:r>
              <a:rPr b="0" lang="en" sz="1400">
                <a:latin typeface="Noto Serif JP"/>
                <a:ea typeface="Noto Serif JP"/>
                <a:cs typeface="Noto Serif JP"/>
                <a:sym typeface="Noto Serif JP"/>
              </a:rPr>
              <a:t>Provide access to hands on experience, and demonstration of responsible use</a:t>
            </a:r>
            <a:br>
              <a:rPr b="0" lang="en" sz="1400">
                <a:latin typeface="Noto Serif JP"/>
                <a:ea typeface="Noto Serif JP"/>
                <a:cs typeface="Noto Serif JP"/>
                <a:sym typeface="Noto Serif JP"/>
              </a:rPr>
            </a:br>
            <a:endParaRPr b="0" sz="1400">
              <a:latin typeface="Noto Serif JP"/>
              <a:ea typeface="Noto Serif JP"/>
              <a:cs typeface="Noto Serif JP"/>
              <a:sym typeface="Noto Serif JP"/>
            </a:endParaRPr>
          </a:p>
          <a:p>
            <a:pPr indent="0" lvl="0" marL="457200" rtl="0" algn="l">
              <a:spcBef>
                <a:spcPts val="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0"/>
              </a:spcAft>
              <a:buNone/>
            </a:pPr>
            <a:r>
              <a:t/>
            </a:r>
            <a:endParaRPr b="0" sz="1000">
              <a:latin typeface="Noto Serif JP"/>
              <a:ea typeface="Noto Serif JP"/>
              <a:cs typeface="Noto Serif JP"/>
              <a:sym typeface="Noto Serif JP"/>
            </a:endParaRPr>
          </a:p>
          <a:p>
            <a:pPr indent="0" lvl="0" marL="0" rtl="0" algn="l">
              <a:spcBef>
                <a:spcPts val="1600"/>
              </a:spcBef>
              <a:spcAft>
                <a:spcPts val="1600"/>
              </a:spcAft>
              <a:buNone/>
            </a:pPr>
            <a:r>
              <a:t/>
            </a:r>
            <a:endParaRPr/>
          </a:p>
        </p:txBody>
      </p:sp>
      <p:pic>
        <p:nvPicPr>
          <p:cNvPr id="530" name="Google Shape;530;p72"/>
          <p:cNvPicPr preferRelativeResize="0"/>
          <p:nvPr/>
        </p:nvPicPr>
        <p:blipFill rotWithShape="1">
          <a:blip r:embed="rId3">
            <a:alphaModFix/>
          </a:blip>
          <a:srcRect b="0" l="228" r="228" t="0"/>
          <a:stretch/>
        </p:blipFill>
        <p:spPr>
          <a:xfrm>
            <a:off x="576072" y="4690872"/>
            <a:ext cx="1508760" cy="228600"/>
          </a:xfrm>
          <a:prstGeom prst="rect">
            <a:avLst/>
          </a:prstGeom>
          <a:noFill/>
          <a:ln>
            <a:noFill/>
          </a:ln>
        </p:spPr>
      </p:pic>
      <p:sp>
        <p:nvSpPr>
          <p:cNvPr id="531" name="Google Shape;531;p72"/>
          <p:cNvSpPr txBox="1"/>
          <p:nvPr>
            <p:ph idx="4294967295"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rPr>
              <a:t>©2024 MAXX Potential LLC | All Rights Reserved | Page </a:t>
            </a:r>
            <a:fld id="{00000000-1234-1234-1234-123412341234}" type="slidenum">
              <a:rPr lang="en">
                <a:solidFill>
                  <a:schemeClr val="lt1"/>
                </a:solidFill>
              </a:rPr>
              <a:t>‹#›</a:t>
            </a:fld>
            <a:endParaRPr>
              <a:solidFill>
                <a:schemeClr val="lt1"/>
              </a:solidFill>
            </a:endParaRPr>
          </a:p>
        </p:txBody>
      </p:sp>
      <p:pic>
        <p:nvPicPr>
          <p:cNvPr id="532" name="Google Shape;532;p72"/>
          <p:cNvPicPr preferRelativeResize="0"/>
          <p:nvPr/>
        </p:nvPicPr>
        <p:blipFill>
          <a:blip r:embed="rId4">
            <a:alphaModFix/>
          </a:blip>
          <a:stretch>
            <a:fillRect/>
          </a:stretch>
        </p:blipFill>
        <p:spPr>
          <a:xfrm>
            <a:off x="0" y="1243613"/>
            <a:ext cx="4267201" cy="240937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3"/>
          <p:cNvSpPr txBox="1"/>
          <p:nvPr>
            <p:ph type="ctrTitle"/>
          </p:nvPr>
        </p:nvSpPr>
        <p:spPr>
          <a:xfrm>
            <a:off x="576075" y="457200"/>
            <a:ext cx="5239500" cy="335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5000"/>
              <a:t>Q&amp;A</a:t>
            </a:r>
            <a:endParaRPr sz="5000"/>
          </a:p>
          <a:p>
            <a:pPr indent="0" lvl="0" marL="0" rtl="0" algn="l">
              <a:spcBef>
                <a:spcPts val="0"/>
              </a:spcBef>
              <a:spcAft>
                <a:spcPts val="0"/>
              </a:spcAft>
              <a:buNone/>
            </a:pPr>
            <a:r>
              <a:t/>
            </a:r>
            <a:endParaRPr sz="5000"/>
          </a:p>
          <a:p>
            <a:pPr indent="0" lvl="0" marL="0" rtl="0" algn="l">
              <a:spcBef>
                <a:spcPts val="0"/>
              </a:spcBef>
              <a:spcAft>
                <a:spcPts val="0"/>
              </a:spcAft>
              <a:buNone/>
            </a:pPr>
            <a:r>
              <a:t/>
            </a:r>
            <a:endParaRPr sz="5000"/>
          </a:p>
          <a:p>
            <a:pPr indent="0" lvl="0" marL="0" rtl="0" algn="l">
              <a:spcBef>
                <a:spcPts val="0"/>
              </a:spcBef>
              <a:spcAft>
                <a:spcPts val="0"/>
              </a:spcAft>
              <a:buNone/>
            </a:pPr>
            <a:r>
              <a:t/>
            </a:r>
            <a:endParaRPr sz="5000"/>
          </a:p>
          <a:p>
            <a:pPr indent="0" lvl="0" marL="0" rtl="0" algn="l">
              <a:spcBef>
                <a:spcPts val="0"/>
              </a:spcBef>
              <a:spcAft>
                <a:spcPts val="0"/>
              </a:spcAft>
              <a:buNone/>
            </a:pPr>
            <a:r>
              <a:rPr b="1" lang="en" sz="1800" u="sng">
                <a:solidFill>
                  <a:schemeClr val="hlink"/>
                </a:solidFill>
                <a:latin typeface="Barlow Condensed"/>
                <a:ea typeface="Barlow Condensed"/>
                <a:cs typeface="Barlow Condensed"/>
                <a:sym typeface="Barlow Condensed"/>
                <a:hlinkClick r:id="rId3"/>
              </a:rPr>
              <a:t>tucker.mahan@maxxpotential.com</a:t>
            </a:r>
            <a:endParaRPr b="1" sz="1800">
              <a:latin typeface="Barlow Condensed"/>
              <a:ea typeface="Barlow Condensed"/>
              <a:cs typeface="Barlow Condensed"/>
              <a:sym typeface="Barlow Condensed"/>
            </a:endParaRPr>
          </a:p>
        </p:txBody>
      </p:sp>
      <p:sp>
        <p:nvSpPr>
          <p:cNvPr id="538" name="Google Shape;538;p73"/>
          <p:cNvSpPr txBox="1"/>
          <p:nvPr>
            <p:ph idx="12" type="sldNum"/>
          </p:nvPr>
        </p:nvSpPr>
        <p:spPr>
          <a:xfrm>
            <a:off x="4675349" y="4663225"/>
            <a:ext cx="43458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73"/>
          <p:cNvSpPr txBox="1"/>
          <p:nvPr>
            <p:ph idx="2" type="sldNum"/>
          </p:nvPr>
        </p:nvSpPr>
        <p:spPr>
          <a:xfrm>
            <a:off x="4278306" y="4663225"/>
            <a:ext cx="4742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©2024 MAXX Potential LLC | All Rights Reserved | Page </a:t>
            </a:r>
            <a:fld id="{00000000-1234-1234-1234-123412341234}" type="slidenum">
              <a:rPr lang="en"/>
              <a:t>‹#›</a:t>
            </a:fld>
            <a:endParaRPr/>
          </a:p>
        </p:txBody>
      </p:sp>
      <p:pic>
        <p:nvPicPr>
          <p:cNvPr id="540" name="Google Shape;540;p73"/>
          <p:cNvPicPr preferRelativeResize="0"/>
          <p:nvPr/>
        </p:nvPicPr>
        <p:blipFill rotWithShape="1">
          <a:blip r:embed="rId4">
            <a:alphaModFix/>
          </a:blip>
          <a:srcRect b="0" l="228" r="228" t="0"/>
          <a:stretch/>
        </p:blipFill>
        <p:spPr>
          <a:xfrm>
            <a:off x="576072" y="4690872"/>
            <a:ext cx="1508760" cy="228600"/>
          </a:xfrm>
          <a:prstGeom prst="rect">
            <a:avLst/>
          </a:prstGeom>
          <a:noFill/>
          <a:ln>
            <a:noFill/>
          </a:ln>
        </p:spPr>
      </p:pic>
      <p:grpSp>
        <p:nvGrpSpPr>
          <p:cNvPr id="541" name="Google Shape;541;p73"/>
          <p:cNvGrpSpPr/>
          <p:nvPr/>
        </p:nvGrpSpPr>
        <p:grpSpPr>
          <a:xfrm>
            <a:off x="5855800" y="-1"/>
            <a:ext cx="3288199" cy="3462903"/>
            <a:chOff x="5855800" y="-1"/>
            <a:chExt cx="3288199" cy="3462903"/>
          </a:xfrm>
        </p:grpSpPr>
        <p:pic>
          <p:nvPicPr>
            <p:cNvPr id="542" name="Google Shape;542;p73"/>
            <p:cNvPicPr preferRelativeResize="0"/>
            <p:nvPr/>
          </p:nvPicPr>
          <p:blipFill rotWithShape="1">
            <a:blip r:embed="rId5">
              <a:alphaModFix/>
            </a:blip>
            <a:srcRect b="0" l="0" r="46746" t="39617"/>
            <a:stretch/>
          </p:blipFill>
          <p:spPr>
            <a:xfrm>
              <a:off x="6161900" y="-1"/>
              <a:ext cx="2982099" cy="3185950"/>
            </a:xfrm>
            <a:prstGeom prst="rect">
              <a:avLst/>
            </a:prstGeom>
            <a:noFill/>
            <a:ln>
              <a:noFill/>
            </a:ln>
          </p:spPr>
        </p:pic>
        <p:pic>
          <p:nvPicPr>
            <p:cNvPr id="543" name="Google Shape;543;p73"/>
            <p:cNvPicPr preferRelativeResize="0"/>
            <p:nvPr/>
          </p:nvPicPr>
          <p:blipFill rotWithShape="1">
            <a:blip r:embed="rId6">
              <a:alphaModFix/>
            </a:blip>
            <a:srcRect b="20546" l="0" r="0" t="0"/>
            <a:stretch/>
          </p:blipFill>
          <p:spPr>
            <a:xfrm rot="10800000">
              <a:off x="5855800" y="2"/>
              <a:ext cx="2982075" cy="3462901"/>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1084C7"/>
      </a:dk1>
      <a:lt1>
        <a:srgbClr val="FFFFFF"/>
      </a:lt1>
      <a:dk2>
        <a:srgbClr val="40403F"/>
      </a:dk2>
      <a:lt2>
        <a:srgbClr val="ECEBEC"/>
      </a:lt2>
      <a:accent1>
        <a:srgbClr val="BC2127"/>
      </a:accent1>
      <a:accent2>
        <a:srgbClr val="BC2127"/>
      </a:accent2>
      <a:accent3>
        <a:srgbClr val="BC2127"/>
      </a:accent3>
      <a:accent4>
        <a:srgbClr val="BC2127"/>
      </a:accent4>
      <a:accent5>
        <a:srgbClr val="BC2127"/>
      </a:accent5>
      <a:accent6>
        <a:srgbClr val="BC2127"/>
      </a:accent6>
      <a:hlink>
        <a:srgbClr val="BC2127"/>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