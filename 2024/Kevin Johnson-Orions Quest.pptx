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09" r:id="rId4"/>
    <p:sldMasterId id="2147483712" r:id="rId5"/>
    <p:sldMasterId id="2147483699" r:id="rId6"/>
    <p:sldMasterId id="2147483703" r:id="rId7"/>
    <p:sldMasterId id="2147483733" r:id="rId8"/>
  </p:sldMasterIdLst>
  <p:notesMasterIdLst>
    <p:notesMasterId r:id="rId18"/>
  </p:notesMasterIdLst>
  <p:handoutMasterIdLst>
    <p:handoutMasterId r:id="rId19"/>
  </p:handoutMasterIdLst>
  <p:sldIdLst>
    <p:sldId id="256" r:id="rId9"/>
    <p:sldId id="261" r:id="rId10"/>
    <p:sldId id="270" r:id="rId11"/>
    <p:sldId id="271" r:id="rId12"/>
    <p:sldId id="272" r:id="rId13"/>
    <p:sldId id="273" r:id="rId14"/>
    <p:sldId id="274" r:id="rId15"/>
    <p:sldId id="275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son G" initials="jg" lastIdx="2" clrIdx="0"/>
  <p:cmAuthor id="2" name="Larry Franklin" initials="LF" lastIdx="3" clrIdx="1">
    <p:extLst>
      <p:ext uri="{19B8F6BF-5375-455C-9EA6-DF929625EA0E}">
        <p15:presenceInfo xmlns:p15="http://schemas.microsoft.com/office/powerpoint/2012/main" userId="S::larry@secureideas.onmicrosoft.com::e84448d4-3a36-46e7-b55b-ca41ed815ab0" providerId="AD"/>
      </p:ext>
    </p:extLst>
  </p:cmAuthor>
  <p:cmAuthor id="3" name="Patrick LaDez" initials="PL" lastIdx="4" clrIdx="2">
    <p:extLst>
      <p:ext uri="{19B8F6BF-5375-455C-9EA6-DF929625EA0E}">
        <p15:presenceInfo xmlns:p15="http://schemas.microsoft.com/office/powerpoint/2012/main" userId="S::patrick@secureideas.onmicrosoft.com::1aabeeb0-c4f5-414b-9277-c4d01a1a6ed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4B0401"/>
    <a:srgbClr val="640802"/>
    <a:srgbClr val="8A0F03"/>
    <a:srgbClr val="BB19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7" autoAdjust="0"/>
    <p:restoredTop sz="96238" autoAdjust="0"/>
  </p:normalViewPr>
  <p:slideViewPr>
    <p:cSldViewPr snapToGrid="0">
      <p:cViewPr varScale="1">
        <p:scale>
          <a:sx n="89" d="100"/>
          <a:sy n="89" d="100"/>
        </p:scale>
        <p:origin x="106" y="46"/>
      </p:cViewPr>
      <p:guideLst>
        <p:guide orient="horz" pos="2880"/>
        <p:guide pos="5120"/>
      </p:guideLst>
    </p:cSldViewPr>
  </p:slideViewPr>
  <p:outlineViewPr>
    <p:cViewPr>
      <p:scale>
        <a:sx n="33" d="100"/>
        <a:sy n="33" d="100"/>
      </p:scale>
      <p:origin x="0" y="-41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8F33EF-B477-447F-8494-79BFD92805D6}" type="doc">
      <dgm:prSet loTypeId="urn:microsoft.com/office/officeart/2008/layout/VerticalCurvedList" loCatId="list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7CD13B7-1A2E-4C2D-A797-A7C0F5A5D7AC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Orion’s Quest</a:t>
          </a:r>
        </a:p>
      </dgm:t>
    </dgm:pt>
    <dgm:pt modelId="{97C64235-0CAC-4343-BD97-F92835141469}" type="parTrans" cxnId="{5F448241-408E-4904-BE7A-070CC727A06F}">
      <dgm:prSet/>
      <dgm:spPr/>
      <dgm:t>
        <a:bodyPr/>
        <a:lstStyle/>
        <a:p>
          <a:endParaRPr lang="en-US"/>
        </a:p>
      </dgm:t>
    </dgm:pt>
    <dgm:pt modelId="{1BAD9B28-7374-45C5-BAA2-3BFDE629F4F1}" type="sibTrans" cxnId="{5F448241-408E-4904-BE7A-070CC727A06F}">
      <dgm:prSet/>
      <dgm:spPr/>
      <dgm:t>
        <a:bodyPr/>
        <a:lstStyle/>
        <a:p>
          <a:endParaRPr lang="en-US"/>
        </a:p>
      </dgm:t>
    </dgm:pt>
    <dgm:pt modelId="{9791E17C-09E7-48BD-87BD-00071C278C0B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Web Applications</a:t>
          </a:r>
        </a:p>
      </dgm:t>
    </dgm:pt>
    <dgm:pt modelId="{ED461633-AE44-4708-B861-7ECFEF5496E0}" type="parTrans" cxnId="{67E0DD53-C5BF-4AEB-B49B-87E756C94A74}">
      <dgm:prSet/>
      <dgm:spPr/>
      <dgm:t>
        <a:bodyPr/>
        <a:lstStyle/>
        <a:p>
          <a:endParaRPr lang="en-US"/>
        </a:p>
      </dgm:t>
    </dgm:pt>
    <dgm:pt modelId="{EBC02700-4C71-45EF-8853-435FA31BEB51}" type="sibTrans" cxnId="{67E0DD53-C5BF-4AEB-B49B-87E756C94A74}">
      <dgm:prSet/>
      <dgm:spPr/>
      <dgm:t>
        <a:bodyPr/>
        <a:lstStyle/>
        <a:p>
          <a:endParaRPr lang="en-US"/>
        </a:p>
      </dgm:t>
    </dgm:pt>
    <dgm:pt modelId="{318332AF-E95D-4581-AF81-B8662A533E05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Physical Posture</a:t>
          </a:r>
        </a:p>
      </dgm:t>
    </dgm:pt>
    <dgm:pt modelId="{12C1F8CC-ABCF-4479-A053-1667155DA69D}" type="parTrans" cxnId="{6284B1A1-7433-48D3-845E-816CBBCBF0A3}">
      <dgm:prSet/>
      <dgm:spPr/>
      <dgm:t>
        <a:bodyPr/>
        <a:lstStyle/>
        <a:p>
          <a:endParaRPr lang="en-US"/>
        </a:p>
      </dgm:t>
    </dgm:pt>
    <dgm:pt modelId="{91F5B838-A698-4990-AB1A-39EC2126B3C6}" type="sibTrans" cxnId="{6284B1A1-7433-48D3-845E-816CBBCBF0A3}">
      <dgm:prSet/>
      <dgm:spPr/>
      <dgm:t>
        <a:bodyPr/>
        <a:lstStyle/>
        <a:p>
          <a:endParaRPr lang="en-US"/>
        </a:p>
      </dgm:t>
    </dgm:pt>
    <dgm:pt modelId="{3705CC73-612B-44DA-9155-A24DA8166CE5}">
      <dgm:prSet phldrT="[Text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Attacking the Defenders</a:t>
          </a:r>
        </a:p>
      </dgm:t>
    </dgm:pt>
    <dgm:pt modelId="{74EEF254-EE83-4D7F-B7AE-C9E9E824189D}" type="parTrans" cxnId="{9DC7F73D-9A8F-48E5-94A2-B1B0B1FF4D50}">
      <dgm:prSet/>
      <dgm:spPr/>
    </dgm:pt>
    <dgm:pt modelId="{DCA8BB98-4E8D-469B-9EDF-90DCC9F1FA0C}" type="sibTrans" cxnId="{9DC7F73D-9A8F-48E5-94A2-B1B0B1FF4D50}">
      <dgm:prSet/>
      <dgm:spPr/>
    </dgm:pt>
    <dgm:pt modelId="{8339AB16-8A69-4866-A79D-80B56275FCDD}" type="pres">
      <dgm:prSet presAssocID="{D88F33EF-B477-447F-8494-79BFD92805D6}" presName="Name0" presStyleCnt="0">
        <dgm:presLayoutVars>
          <dgm:chMax val="7"/>
          <dgm:chPref val="7"/>
          <dgm:dir/>
        </dgm:presLayoutVars>
      </dgm:prSet>
      <dgm:spPr/>
    </dgm:pt>
    <dgm:pt modelId="{91A0967A-9A04-4FEC-8A97-09D26090FE57}" type="pres">
      <dgm:prSet presAssocID="{D88F33EF-B477-447F-8494-79BFD92805D6}" presName="Name1" presStyleCnt="0"/>
      <dgm:spPr/>
    </dgm:pt>
    <dgm:pt modelId="{F8D1EB67-BBDC-461F-934C-44CBC769069C}" type="pres">
      <dgm:prSet presAssocID="{D88F33EF-B477-447F-8494-79BFD92805D6}" presName="cycle" presStyleCnt="0"/>
      <dgm:spPr/>
    </dgm:pt>
    <dgm:pt modelId="{FF63C897-563D-4AF1-BE53-7F50C56B5D81}" type="pres">
      <dgm:prSet presAssocID="{D88F33EF-B477-447F-8494-79BFD92805D6}" presName="srcNode" presStyleLbl="node1" presStyleIdx="0" presStyleCnt="4"/>
      <dgm:spPr/>
    </dgm:pt>
    <dgm:pt modelId="{3653B9DC-B258-4534-9AEC-8AC52667AA87}" type="pres">
      <dgm:prSet presAssocID="{D88F33EF-B477-447F-8494-79BFD92805D6}" presName="conn" presStyleLbl="parChTrans1D2" presStyleIdx="0" presStyleCnt="1"/>
      <dgm:spPr/>
    </dgm:pt>
    <dgm:pt modelId="{C86941E1-E378-4341-97CC-0C7E0A26A5C3}" type="pres">
      <dgm:prSet presAssocID="{D88F33EF-B477-447F-8494-79BFD92805D6}" presName="extraNode" presStyleLbl="node1" presStyleIdx="0" presStyleCnt="4"/>
      <dgm:spPr/>
    </dgm:pt>
    <dgm:pt modelId="{151C4B86-D85A-48D8-BB6D-1DE1E0D46893}" type="pres">
      <dgm:prSet presAssocID="{D88F33EF-B477-447F-8494-79BFD92805D6}" presName="dstNode" presStyleLbl="node1" presStyleIdx="0" presStyleCnt="4"/>
      <dgm:spPr/>
    </dgm:pt>
    <dgm:pt modelId="{F7218EFF-B790-4D30-B982-DB4073DE2333}" type="pres">
      <dgm:prSet presAssocID="{37CD13B7-1A2E-4C2D-A797-A7C0F5A5D7AC}" presName="text_1" presStyleLbl="node1" presStyleIdx="0" presStyleCnt="4">
        <dgm:presLayoutVars>
          <dgm:bulletEnabled val="1"/>
        </dgm:presLayoutVars>
      </dgm:prSet>
      <dgm:spPr/>
    </dgm:pt>
    <dgm:pt modelId="{53108963-1410-4A00-8777-6D71F0BB0574}" type="pres">
      <dgm:prSet presAssocID="{37CD13B7-1A2E-4C2D-A797-A7C0F5A5D7AC}" presName="accent_1" presStyleCnt="0"/>
      <dgm:spPr/>
    </dgm:pt>
    <dgm:pt modelId="{784B59CA-831A-442E-B88E-4E1B3A9DDE75}" type="pres">
      <dgm:prSet presAssocID="{37CD13B7-1A2E-4C2D-A797-A7C0F5A5D7AC}" presName="accentRepeatNode" presStyleLbl="solidFgAcc1" presStyleIdx="0" presStyleCnt="4"/>
      <dgm:spPr/>
    </dgm:pt>
    <dgm:pt modelId="{5C58D4CC-65F3-4EA8-8911-DF383E45F338}" type="pres">
      <dgm:prSet presAssocID="{9791E17C-09E7-48BD-87BD-00071C278C0B}" presName="text_2" presStyleLbl="node1" presStyleIdx="1" presStyleCnt="4">
        <dgm:presLayoutVars>
          <dgm:bulletEnabled val="1"/>
        </dgm:presLayoutVars>
      </dgm:prSet>
      <dgm:spPr/>
    </dgm:pt>
    <dgm:pt modelId="{033B4F5B-012A-4474-8F0C-EEA2CF5A65A3}" type="pres">
      <dgm:prSet presAssocID="{9791E17C-09E7-48BD-87BD-00071C278C0B}" presName="accent_2" presStyleCnt="0"/>
      <dgm:spPr/>
    </dgm:pt>
    <dgm:pt modelId="{18DDB1CD-A7A3-40D3-A574-69AECFDD7DC1}" type="pres">
      <dgm:prSet presAssocID="{9791E17C-09E7-48BD-87BD-00071C278C0B}" presName="accentRepeatNode" presStyleLbl="solidFgAcc1" presStyleIdx="1" presStyleCnt="4"/>
      <dgm:spPr/>
    </dgm:pt>
    <dgm:pt modelId="{F6D72308-DE9D-4FBC-B914-0B41C244F74F}" type="pres">
      <dgm:prSet presAssocID="{318332AF-E95D-4581-AF81-B8662A533E05}" presName="text_3" presStyleLbl="node1" presStyleIdx="2" presStyleCnt="4">
        <dgm:presLayoutVars>
          <dgm:bulletEnabled val="1"/>
        </dgm:presLayoutVars>
      </dgm:prSet>
      <dgm:spPr/>
    </dgm:pt>
    <dgm:pt modelId="{56DBA954-87EF-41AD-B156-88B5EE16A359}" type="pres">
      <dgm:prSet presAssocID="{318332AF-E95D-4581-AF81-B8662A533E05}" presName="accent_3" presStyleCnt="0"/>
      <dgm:spPr/>
    </dgm:pt>
    <dgm:pt modelId="{15309F93-2CAC-4D3C-A126-2C8192AF965C}" type="pres">
      <dgm:prSet presAssocID="{318332AF-E95D-4581-AF81-B8662A533E05}" presName="accentRepeatNode" presStyleLbl="solidFgAcc1" presStyleIdx="2" presStyleCnt="4"/>
      <dgm:spPr/>
    </dgm:pt>
    <dgm:pt modelId="{D4A61A68-E7D2-499B-80F3-079BEA836D8B}" type="pres">
      <dgm:prSet presAssocID="{3705CC73-612B-44DA-9155-A24DA8166CE5}" presName="text_4" presStyleLbl="node1" presStyleIdx="3" presStyleCnt="4">
        <dgm:presLayoutVars>
          <dgm:bulletEnabled val="1"/>
        </dgm:presLayoutVars>
      </dgm:prSet>
      <dgm:spPr/>
    </dgm:pt>
    <dgm:pt modelId="{C8DB1210-D7BB-4BBE-98C6-8D2637286CE2}" type="pres">
      <dgm:prSet presAssocID="{3705CC73-612B-44DA-9155-A24DA8166CE5}" presName="accent_4" presStyleCnt="0"/>
      <dgm:spPr/>
    </dgm:pt>
    <dgm:pt modelId="{4541C312-C35F-4CA8-8AF1-F056CC6A2B24}" type="pres">
      <dgm:prSet presAssocID="{3705CC73-612B-44DA-9155-A24DA8166CE5}" presName="accentRepeatNode" presStyleLbl="solidFgAcc1" presStyleIdx="3" presStyleCnt="4"/>
      <dgm:spPr/>
    </dgm:pt>
  </dgm:ptLst>
  <dgm:cxnLst>
    <dgm:cxn modelId="{9DC7F73D-9A8F-48E5-94A2-B1B0B1FF4D50}" srcId="{D88F33EF-B477-447F-8494-79BFD92805D6}" destId="{3705CC73-612B-44DA-9155-A24DA8166CE5}" srcOrd="3" destOrd="0" parTransId="{74EEF254-EE83-4D7F-B7AE-C9E9E824189D}" sibTransId="{DCA8BB98-4E8D-469B-9EDF-90DCC9F1FA0C}"/>
    <dgm:cxn modelId="{5F448241-408E-4904-BE7A-070CC727A06F}" srcId="{D88F33EF-B477-447F-8494-79BFD92805D6}" destId="{37CD13B7-1A2E-4C2D-A797-A7C0F5A5D7AC}" srcOrd="0" destOrd="0" parTransId="{97C64235-0CAC-4343-BD97-F92835141469}" sibTransId="{1BAD9B28-7374-45C5-BAA2-3BFDE629F4F1}"/>
    <dgm:cxn modelId="{E1B8A743-8B66-4B7F-AE22-FBE9691B715A}" type="presOf" srcId="{3705CC73-612B-44DA-9155-A24DA8166CE5}" destId="{D4A61A68-E7D2-499B-80F3-079BEA836D8B}" srcOrd="0" destOrd="0" presId="urn:microsoft.com/office/officeart/2008/layout/VerticalCurvedList"/>
    <dgm:cxn modelId="{12AABF47-ECA9-4A21-89E3-5DF751E2CD66}" type="presOf" srcId="{D88F33EF-B477-447F-8494-79BFD92805D6}" destId="{8339AB16-8A69-4866-A79D-80B56275FCDD}" srcOrd="0" destOrd="0" presId="urn:microsoft.com/office/officeart/2008/layout/VerticalCurvedList"/>
    <dgm:cxn modelId="{67E0DD53-C5BF-4AEB-B49B-87E756C94A74}" srcId="{D88F33EF-B477-447F-8494-79BFD92805D6}" destId="{9791E17C-09E7-48BD-87BD-00071C278C0B}" srcOrd="1" destOrd="0" parTransId="{ED461633-AE44-4708-B861-7ECFEF5496E0}" sibTransId="{EBC02700-4C71-45EF-8853-435FA31BEB51}"/>
    <dgm:cxn modelId="{068E6556-5F20-4986-96A5-7F3A1D9D76D5}" type="presOf" srcId="{1BAD9B28-7374-45C5-BAA2-3BFDE629F4F1}" destId="{3653B9DC-B258-4534-9AEC-8AC52667AA87}" srcOrd="0" destOrd="0" presId="urn:microsoft.com/office/officeart/2008/layout/VerticalCurvedList"/>
    <dgm:cxn modelId="{6284B1A1-7433-48D3-845E-816CBBCBF0A3}" srcId="{D88F33EF-B477-447F-8494-79BFD92805D6}" destId="{318332AF-E95D-4581-AF81-B8662A533E05}" srcOrd="2" destOrd="0" parTransId="{12C1F8CC-ABCF-4479-A053-1667155DA69D}" sibTransId="{91F5B838-A698-4990-AB1A-39EC2126B3C6}"/>
    <dgm:cxn modelId="{0CCC2EBA-E4B5-4101-AEE4-037459AD7943}" type="presOf" srcId="{318332AF-E95D-4581-AF81-B8662A533E05}" destId="{F6D72308-DE9D-4FBC-B914-0B41C244F74F}" srcOrd="0" destOrd="0" presId="urn:microsoft.com/office/officeart/2008/layout/VerticalCurvedList"/>
    <dgm:cxn modelId="{42AE5DE7-4143-4520-AEB0-5EEB08C5F609}" type="presOf" srcId="{9791E17C-09E7-48BD-87BD-00071C278C0B}" destId="{5C58D4CC-65F3-4EA8-8911-DF383E45F338}" srcOrd="0" destOrd="0" presId="urn:microsoft.com/office/officeart/2008/layout/VerticalCurvedList"/>
    <dgm:cxn modelId="{F18FE0FA-FCDE-4312-B96A-FB6A66AF0281}" type="presOf" srcId="{37CD13B7-1A2E-4C2D-A797-A7C0F5A5D7AC}" destId="{F7218EFF-B790-4D30-B982-DB4073DE2333}" srcOrd="0" destOrd="0" presId="urn:microsoft.com/office/officeart/2008/layout/VerticalCurvedList"/>
    <dgm:cxn modelId="{AEA0E3EC-ABF4-408F-BD7A-58E3E47E5BE5}" type="presParOf" srcId="{8339AB16-8A69-4866-A79D-80B56275FCDD}" destId="{91A0967A-9A04-4FEC-8A97-09D26090FE57}" srcOrd="0" destOrd="0" presId="urn:microsoft.com/office/officeart/2008/layout/VerticalCurvedList"/>
    <dgm:cxn modelId="{6F3ED94A-1EE4-4442-87E9-558F3456B0C1}" type="presParOf" srcId="{91A0967A-9A04-4FEC-8A97-09D26090FE57}" destId="{F8D1EB67-BBDC-461F-934C-44CBC769069C}" srcOrd="0" destOrd="0" presId="urn:microsoft.com/office/officeart/2008/layout/VerticalCurvedList"/>
    <dgm:cxn modelId="{1444C6B3-49F4-4DF2-8AB0-D356C5ED2BC4}" type="presParOf" srcId="{F8D1EB67-BBDC-461F-934C-44CBC769069C}" destId="{FF63C897-563D-4AF1-BE53-7F50C56B5D81}" srcOrd="0" destOrd="0" presId="urn:microsoft.com/office/officeart/2008/layout/VerticalCurvedList"/>
    <dgm:cxn modelId="{B93D69CD-883B-45D5-987E-A32B18879436}" type="presParOf" srcId="{F8D1EB67-BBDC-461F-934C-44CBC769069C}" destId="{3653B9DC-B258-4534-9AEC-8AC52667AA87}" srcOrd="1" destOrd="0" presId="urn:microsoft.com/office/officeart/2008/layout/VerticalCurvedList"/>
    <dgm:cxn modelId="{F94CCCDB-52DA-47C2-82B5-62659CC92933}" type="presParOf" srcId="{F8D1EB67-BBDC-461F-934C-44CBC769069C}" destId="{C86941E1-E378-4341-97CC-0C7E0A26A5C3}" srcOrd="2" destOrd="0" presId="urn:microsoft.com/office/officeart/2008/layout/VerticalCurvedList"/>
    <dgm:cxn modelId="{B82338A7-54F9-44B0-9588-D8794E898A28}" type="presParOf" srcId="{F8D1EB67-BBDC-461F-934C-44CBC769069C}" destId="{151C4B86-D85A-48D8-BB6D-1DE1E0D46893}" srcOrd="3" destOrd="0" presId="urn:microsoft.com/office/officeart/2008/layout/VerticalCurvedList"/>
    <dgm:cxn modelId="{416746BF-B4EB-4715-8621-D70965BE4184}" type="presParOf" srcId="{91A0967A-9A04-4FEC-8A97-09D26090FE57}" destId="{F7218EFF-B790-4D30-B982-DB4073DE2333}" srcOrd="1" destOrd="0" presId="urn:microsoft.com/office/officeart/2008/layout/VerticalCurvedList"/>
    <dgm:cxn modelId="{B0886BC4-F5F3-409A-A269-9DA143E322DA}" type="presParOf" srcId="{91A0967A-9A04-4FEC-8A97-09D26090FE57}" destId="{53108963-1410-4A00-8777-6D71F0BB0574}" srcOrd="2" destOrd="0" presId="urn:microsoft.com/office/officeart/2008/layout/VerticalCurvedList"/>
    <dgm:cxn modelId="{6F441FDA-5E72-489A-BD94-6C23995D91FD}" type="presParOf" srcId="{53108963-1410-4A00-8777-6D71F0BB0574}" destId="{784B59CA-831A-442E-B88E-4E1B3A9DDE75}" srcOrd="0" destOrd="0" presId="urn:microsoft.com/office/officeart/2008/layout/VerticalCurvedList"/>
    <dgm:cxn modelId="{A2F762C8-6F9D-4E95-B219-19F0D7A90AF4}" type="presParOf" srcId="{91A0967A-9A04-4FEC-8A97-09D26090FE57}" destId="{5C58D4CC-65F3-4EA8-8911-DF383E45F338}" srcOrd="3" destOrd="0" presId="urn:microsoft.com/office/officeart/2008/layout/VerticalCurvedList"/>
    <dgm:cxn modelId="{49C6C3CC-01EA-4815-8799-14D17041CC83}" type="presParOf" srcId="{91A0967A-9A04-4FEC-8A97-09D26090FE57}" destId="{033B4F5B-012A-4474-8F0C-EEA2CF5A65A3}" srcOrd="4" destOrd="0" presId="urn:microsoft.com/office/officeart/2008/layout/VerticalCurvedList"/>
    <dgm:cxn modelId="{B48400C2-B9DD-4E5A-B4C6-CF1ECA646ED3}" type="presParOf" srcId="{033B4F5B-012A-4474-8F0C-EEA2CF5A65A3}" destId="{18DDB1CD-A7A3-40D3-A574-69AECFDD7DC1}" srcOrd="0" destOrd="0" presId="urn:microsoft.com/office/officeart/2008/layout/VerticalCurvedList"/>
    <dgm:cxn modelId="{5B6CDF1F-DE5C-4647-8BAF-3782E1F3D622}" type="presParOf" srcId="{91A0967A-9A04-4FEC-8A97-09D26090FE57}" destId="{F6D72308-DE9D-4FBC-B914-0B41C244F74F}" srcOrd="5" destOrd="0" presId="urn:microsoft.com/office/officeart/2008/layout/VerticalCurvedList"/>
    <dgm:cxn modelId="{13C51D3F-9E34-4665-A0F9-692C7B154575}" type="presParOf" srcId="{91A0967A-9A04-4FEC-8A97-09D26090FE57}" destId="{56DBA954-87EF-41AD-B156-88B5EE16A359}" srcOrd="6" destOrd="0" presId="urn:microsoft.com/office/officeart/2008/layout/VerticalCurvedList"/>
    <dgm:cxn modelId="{EA298F67-3A30-45BE-B54A-2034773BFF71}" type="presParOf" srcId="{56DBA954-87EF-41AD-B156-88B5EE16A359}" destId="{15309F93-2CAC-4D3C-A126-2C8192AF965C}" srcOrd="0" destOrd="0" presId="urn:microsoft.com/office/officeart/2008/layout/VerticalCurvedList"/>
    <dgm:cxn modelId="{D000B87F-4550-4D0B-B49C-FC63A1281F27}" type="presParOf" srcId="{91A0967A-9A04-4FEC-8A97-09D26090FE57}" destId="{D4A61A68-E7D2-499B-80F3-079BEA836D8B}" srcOrd="7" destOrd="0" presId="urn:microsoft.com/office/officeart/2008/layout/VerticalCurvedList"/>
    <dgm:cxn modelId="{708D625B-BBD0-415A-AE8C-A8243C72EC79}" type="presParOf" srcId="{91A0967A-9A04-4FEC-8A97-09D26090FE57}" destId="{C8DB1210-D7BB-4BBE-98C6-8D2637286CE2}" srcOrd="8" destOrd="0" presId="urn:microsoft.com/office/officeart/2008/layout/VerticalCurvedList"/>
    <dgm:cxn modelId="{9107A7AA-8F7E-44F4-B2CD-B18459C5C4F1}" type="presParOf" srcId="{C8DB1210-D7BB-4BBE-98C6-8D2637286CE2}" destId="{4541C312-C35F-4CA8-8AF1-F056CC6A2B2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53B9DC-B258-4534-9AEC-8AC52667AA87}">
      <dsp:nvSpPr>
        <dsp:cNvPr id="0" name=""/>
        <dsp:cNvSpPr/>
      </dsp:nvSpPr>
      <dsp:spPr>
        <a:xfrm>
          <a:off x="-5815662" y="-890081"/>
          <a:ext cx="6923664" cy="6923664"/>
        </a:xfrm>
        <a:prstGeom prst="blockArc">
          <a:avLst>
            <a:gd name="adj1" fmla="val 18900000"/>
            <a:gd name="adj2" fmla="val 2700000"/>
            <a:gd name="adj3" fmla="val 312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218EFF-B790-4D30-B982-DB4073DE2333}">
      <dsp:nvSpPr>
        <dsp:cNvPr id="0" name=""/>
        <dsp:cNvSpPr/>
      </dsp:nvSpPr>
      <dsp:spPr>
        <a:xfrm>
          <a:off x="579959" y="395432"/>
          <a:ext cx="10320604" cy="79127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28075" tIns="106680" rIns="106680" bIns="10668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solidFill>
                <a:schemeClr val="tx2"/>
              </a:solidFill>
            </a:rPr>
            <a:t>Orion’s Quest</a:t>
          </a:r>
        </a:p>
      </dsp:txBody>
      <dsp:txXfrm>
        <a:off x="579959" y="395432"/>
        <a:ext cx="10320604" cy="791276"/>
      </dsp:txXfrm>
    </dsp:sp>
    <dsp:sp modelId="{784B59CA-831A-442E-B88E-4E1B3A9DDE75}">
      <dsp:nvSpPr>
        <dsp:cNvPr id="0" name=""/>
        <dsp:cNvSpPr/>
      </dsp:nvSpPr>
      <dsp:spPr>
        <a:xfrm>
          <a:off x="85412" y="296522"/>
          <a:ext cx="989095" cy="9890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C58D4CC-65F3-4EA8-8911-DF383E45F338}">
      <dsp:nvSpPr>
        <dsp:cNvPr id="0" name=""/>
        <dsp:cNvSpPr/>
      </dsp:nvSpPr>
      <dsp:spPr>
        <a:xfrm>
          <a:off x="1033616" y="1582552"/>
          <a:ext cx="9866947" cy="79127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28075" tIns="106680" rIns="106680" bIns="10668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solidFill>
                <a:schemeClr val="tx2"/>
              </a:solidFill>
            </a:rPr>
            <a:t>Web Applications</a:t>
          </a:r>
        </a:p>
      </dsp:txBody>
      <dsp:txXfrm>
        <a:off x="1033616" y="1582552"/>
        <a:ext cx="9866947" cy="791276"/>
      </dsp:txXfrm>
    </dsp:sp>
    <dsp:sp modelId="{18DDB1CD-A7A3-40D3-A574-69AECFDD7DC1}">
      <dsp:nvSpPr>
        <dsp:cNvPr id="0" name=""/>
        <dsp:cNvSpPr/>
      </dsp:nvSpPr>
      <dsp:spPr>
        <a:xfrm>
          <a:off x="539068" y="1483642"/>
          <a:ext cx="989095" cy="9890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6D72308-DE9D-4FBC-B914-0B41C244F74F}">
      <dsp:nvSpPr>
        <dsp:cNvPr id="0" name=""/>
        <dsp:cNvSpPr/>
      </dsp:nvSpPr>
      <dsp:spPr>
        <a:xfrm>
          <a:off x="1033616" y="2769671"/>
          <a:ext cx="9866947" cy="79127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28075" tIns="106680" rIns="106680" bIns="10668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solidFill>
                <a:schemeClr val="tx2"/>
              </a:solidFill>
            </a:rPr>
            <a:t>Physical Posture</a:t>
          </a:r>
        </a:p>
      </dsp:txBody>
      <dsp:txXfrm>
        <a:off x="1033616" y="2769671"/>
        <a:ext cx="9866947" cy="791276"/>
      </dsp:txXfrm>
    </dsp:sp>
    <dsp:sp modelId="{15309F93-2CAC-4D3C-A126-2C8192AF965C}">
      <dsp:nvSpPr>
        <dsp:cNvPr id="0" name=""/>
        <dsp:cNvSpPr/>
      </dsp:nvSpPr>
      <dsp:spPr>
        <a:xfrm>
          <a:off x="539068" y="2670762"/>
          <a:ext cx="989095" cy="9890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4A61A68-E7D2-499B-80F3-079BEA836D8B}">
      <dsp:nvSpPr>
        <dsp:cNvPr id="0" name=""/>
        <dsp:cNvSpPr/>
      </dsp:nvSpPr>
      <dsp:spPr>
        <a:xfrm>
          <a:off x="579959" y="3956791"/>
          <a:ext cx="10320604" cy="79127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28075" tIns="106680" rIns="106680" bIns="10668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solidFill>
                <a:schemeClr val="tx2"/>
              </a:solidFill>
            </a:rPr>
            <a:t>Attacking the Defenders</a:t>
          </a:r>
        </a:p>
      </dsp:txBody>
      <dsp:txXfrm>
        <a:off x="579959" y="3956791"/>
        <a:ext cx="10320604" cy="791276"/>
      </dsp:txXfrm>
    </dsp:sp>
    <dsp:sp modelId="{4541C312-C35F-4CA8-8AF1-F056CC6A2B24}">
      <dsp:nvSpPr>
        <dsp:cNvPr id="0" name=""/>
        <dsp:cNvSpPr/>
      </dsp:nvSpPr>
      <dsp:spPr>
        <a:xfrm>
          <a:off x="85412" y="3857882"/>
          <a:ext cx="989095" cy="9890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AF486-B877-2D4D-95E1-461A8B67695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C24E5-D85A-254C-A5E4-71FD9C8D2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99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A23DD-0553-47B0-80C1-9D5960FA9D6C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66C71-282E-4395-94B2-5E84A1A18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880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p3">
            <a:extLst>
              <a:ext uri="{FF2B5EF4-FFF2-40B4-BE49-F238E27FC236}">
                <a16:creationId xmlns:a16="http://schemas.microsoft.com/office/drawing/2014/main" id="{ADDE964B-7C07-4A30-8AB7-A40E4591BF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891" y="4462623"/>
            <a:ext cx="11460217" cy="39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500" b="1" baseline="0">
                <a:solidFill>
                  <a:schemeClr val="tx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»"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B302ACD4-5F85-4CF4-A9CC-6E3968BB830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5890" y="3633034"/>
            <a:ext cx="11460219" cy="7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ato"/>
              <a:buNone/>
              <a:defRPr sz="4400" b="1" baseline="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pic>
        <p:nvPicPr>
          <p:cNvPr id="5" name="Google Shape;24;p3">
            <a:extLst>
              <a:ext uri="{FF2B5EF4-FFF2-40B4-BE49-F238E27FC236}">
                <a16:creationId xmlns:a16="http://schemas.microsoft.com/office/drawing/2014/main" id="{AE9FD5DD-F33A-45A6-B659-1D1F739E7C4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3589994" y="1092425"/>
            <a:ext cx="4525586" cy="21325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604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1B88-88F1-48AF-8657-449561AC4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4" y="111145"/>
            <a:ext cx="10394065" cy="749307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798F09-C053-4FC7-B3E4-311D73FE50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3" y="1076444"/>
            <a:ext cx="11014550" cy="5286846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tx2"/>
                </a:solidFill>
                <a:latin typeface="+mn-lt"/>
              </a:defRPr>
            </a:lvl2pPr>
            <a:lvl3pPr>
              <a:defRPr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tx2"/>
                </a:solidFill>
                <a:latin typeface="+mn-lt"/>
              </a:defRPr>
            </a:lvl4pPr>
            <a:lvl5pPr>
              <a:defRPr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7551FB-8945-E14B-8F11-F56C91F754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29EF79-3602-B446-940A-22066DE9E1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33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A74B-CCAF-4A0F-80B1-07C82ACDC5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4" y="111145"/>
            <a:ext cx="10394065" cy="749307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CAF4D-4587-4E66-B919-1000379BCA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4" y="1111166"/>
            <a:ext cx="5283201" cy="5252123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tx2"/>
                </a:solidFill>
                <a:latin typeface="+mn-lt"/>
              </a:defRPr>
            </a:lvl2pPr>
            <a:lvl3pPr>
              <a:defRPr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tx2"/>
                </a:solidFill>
                <a:latin typeface="+mn-lt"/>
              </a:defRPr>
            </a:lvl4pPr>
            <a:lvl5pPr>
              <a:defRPr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BBA8EA-4E93-4FD3-8698-4B37B1FAD4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201" y="1111172"/>
            <a:ext cx="5345387" cy="5252117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tx2"/>
                </a:solidFill>
                <a:latin typeface="+mn-lt"/>
              </a:defRPr>
            </a:lvl2pPr>
            <a:lvl3pPr>
              <a:defRPr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tx2"/>
                </a:solidFill>
                <a:latin typeface="+mn-lt"/>
              </a:defRPr>
            </a:lvl4pPr>
            <a:lvl5pPr>
              <a:defRPr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A17317-A95C-774F-8D6A-36E3F0E3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EF79-3602-B446-940A-22066DE9E1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493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it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A74B-CCAF-4A0F-80B1-07C82ACDC5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4" y="111145"/>
            <a:ext cx="10394065" cy="749307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CAF4D-4587-4E66-B919-1000379BCA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324" y="1603332"/>
            <a:ext cx="5345387" cy="4759958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tx2"/>
                </a:solidFill>
                <a:latin typeface="+mn-lt"/>
              </a:defRPr>
            </a:lvl2pPr>
            <a:lvl3pPr>
              <a:defRPr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tx2"/>
                </a:solidFill>
                <a:latin typeface="+mn-lt"/>
              </a:defRPr>
            </a:lvl4pPr>
            <a:lvl5pPr>
              <a:defRPr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BBA8EA-4E93-4FD3-8698-4B37B1FAD4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201" y="1603329"/>
            <a:ext cx="5345387" cy="4759958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tx2"/>
                </a:solidFill>
                <a:latin typeface="+mn-lt"/>
              </a:defRPr>
            </a:lvl2pPr>
            <a:lvl3pPr>
              <a:defRPr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tx2"/>
                </a:solidFill>
                <a:latin typeface="+mn-lt"/>
              </a:defRPr>
            </a:lvl4pPr>
            <a:lvl5pPr>
              <a:defRPr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1EC05-C654-B34D-B22B-98C46F4D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EF79-3602-B446-940A-22066DE9E1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912C11-CDDC-42C7-BFEE-8A49008B89C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598" y="1047512"/>
            <a:ext cx="5345113" cy="463821"/>
          </a:xfrm>
        </p:spPr>
        <p:txBody>
          <a:bodyPr/>
          <a:lstStyle>
            <a:lvl1pPr marL="114300" indent="0">
              <a:buNone/>
              <a:defRPr sz="2400">
                <a:solidFill>
                  <a:srgbClr val="C00000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Left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A75AE8C-A5B9-4447-B38B-FE4FD1EB1DD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99200" y="1047750"/>
            <a:ext cx="5345113" cy="463550"/>
          </a:xfr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114300" indent="0">
              <a:buNone/>
              <a:defRPr lang="en-US" sz="2400" dirty="0">
                <a:solidFill>
                  <a:srgbClr val="C00000"/>
                </a:solidFill>
                <a:latin typeface="Lato" panose="020F0502020204030203" pitchFamily="34" charset="0"/>
              </a:defRPr>
            </a:lvl1pPr>
          </a:lstStyle>
          <a:p>
            <a:pPr marL="457200" lvl="0" indent="-342900"/>
            <a:r>
              <a:rPr lang="en-US" dirty="0"/>
              <a:t>Right Title</a:t>
            </a:r>
          </a:p>
        </p:txBody>
      </p:sp>
    </p:spTree>
    <p:extLst>
      <p:ext uri="{BB962C8B-B14F-4D97-AF65-F5344CB8AC3E}">
        <p14:creationId xmlns:p14="http://schemas.microsoft.com/office/powerpoint/2010/main" val="189902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p3">
            <a:extLst>
              <a:ext uri="{FF2B5EF4-FFF2-40B4-BE49-F238E27FC236}">
                <a16:creationId xmlns:a16="http://schemas.microsoft.com/office/drawing/2014/main" id="{ADDE964B-7C07-4A30-8AB7-A40E4591BF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891" y="3516680"/>
            <a:ext cx="11460217" cy="39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500" b="1" baseline="0">
                <a:solidFill>
                  <a:schemeClr val="tx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»"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B302ACD4-5F85-4CF4-A9CC-6E3968BB830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5890" y="2687091"/>
            <a:ext cx="11460219" cy="7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ato"/>
              <a:buNone/>
              <a:defRPr sz="3300" b="1" baseline="0">
                <a:solidFill>
                  <a:srgbClr val="C00000"/>
                </a:solidFill>
                <a:latin typeface="+mj-lt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BFEB10B-4D01-4C70-9E8C-C425D423ED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76043" y="5116850"/>
            <a:ext cx="1839912" cy="1008062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p3">
            <a:extLst>
              <a:ext uri="{FF2B5EF4-FFF2-40B4-BE49-F238E27FC236}">
                <a16:creationId xmlns:a16="http://schemas.microsoft.com/office/drawing/2014/main" id="{ADDE964B-7C07-4A30-8AB7-A40E4591BF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6614" y="2684593"/>
            <a:ext cx="10446708" cy="148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3300" b="1" baseline="0">
                <a:solidFill>
                  <a:schemeClr val="tx2"/>
                </a:solidFill>
                <a:latin typeface="+mn-lt"/>
                <a:ea typeface="Lato"/>
                <a:cs typeface="Lato"/>
                <a:sym typeface="Lato"/>
              </a:defRPr>
            </a:lvl1pPr>
            <a:lvl2pPr lvl="1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»"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B302ACD4-5F85-4CF4-A9CC-6E3968BB830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17498" y="362133"/>
            <a:ext cx="10693088" cy="7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ato"/>
              <a:buNone/>
              <a:defRPr sz="3300" b="1" baseline="0">
                <a:solidFill>
                  <a:srgbClr val="C00000"/>
                </a:solidFill>
                <a:latin typeface="+mj-lt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BFEB10B-4D01-4C70-9E8C-C425D423ED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76043" y="5116850"/>
            <a:ext cx="1839912" cy="1008062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7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p3">
            <a:extLst>
              <a:ext uri="{FF2B5EF4-FFF2-40B4-BE49-F238E27FC236}">
                <a16:creationId xmlns:a16="http://schemas.microsoft.com/office/drawing/2014/main" id="{ADDE964B-7C07-4A30-8AB7-A40E4591BF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891" y="3516680"/>
            <a:ext cx="11460217" cy="39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500" b="1" baseline="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»"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B302ACD4-5F85-4CF4-A9CC-6E3968BB830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5890" y="2687091"/>
            <a:ext cx="11460219" cy="7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ato"/>
              <a:buNone/>
              <a:defRPr sz="3300" b="1" baseline="0">
                <a:solidFill>
                  <a:schemeClr val="tx2"/>
                </a:solidFill>
                <a:latin typeface="+mj-lt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BFEB10B-4D01-4C70-9E8C-C425D423ED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76043" y="5116850"/>
            <a:ext cx="1839912" cy="1008062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6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A52BF639-88B5-48F9-AFE5-11B8CCB205E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5890" y="289882"/>
            <a:ext cx="8585895" cy="7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ato"/>
              <a:buNone/>
              <a:defRPr sz="3000" b="1" baseline="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14409-2CE0-4AB0-99DC-D9AECAE315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492" y="1112109"/>
            <a:ext cx="5815105" cy="525118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tx2"/>
                </a:solidFill>
                <a:latin typeface="+mn-lt"/>
              </a:defRPr>
            </a:lvl2pPr>
            <a:lvl3pPr>
              <a:defRPr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tx2"/>
                </a:solidFill>
                <a:latin typeface="+mn-lt"/>
              </a:defRPr>
            </a:lvl4pPr>
            <a:lvl5pPr>
              <a:defRPr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AC2498F-2D1A-47DE-B07B-F5B43D1D04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9100" y="811601"/>
            <a:ext cx="3786717" cy="244629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6E2B7CD-ABFB-498E-B6F4-074F9A24E7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80595" y="2080078"/>
            <a:ext cx="2855384" cy="28511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0BBDEA-168D-4FB4-AFA8-FA428AFD4B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93011" y="3168448"/>
            <a:ext cx="3282949" cy="27158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54ECE-CFA6-4F45-96F0-0EBA51FB6DF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A29EF79-3602-B446-940A-22066DE9E1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629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5BE10C-BA15-4856-A2A3-44A55ACB2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29EF79-3602-B446-940A-22066DE9E1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75091BC-7E6A-4D36-98F9-B96EC9F94C5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000750" cy="6858000"/>
          </a:xfrm>
        </p:spPr>
        <p:txBody>
          <a:bodyPr/>
          <a:lstStyle>
            <a:lvl1pPr marL="114300" indent="0">
              <a:buNone/>
              <a:defRPr/>
            </a:lvl1pPr>
          </a:lstStyle>
          <a:p>
            <a:r>
              <a:rPr lang="en-US" dirty="0"/>
              <a:t>Click on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6074D8-6E79-4936-9AEE-829DBB4DDC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096000" y="287338"/>
            <a:ext cx="5139847" cy="639762"/>
          </a:xfrm>
        </p:spPr>
        <p:txBody>
          <a:bodyPr/>
          <a:lstStyle>
            <a:lvl1pPr marL="114300" indent="0">
              <a:buNone/>
              <a:defRPr sz="33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16E331-6AD5-4417-AACF-234101B187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1077913"/>
            <a:ext cx="5653088" cy="5285377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tx2"/>
                </a:solidFill>
                <a:latin typeface="+mn-lt"/>
              </a:defRPr>
            </a:lvl2pPr>
            <a:lvl3pPr>
              <a:defRPr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tx2"/>
                </a:solidFill>
                <a:latin typeface="+mn-lt"/>
              </a:defRPr>
            </a:lvl4pPr>
            <a:lvl5pPr>
              <a:defRPr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841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o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5BE10C-BA15-4856-A2A3-44A55ACB2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29EF79-3602-B446-940A-22066DE9E1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75091BC-7E6A-4D36-98F9-B96EC9F94C5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91250" y="0"/>
            <a:ext cx="6000750" cy="6857999"/>
          </a:xfrm>
        </p:spPr>
        <p:txBody>
          <a:bodyPr/>
          <a:lstStyle>
            <a:lvl1pPr marL="114300" indent="0">
              <a:buNone/>
              <a:defRPr/>
            </a:lvl1pPr>
          </a:lstStyle>
          <a:p>
            <a:r>
              <a:rPr lang="en-US" dirty="0"/>
              <a:t>Click on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6074D8-6E79-4936-9AEE-829DBB4DDC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890" y="289883"/>
            <a:ext cx="5730110" cy="741908"/>
          </a:xfrm>
        </p:spPr>
        <p:txBody>
          <a:bodyPr anchor="ctr"/>
          <a:lstStyle>
            <a:lvl1pPr marL="114300" indent="0">
              <a:buNone/>
              <a:defRPr sz="30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16E331-6AD5-4417-AACF-234101B187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890" y="1094295"/>
            <a:ext cx="5730110" cy="526899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tx2"/>
                </a:solidFill>
                <a:latin typeface="+mn-lt"/>
              </a:defRPr>
            </a:lvl2pPr>
            <a:lvl3pPr>
              <a:defRPr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tx2"/>
                </a:solidFill>
                <a:latin typeface="+mn-lt"/>
              </a:defRPr>
            </a:lvl4pPr>
            <a:lvl5pPr>
              <a:defRPr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7800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61ADA4-A8A8-4138-BD54-447B0823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344" y="1672064"/>
            <a:ext cx="6400173" cy="595148"/>
          </a:xfrm>
        </p:spPr>
        <p:txBody>
          <a:bodyPr anchor="t"/>
          <a:lstStyle>
            <a:lvl1pPr>
              <a:defRPr sz="30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89B163-1378-44AA-B3FD-F128233B9FA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84347" y="2267213"/>
            <a:ext cx="6400172" cy="2799062"/>
          </a:xfrm>
        </p:spPr>
        <p:txBody>
          <a:bodyPr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428615" indent="0">
              <a:buClr>
                <a:schemeClr val="tx2"/>
              </a:buClr>
              <a:buFont typeface="Arial" panose="020B0604020202020204" pitchFamily="34" charset="0"/>
              <a:buNone/>
              <a:defRPr>
                <a:solidFill>
                  <a:schemeClr val="tx2"/>
                </a:solidFill>
                <a:latin typeface="Lato" panose="020F0502020204030203" pitchFamily="34" charset="0"/>
              </a:defRPr>
            </a:lvl2pPr>
            <a:lvl3pPr marL="771506" indent="0">
              <a:buClr>
                <a:schemeClr val="tx2"/>
              </a:buClr>
              <a:buFont typeface="Arial" panose="020B0604020202020204" pitchFamily="34" charset="0"/>
              <a:buNone/>
              <a:defRPr>
                <a:solidFill>
                  <a:schemeClr val="tx2"/>
                </a:solidFill>
                <a:latin typeface="Lato" panose="020F0502020204030203" pitchFamily="34" charset="0"/>
              </a:defRPr>
            </a:lvl3pPr>
            <a:lvl4pPr marL="1114397" indent="0">
              <a:buClr>
                <a:schemeClr val="tx2"/>
              </a:buClr>
              <a:buFont typeface="Arial" panose="020B0604020202020204" pitchFamily="34" charset="0"/>
              <a:buNone/>
              <a:defRPr>
                <a:solidFill>
                  <a:schemeClr val="tx2"/>
                </a:solidFill>
                <a:latin typeface="Lato" panose="020F0502020204030203" pitchFamily="34" charset="0"/>
              </a:defRPr>
            </a:lvl4pPr>
            <a:lvl5pPr marL="1457288" indent="0">
              <a:buClr>
                <a:schemeClr val="tx2"/>
              </a:buClr>
              <a:buFont typeface="Arial" panose="020B0604020202020204" pitchFamily="34" charset="0"/>
              <a:buNone/>
              <a:defRPr>
                <a:solidFill>
                  <a:schemeClr val="tx2"/>
                </a:solidFill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B7ADDD2-AB61-4AB6-8537-42FCCD638D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484" y="1672063"/>
            <a:ext cx="4390139" cy="339365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A926C3-20D8-164A-8A47-71AFA21FE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9EF79-3602-B446-940A-22066DE9E1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367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 Purpos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A18D2-3D94-4473-AD4A-49F6606E4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1145"/>
            <a:ext cx="9978768" cy="749307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A4E6B9-960C-2842-B99E-FE27A94F66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29EF79-3602-B446-940A-22066DE9E1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7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549" y="1085851"/>
            <a:ext cx="10972800" cy="51435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90549" y="6356352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Title and Content Layout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13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p3">
            <a:extLst>
              <a:ext uri="{FF2B5EF4-FFF2-40B4-BE49-F238E27FC236}">
                <a16:creationId xmlns:a16="http://schemas.microsoft.com/office/drawing/2014/main" id="{79A18759-D48E-4F3D-A11E-29FECFBCCCA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893" y="3429001"/>
            <a:ext cx="11460217" cy="39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500" b="1" baseline="0">
                <a:solidFill>
                  <a:schemeClr val="tx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»"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A52BF639-88B5-48F9-AFE5-11B8CCB205E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5892" y="2687094"/>
            <a:ext cx="11460219" cy="7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ato"/>
              <a:buNone/>
              <a:defRPr sz="3300" b="1" baseline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8DC3CA8F-3759-494A-9FA9-A88169E3C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63290"/>
            <a:ext cx="57415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29EF79-3602-B446-940A-22066DE9E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854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Overview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5">
            <a:extLst>
              <a:ext uri="{FF2B5EF4-FFF2-40B4-BE49-F238E27FC236}">
                <a16:creationId xmlns:a16="http://schemas.microsoft.com/office/drawing/2014/main" id="{F290ADD3-CEE4-48E2-97E1-5C076EDB0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712" y="1608995"/>
            <a:ext cx="2693067" cy="493185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4E1A069-7EBC-4160-899C-0C6F8E3FA6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5960" y="338142"/>
            <a:ext cx="7794835" cy="71630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000" b="1"/>
            </a:lvl1pPr>
          </a:lstStyle>
          <a:p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D7C3748-355C-4F1B-9709-F2A798A3BE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5962" y="1145061"/>
            <a:ext cx="8304025" cy="11121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>
              <a:lnSpc>
                <a:spcPct val="100000"/>
              </a:lnSpc>
            </a:pPr>
            <a:endParaRPr lang="en-US">
              <a:solidFill>
                <a:schemeClr val="tx2"/>
              </a:solidFill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732498DF-931D-4A54-9AE2-CFD6317D5177}"/>
              </a:ext>
            </a:extLst>
          </p:cNvPr>
          <p:cNvSpPr txBox="1">
            <a:spLocks/>
          </p:cNvSpPr>
          <p:nvPr userDrawn="1"/>
        </p:nvSpPr>
        <p:spPr>
          <a:xfrm>
            <a:off x="3415961" y="2581059"/>
            <a:ext cx="8304025" cy="3204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Tx/>
            </a:pPr>
            <a:endParaRPr lang="en-US" sz="1200" b="1">
              <a:solidFill>
                <a:schemeClr val="accent1"/>
              </a:solidFill>
            </a:endParaRP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6F0CE3F-BE68-487D-929D-1AAC3143791C}"/>
              </a:ext>
            </a:extLst>
          </p:cNvPr>
          <p:cNvSpPr txBox="1">
            <a:spLocks/>
          </p:cNvSpPr>
          <p:nvPr userDrawn="1"/>
        </p:nvSpPr>
        <p:spPr>
          <a:xfrm>
            <a:off x="3415961" y="2901464"/>
            <a:ext cx="8304025" cy="363938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585" indent="-128585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3C84E9A-1C3A-4A60-A34A-B0215B6156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15960" y="2347786"/>
            <a:ext cx="8304025" cy="320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974EC37-CBE5-4FA4-A001-2BCB157E6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15960" y="2668193"/>
            <a:ext cx="8304025" cy="3639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FD4D3-EDE8-4286-BFB6-088CFD669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8438" y="225425"/>
            <a:ext cx="2692400" cy="13843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>
                <a:solidFill>
                  <a:schemeClr val="bg2"/>
                </a:solidFill>
                <a:latin typeface="+mj-lt"/>
              </a:defRPr>
            </a:lvl1pPr>
            <a:lvl2pPr marL="257175" indent="0">
              <a:buNone/>
              <a:defRPr>
                <a:solidFill>
                  <a:schemeClr val="bg2"/>
                </a:solidFill>
                <a:latin typeface="+mj-lt"/>
              </a:defRPr>
            </a:lvl2pPr>
            <a:lvl3pPr marL="514350" indent="0">
              <a:buNone/>
              <a:defRPr>
                <a:solidFill>
                  <a:schemeClr val="bg2"/>
                </a:solidFill>
                <a:latin typeface="+mj-lt"/>
              </a:defRPr>
            </a:lvl3pPr>
            <a:lvl4pPr marL="771525" indent="0">
              <a:buNone/>
              <a:defRPr>
                <a:solidFill>
                  <a:schemeClr val="bg2"/>
                </a:solidFill>
                <a:latin typeface="+mj-lt"/>
              </a:defRPr>
            </a:lvl4pPr>
            <a:lvl5pPr marL="1028700" indent="0">
              <a:buNone/>
              <a:defRPr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A39CD8E5-56A5-4DCD-A10A-C57467EFB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63290"/>
            <a:ext cx="57415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29EF79-3602-B446-940A-22066DE9E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01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Overview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5">
            <a:extLst>
              <a:ext uri="{FF2B5EF4-FFF2-40B4-BE49-F238E27FC236}">
                <a16:creationId xmlns:a16="http://schemas.microsoft.com/office/drawing/2014/main" id="{F290ADD3-CEE4-48E2-97E1-5C076EDB0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712" y="1608995"/>
            <a:ext cx="2693067" cy="493185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9A3D74E-7863-4937-B744-4862E14C3C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5960" y="338142"/>
            <a:ext cx="7807361" cy="71630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000" b="1">
                <a:solidFill>
                  <a:srgbClr val="C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FF1B47-EA72-4740-8CF1-E6AC7E4F98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6300" y="1190625"/>
            <a:ext cx="8320088" cy="517207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F9ED3-1BAF-41B8-9A19-B1919D3928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7712" y="225467"/>
            <a:ext cx="2693126" cy="138425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  <a:lvl2pPr marL="257175" indent="0">
              <a:buNone/>
              <a:defRPr>
                <a:solidFill>
                  <a:schemeClr val="bg2"/>
                </a:solidFill>
              </a:defRPr>
            </a:lvl2pPr>
            <a:lvl3pPr marL="514350" indent="0">
              <a:buNone/>
              <a:defRPr>
                <a:solidFill>
                  <a:schemeClr val="bg2"/>
                </a:solidFill>
              </a:defRPr>
            </a:lvl3pPr>
            <a:lvl4pPr marL="771525" indent="0">
              <a:buNone/>
              <a:defRPr>
                <a:solidFill>
                  <a:schemeClr val="bg2"/>
                </a:solidFill>
              </a:defRPr>
            </a:lvl4pPr>
            <a:lvl5pPr marL="10287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sz="4000" dirty="0"/>
              <a:t>Heading</a:t>
            </a:r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F256AEAA-7499-4188-A00E-70D9020BE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63290"/>
            <a:ext cx="57415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29EF79-3602-B446-940A-22066DE9E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851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p3">
            <a:extLst>
              <a:ext uri="{FF2B5EF4-FFF2-40B4-BE49-F238E27FC236}">
                <a16:creationId xmlns:a16="http://schemas.microsoft.com/office/drawing/2014/main" id="{79A18759-D48E-4F3D-A11E-29FECFBCCCA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893" y="3429001"/>
            <a:ext cx="11460217" cy="39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500" b="1" baseline="0">
                <a:solidFill>
                  <a:schemeClr val="tx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»"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A52BF639-88B5-48F9-AFE5-11B8CCB205E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5892" y="2687094"/>
            <a:ext cx="11460219" cy="7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ato"/>
              <a:buNone/>
              <a:defRPr sz="3300" b="1" baseline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8DC3CA8F-3759-494A-9FA9-A88169E3C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63290"/>
            <a:ext cx="57415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29EF79-3602-B446-940A-22066DE9E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64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A52BF639-88B5-48F9-AFE5-11B8CCB205E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5890" y="289882"/>
            <a:ext cx="10869957" cy="7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ato"/>
              <a:buNone/>
              <a:defRPr sz="3000" b="1" baseline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14409-2CE0-4AB0-99DC-D9AECAE315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492" y="1112109"/>
            <a:ext cx="11383922" cy="5456009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29815899-6FB7-401F-A793-BAF11798F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63290"/>
            <a:ext cx="57415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29EF79-3602-B446-940A-22066DE9E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828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A52BF639-88B5-48F9-AFE5-11B8CCB205E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5890" y="289882"/>
            <a:ext cx="8585895" cy="7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ato"/>
              <a:buNone/>
              <a:defRPr sz="3000" b="1" baseline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14409-2CE0-4AB0-99DC-D9AECAE315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492" y="1112109"/>
            <a:ext cx="5815105" cy="5238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06A6E90C-97C6-4B94-BA9B-1D41D3354D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9100" y="811601"/>
            <a:ext cx="3786717" cy="244629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02A36754-C815-451B-99E0-29B9F4835EC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80595" y="2080078"/>
            <a:ext cx="2855384" cy="28511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02F3BFEC-38E1-44D0-A278-A445F1F6E9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93011" y="3168448"/>
            <a:ext cx="3282949" cy="271585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9AB001A3-0916-42F2-8E9A-51C0D3FF4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63290"/>
            <a:ext cx="57415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29EF79-3602-B446-940A-22066DE9E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7578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FD27669-B389-428D-9336-6B4AC3FF3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344" y="1672062"/>
            <a:ext cx="6400173" cy="507467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E54A95AF-92AE-433D-BD47-496688178E5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84347" y="2179530"/>
            <a:ext cx="6400172" cy="2886744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350">
                <a:solidFill>
                  <a:schemeClr val="tx2"/>
                </a:solidFill>
                <a:latin typeface="Lato" panose="020F0502020204030203" pitchFamily="34" charset="0"/>
              </a:defRPr>
            </a:lvl1pPr>
            <a:lvl2pPr marL="428615" indent="0">
              <a:buClr>
                <a:schemeClr val="tx2"/>
              </a:buClr>
              <a:buFont typeface="Arial" panose="020B0604020202020204" pitchFamily="34" charset="0"/>
              <a:buNone/>
              <a:defRPr>
                <a:solidFill>
                  <a:schemeClr val="tx2"/>
                </a:solidFill>
                <a:latin typeface="Lato" panose="020F0502020204030203" pitchFamily="34" charset="0"/>
              </a:defRPr>
            </a:lvl2pPr>
            <a:lvl3pPr marL="771506" indent="0">
              <a:buClr>
                <a:schemeClr val="tx2"/>
              </a:buClr>
              <a:buFont typeface="Arial" panose="020B0604020202020204" pitchFamily="34" charset="0"/>
              <a:buNone/>
              <a:defRPr>
                <a:solidFill>
                  <a:schemeClr val="tx2"/>
                </a:solidFill>
                <a:latin typeface="Lato" panose="020F0502020204030203" pitchFamily="34" charset="0"/>
              </a:defRPr>
            </a:lvl3pPr>
            <a:lvl4pPr marL="1114397" indent="0">
              <a:buClr>
                <a:schemeClr val="tx2"/>
              </a:buClr>
              <a:buFont typeface="Arial" panose="020B0604020202020204" pitchFamily="34" charset="0"/>
              <a:buNone/>
              <a:defRPr>
                <a:solidFill>
                  <a:schemeClr val="tx2"/>
                </a:solidFill>
                <a:latin typeface="Lato" panose="020F0502020204030203" pitchFamily="34" charset="0"/>
              </a:defRPr>
            </a:lvl4pPr>
            <a:lvl5pPr marL="1457288" indent="0">
              <a:buClr>
                <a:schemeClr val="tx2"/>
              </a:buClr>
              <a:buFont typeface="Arial" panose="020B0604020202020204" pitchFamily="34" charset="0"/>
              <a:buNone/>
              <a:defRPr>
                <a:solidFill>
                  <a:schemeClr val="tx2"/>
                </a:solidFill>
                <a:latin typeface="Lato" panose="020F0502020204030203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3020D4F-B7F3-4BDB-A292-C3BFE5A5A5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484" y="1672063"/>
            <a:ext cx="4390139" cy="339365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BF071824-89D1-4AE7-87F6-FE86BC4BE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63290"/>
            <a:ext cx="57415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29EF79-3602-B446-940A-22066DE9E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8789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8ADD7-0A58-4A48-9EE5-50528DEB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BC86EDE9-AC39-400E-9828-C07F3BBBD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63290"/>
            <a:ext cx="57415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29EF79-3602-B446-940A-22066DE9E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7347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1B88-88F1-48AF-8657-449561AC4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111143"/>
            <a:ext cx="10394065" cy="74930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798F09-C053-4FC7-B3E4-311D73FE50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1" y="1076446"/>
            <a:ext cx="10975372" cy="511227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4707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p3">
            <a:extLst>
              <a:ext uri="{FF2B5EF4-FFF2-40B4-BE49-F238E27FC236}">
                <a16:creationId xmlns:a16="http://schemas.microsoft.com/office/drawing/2014/main" id="{79A18759-D48E-4F3D-A11E-29FECFBCCCA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893" y="3429001"/>
            <a:ext cx="11460217" cy="39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500" b="1" baseline="0">
                <a:solidFill>
                  <a:schemeClr val="tx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lvl="2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lvl="3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lvl="4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»"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lvl="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A52BF639-88B5-48F9-AFE5-11B8CCB205E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5892" y="2687094"/>
            <a:ext cx="11460219" cy="74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ato"/>
              <a:buNone/>
              <a:defRPr sz="3300" b="1" baseline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489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9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7.svg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794" y="6799846"/>
            <a:ext cx="12191206" cy="58154"/>
          </a:xfrm>
          <a:prstGeom prst="rect">
            <a:avLst/>
          </a:prstGeom>
          <a:solidFill>
            <a:srgbClr val="BB191B"/>
          </a:solidFill>
          <a:ln>
            <a:noFill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220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 baseline="0">
          <a:solidFill>
            <a:srgbClr val="000000"/>
          </a:solidFill>
          <a:latin typeface="Lato" panose="020F0502020204030203" pitchFamily="34" charset="0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1" y="83357"/>
            <a:ext cx="10690963" cy="639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Lato"/>
              <a:buNone/>
              <a:defRPr sz="3000" b="1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199" y="1066629"/>
            <a:ext cx="11179479" cy="529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/>
          <p:nvPr/>
        </p:nvSpPr>
        <p:spPr>
          <a:xfrm>
            <a:off x="794" y="6799846"/>
            <a:ext cx="12191206" cy="58154"/>
          </a:xfrm>
          <a:prstGeom prst="rect">
            <a:avLst/>
          </a:prstGeom>
          <a:solidFill>
            <a:srgbClr val="BB191B"/>
          </a:solidFill>
          <a:ln>
            <a:noFill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2B9485-A4F9-43F5-8835-5ED3097312C4}"/>
              </a:ext>
            </a:extLst>
          </p:cNvPr>
          <p:cNvSpPr txBox="1"/>
          <p:nvPr userDrawn="1"/>
        </p:nvSpPr>
        <p:spPr>
          <a:xfrm>
            <a:off x="574158" y="6582702"/>
            <a:ext cx="2663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0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</a:rPr>
              <a:t>Copyright © 2024 Secure Ideas LLC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135442-F33D-BC43-9BCD-F3478CF8B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63290"/>
            <a:ext cx="57415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9EF79-3602-B446-940A-22066DE9E15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2F018CE-836D-43C9-B012-C657D0A5C6F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038778" y="5843394"/>
            <a:ext cx="1978562" cy="914400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D0D406C7-4AC8-43C6-A35F-3FD534E42E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/>
          <a:srcRect t="13094" b="-13094"/>
          <a:stretch/>
        </p:blipFill>
        <p:spPr>
          <a:xfrm>
            <a:off x="11248372" y="0"/>
            <a:ext cx="768968" cy="102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6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26" r:id="rId4"/>
    <p:sldLayoutId id="2147483728" r:id="rId5"/>
    <p:sldLayoutId id="2147483729" r:id="rId6"/>
    <p:sldLayoutId id="2147483719" r:id="rId7"/>
    <p:sldLayoutId id="2147483730" r:id="rId8"/>
    <p:sldLayoutId id="2147483731" r:id="rId9"/>
    <p:sldLayoutId id="2147483723" r:id="rId10"/>
    <p:sldLayoutId id="2147483724" r:id="rId11"/>
    <p:sldLayoutId id="2147483736" r:id="rId12"/>
    <p:sldLayoutId id="214748373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 baseline="0">
          <a:solidFill>
            <a:schemeClr val="tx2"/>
          </a:solidFill>
          <a:latin typeface="Lato" panose="020F0502020204030203" pitchFamily="34" charset="0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84CB0E-6E4E-4EE1-ABC5-FA706428FCFC}"/>
              </a:ext>
            </a:extLst>
          </p:cNvPr>
          <p:cNvSpPr/>
          <p:nvPr userDrawn="1"/>
        </p:nvSpPr>
        <p:spPr>
          <a:xfrm>
            <a:off x="1" y="0"/>
            <a:ext cx="314136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Google Shape;12;p1">
            <a:extLst>
              <a:ext uri="{FF2B5EF4-FFF2-40B4-BE49-F238E27FC236}">
                <a16:creationId xmlns:a16="http://schemas.microsoft.com/office/drawing/2014/main" id="{8818F154-9AE4-714C-8873-26EA7F66EE49}"/>
              </a:ext>
            </a:extLst>
          </p:cNvPr>
          <p:cNvSpPr/>
          <p:nvPr userDrawn="1"/>
        </p:nvSpPr>
        <p:spPr>
          <a:xfrm>
            <a:off x="794" y="6799846"/>
            <a:ext cx="12191206" cy="58154"/>
          </a:xfrm>
          <a:prstGeom prst="rect">
            <a:avLst/>
          </a:prstGeom>
          <a:solidFill>
            <a:srgbClr val="BB191B"/>
          </a:solidFill>
          <a:ln>
            <a:noFill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C292608-4350-4191-8C4B-1787A85DAC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38778" y="5843394"/>
            <a:ext cx="1978562" cy="914400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07585E1B-1CDC-4423-9A93-82438D8A18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13094" b="-13094"/>
          <a:stretch/>
        </p:blipFill>
        <p:spPr>
          <a:xfrm>
            <a:off x="11248372" y="0"/>
            <a:ext cx="768968" cy="1027307"/>
          </a:xfrm>
          <a:prstGeom prst="rect">
            <a:avLst/>
          </a:prstGeom>
        </p:spPr>
      </p:pic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9217848-3877-4404-8064-E7CA292E9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63290"/>
            <a:ext cx="57415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29EF79-3602-B446-940A-22066DE9E1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A9AAD-BC48-4C05-9C50-FF22E0D8CD36}"/>
              </a:ext>
            </a:extLst>
          </p:cNvPr>
          <p:cNvSpPr txBox="1"/>
          <p:nvPr userDrawn="1"/>
        </p:nvSpPr>
        <p:spPr>
          <a:xfrm>
            <a:off x="574158" y="6516526"/>
            <a:ext cx="2732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0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</a:rPr>
              <a:t>Copyright © 2024 Secure Ideas LLC</a:t>
            </a:r>
          </a:p>
        </p:txBody>
      </p:sp>
    </p:spTree>
    <p:extLst>
      <p:ext uri="{BB962C8B-B14F-4D97-AF65-F5344CB8AC3E}">
        <p14:creationId xmlns:p14="http://schemas.microsoft.com/office/powerpoint/2010/main" val="379659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0000"/>
              </a:schemeClr>
            </a:gs>
            <a:gs pos="50000">
              <a:schemeClr val="bg1">
                <a:tint val="98000"/>
                <a:satMod val="130000"/>
                <a:shade val="90000"/>
                <a:lumMod val="100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AB0669B-1208-4255-B957-B519604005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t="11601" b="-11601"/>
          <a:stretch/>
        </p:blipFill>
        <p:spPr>
          <a:xfrm>
            <a:off x="11264887" y="0"/>
            <a:ext cx="762358" cy="1024128"/>
          </a:xfrm>
          <a:prstGeom prst="rect">
            <a:avLst/>
          </a:prstGeom>
        </p:spPr>
      </p:pic>
      <p:sp>
        <p:nvSpPr>
          <p:cNvPr id="10" name="Google Shape;12;p1">
            <a:extLst>
              <a:ext uri="{FF2B5EF4-FFF2-40B4-BE49-F238E27FC236}">
                <a16:creationId xmlns:a16="http://schemas.microsoft.com/office/drawing/2014/main" id="{471B7579-9681-46B4-B673-C62A04898510}"/>
              </a:ext>
            </a:extLst>
          </p:cNvPr>
          <p:cNvSpPr/>
          <p:nvPr userDrawn="1"/>
        </p:nvSpPr>
        <p:spPr>
          <a:xfrm>
            <a:off x="0" y="6814851"/>
            <a:ext cx="12192000" cy="43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5F30385-08B3-484D-A563-705444BCB36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52141" y="5876094"/>
            <a:ext cx="1975104" cy="8386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AFAA33-C5C3-467C-9D1C-45D9B263F012}"/>
              </a:ext>
            </a:extLst>
          </p:cNvPr>
          <p:cNvSpPr txBox="1"/>
          <p:nvPr userDrawn="1"/>
        </p:nvSpPr>
        <p:spPr>
          <a:xfrm>
            <a:off x="599090" y="6483043"/>
            <a:ext cx="26170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0" dirty="0">
                <a:solidFill>
                  <a:schemeClr val="bg1">
                    <a:lumMod val="65000"/>
                  </a:schemeClr>
                </a:solidFill>
                <a:latin typeface="Lato" panose="020F0502020204030203" pitchFamily="34" charset="0"/>
              </a:rPr>
              <a:t>Copyright © 2024 Secure Ideas LLC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62206E4-2E5A-4E18-8EA0-5D345FAB4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63290"/>
            <a:ext cx="57415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29EF79-3602-B446-940A-22066DE9E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2160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32" r:id="rId2"/>
    <p:sldLayoutId id="2147483705" r:id="rId3"/>
    <p:sldLayoutId id="2147483706" r:id="rId4"/>
    <p:sldLayoutId id="2147483707" r:id="rId5"/>
    <p:sldLayoutId id="2147483735" r:id="rId6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0000"/>
              </a:schemeClr>
            </a:gs>
            <a:gs pos="50000">
              <a:schemeClr val="bg1">
                <a:tint val="98000"/>
                <a:satMod val="130000"/>
                <a:shade val="90000"/>
                <a:lumMod val="100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2;p1">
            <a:extLst>
              <a:ext uri="{FF2B5EF4-FFF2-40B4-BE49-F238E27FC236}">
                <a16:creationId xmlns:a16="http://schemas.microsoft.com/office/drawing/2014/main" id="{471B7579-9681-46B4-B673-C62A04898510}"/>
              </a:ext>
            </a:extLst>
          </p:cNvPr>
          <p:cNvSpPr/>
          <p:nvPr userDrawn="1"/>
        </p:nvSpPr>
        <p:spPr>
          <a:xfrm>
            <a:off x="0" y="6814851"/>
            <a:ext cx="12192000" cy="43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5072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4" r:id="rId1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lliputreview.blogspot.com/2012/09/gary-lebel-kala-ramesh-wednesday-haiku.html" TargetMode="External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reativecommons.org/licenses/by-nc-nd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58506&amp;picture=burst-of-green-sparks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parks-light-long-exposure-1717724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sphyxiate-stock.deviantart.com/art/Bursty-Sparkly-Texture-6-136482337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reativecommons.org/licenses/by-nc-sa/3.0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nebula in space&#10;&#10;Description automatically generated">
            <a:extLst>
              <a:ext uri="{FF2B5EF4-FFF2-40B4-BE49-F238E27FC236}">
                <a16:creationId xmlns:a16="http://schemas.microsoft.com/office/drawing/2014/main" id="{2CEA0CC4-7CBB-BE41-36E1-D5368D2D2A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100943"/>
            <a:ext cx="12627429" cy="12627429"/>
          </a:xfrm>
          <a:prstGeom prst="rect">
            <a:avLst/>
          </a:prstGeom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5E414DF8-0F72-49E4-B37C-1E5BA3A3A2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0" dirty="0"/>
              <a:t>Navigating the Cyber Wilderness</a:t>
            </a:r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1EF448-8F82-486C-B543-A90E98590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890" y="3633034"/>
            <a:ext cx="11460219" cy="741909"/>
          </a:xfrm>
        </p:spPr>
        <p:txBody>
          <a:bodyPr/>
          <a:lstStyle/>
          <a:p>
            <a:r>
              <a:rPr lang="en-US" dirty="0"/>
              <a:t>Orion’s Quest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956C2B-066A-F08E-3E9F-E834424B1EC6}"/>
              </a:ext>
            </a:extLst>
          </p:cNvPr>
          <p:cNvSpPr txBox="1"/>
          <p:nvPr/>
        </p:nvSpPr>
        <p:spPr>
          <a:xfrm>
            <a:off x="4403270" y="5627914"/>
            <a:ext cx="33854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2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Kevin Johnson</a:t>
            </a:r>
          </a:p>
          <a:p>
            <a:pPr algn="ctr"/>
            <a:r>
              <a:rPr lang="en-US" sz="1600" dirty="0" err="1">
                <a:solidFill>
                  <a:schemeClr val="tx2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kevin@secureideas.com</a:t>
            </a:r>
            <a:endParaRPr lang="en-US" sz="1600" dirty="0">
              <a:solidFill>
                <a:schemeClr val="tx2">
                  <a:lumMod val="85000"/>
                  <a:lumOff val="15000"/>
                </a:schemeClr>
              </a:solidFill>
              <a:latin typeface="Lato" panose="020F0502020204030203" pitchFamily="34" charset="0"/>
            </a:endParaRPr>
          </a:p>
          <a:p>
            <a:pPr algn="ctr"/>
            <a:r>
              <a:rPr lang="en-US" sz="1600" dirty="0">
                <a:solidFill>
                  <a:schemeClr val="tx2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904-403-8024</a:t>
            </a:r>
          </a:p>
          <a:p>
            <a:pPr algn="ctr"/>
            <a:r>
              <a:rPr lang="en-US" sz="1600" dirty="0">
                <a:solidFill>
                  <a:schemeClr val="tx2">
                    <a:lumMod val="85000"/>
                    <a:lumOff val="15000"/>
                  </a:schemeClr>
                </a:solidFill>
                <a:latin typeface="Lato" panose="020F0502020204030203" pitchFamily="34" charset="0"/>
              </a:rPr>
              <a:t>@secureideas</a:t>
            </a:r>
          </a:p>
        </p:txBody>
      </p:sp>
    </p:spTree>
    <p:extLst>
      <p:ext uri="{BB962C8B-B14F-4D97-AF65-F5344CB8AC3E}">
        <p14:creationId xmlns:p14="http://schemas.microsoft.com/office/powerpoint/2010/main" val="136650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ADF9C9CA-C1C2-D32B-1CC0-7CDBDE995F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63290"/>
            <a:ext cx="574158" cy="3657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A29EF79-3602-B446-940A-22066DE9E158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D10030F-BBB2-13C9-EA73-81DF37EC7CE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5890" y="289883"/>
            <a:ext cx="5730110" cy="741908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Kevin Johnson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A62F6E6-11F4-6727-B14D-340F32FACF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890" y="1094295"/>
            <a:ext cx="5730110" cy="5268995"/>
          </a:xfrm>
        </p:spPr>
        <p:txBody>
          <a:bodyPr wrap="square" anchor="t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CEO - Secure Ideas, LLC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Founded in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IANS Faculty member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Since 2011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Open-Source Fanatic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OWASP Global Board Member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Project Builder and Founder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Speaker, Course Instructor, Author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Since 1991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SANS, ISC2, OWASP, DEF CON, Blackhat,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Interests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Woodworking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Business and Team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Father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Placeholder 4" descr="Kevin Johnson in a red shirt talking to a microphone">
            <a:extLst>
              <a:ext uri="{FF2B5EF4-FFF2-40B4-BE49-F238E27FC236}">
                <a16:creationId xmlns:a16="http://schemas.microsoft.com/office/drawing/2014/main" id="{FC7FEDD6-EDB5-A344-9942-17B4E5E476C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6250" r="625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360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5169D2-3CFD-E68E-8D3A-EF1FAAEAF4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480718"/>
              </p:ext>
            </p:extLst>
          </p:nvPr>
        </p:nvGraphicFramePr>
        <p:xfrm>
          <a:off x="590550" y="1085850"/>
          <a:ext cx="10972800" cy="514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79AA43B-C758-7544-9637-09243963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165960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red and black mosaic&#10;&#10;Description automatically generated with medium confidence">
            <a:extLst>
              <a:ext uri="{FF2B5EF4-FFF2-40B4-BE49-F238E27FC236}">
                <a16:creationId xmlns:a16="http://schemas.microsoft.com/office/drawing/2014/main" id="{80DF446A-D8BB-4D9E-30BC-3EAAC8C46C0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alphaModFix amt="5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8729" r="8729"/>
          <a:stretch>
            <a:fillRect/>
          </a:stretch>
        </p:blipFill>
        <p:spPr/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3CAC88-0658-0CBC-7B63-84FA5BE401E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Orion’s Quest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430220-3B3B-A59A-5BB0-11D158E308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Orion was a hunter</a:t>
            </a:r>
          </a:p>
          <a:p>
            <a:pPr lvl="1"/>
            <a:r>
              <a:rPr lang="en-US" dirty="0"/>
              <a:t>Immortalized in the stars</a:t>
            </a:r>
          </a:p>
          <a:p>
            <a:r>
              <a:rPr lang="en-US" dirty="0"/>
              <a:t>Penetration Testers are also</a:t>
            </a:r>
          </a:p>
          <a:p>
            <a:pPr lvl="1"/>
            <a:r>
              <a:rPr lang="en-US" dirty="0"/>
              <a:t>Bug hunters</a:t>
            </a:r>
          </a:p>
          <a:p>
            <a:pPr lvl="2"/>
            <a:r>
              <a:rPr lang="en-US" dirty="0"/>
              <a:t>Hat tip to Jason Haddix</a:t>
            </a:r>
          </a:p>
          <a:p>
            <a:endParaRPr lang="en-US" dirty="0"/>
          </a:p>
          <a:p>
            <a:r>
              <a:rPr lang="en-US" dirty="0"/>
              <a:t>To often we are check box checkers</a:t>
            </a:r>
          </a:p>
          <a:p>
            <a:pPr lvl="1"/>
            <a:r>
              <a:rPr lang="en-US" dirty="0"/>
              <a:t>Or treated as such</a:t>
            </a:r>
          </a:p>
          <a:p>
            <a:r>
              <a:rPr lang="en-US" dirty="0"/>
              <a:t>We should guide the organization</a:t>
            </a:r>
          </a:p>
          <a:p>
            <a:pPr lvl="1"/>
            <a:r>
              <a:rPr lang="en-US" dirty="0"/>
              <a:t>Recognizing that they are in business to business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E4F64-A6E7-7785-0F79-1895A68B986B}"/>
              </a:ext>
            </a:extLst>
          </p:cNvPr>
          <p:cNvSpPr txBox="1"/>
          <p:nvPr/>
        </p:nvSpPr>
        <p:spPr>
          <a:xfrm>
            <a:off x="6191250" y="6857999"/>
            <a:ext cx="6000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lilliputreview.blogspot.com/2012/09/gary-lebel-kala-ramesh-wednesday-haiku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86335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694862-A778-555A-1503-C0FF0A7E0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29EF79-3602-B446-940A-22066DE9E158}" type="slidenum">
              <a:rPr lang="en-US" smtClean="0"/>
              <a:t>4</a:t>
            </a:fld>
            <a:endParaRPr lang="en-US" dirty="0"/>
          </a:p>
        </p:txBody>
      </p:sp>
      <p:pic>
        <p:nvPicPr>
          <p:cNvPr id="4" name="Picture Placeholder 3" descr="Green fireworks in the sky&#10;&#10;Description automatically generated">
            <a:extLst>
              <a:ext uri="{FF2B5EF4-FFF2-40B4-BE49-F238E27FC236}">
                <a16:creationId xmlns:a16="http://schemas.microsoft.com/office/drawing/2014/main" id="{1E633515-DAFE-EDD7-8F28-EB3354DED83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902" r="20902"/>
          <a:stretch>
            <a:fillRect/>
          </a:stretch>
        </p:blipFill>
        <p:spPr/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2940AE-2189-E0E2-4D79-6BCDE66ABD8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Web Applications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A0F7D2-8219-B586-D59F-EA03610E5A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Applications are a common target</a:t>
            </a:r>
          </a:p>
          <a:p>
            <a:pPr lvl="1"/>
            <a:r>
              <a:rPr lang="en-US" dirty="0"/>
              <a:t>They have data and access</a:t>
            </a:r>
          </a:p>
          <a:p>
            <a:r>
              <a:rPr lang="en-US" dirty="0"/>
              <a:t>Story Time:</a:t>
            </a:r>
          </a:p>
          <a:p>
            <a:pPr lvl="1"/>
            <a:r>
              <a:rPr lang="en-US" dirty="0"/>
              <a:t>Membership application</a:t>
            </a:r>
          </a:p>
          <a:p>
            <a:pPr lvl="2"/>
            <a:r>
              <a:rPr lang="en-US" dirty="0"/>
              <a:t>Data galore</a:t>
            </a:r>
          </a:p>
          <a:p>
            <a:pPr lvl="1"/>
            <a:r>
              <a:rPr lang="en-US" dirty="0"/>
              <a:t>Captive Portal</a:t>
            </a:r>
          </a:p>
          <a:p>
            <a:pPr lvl="2"/>
            <a:r>
              <a:rPr lang="en-US" dirty="0"/>
              <a:t>From the guest to the domain</a:t>
            </a:r>
          </a:p>
        </p:txBody>
      </p:sp>
    </p:spTree>
    <p:extLst>
      <p:ext uri="{BB962C8B-B14F-4D97-AF65-F5344CB8AC3E}">
        <p14:creationId xmlns:p14="http://schemas.microsoft.com/office/powerpoint/2010/main" val="2937857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023AC4-95F8-78EF-D30E-D1F76597E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29EF79-3602-B446-940A-22066DE9E158}" type="slidenum">
              <a:rPr lang="en-US" smtClean="0"/>
              <a:t>5</a:t>
            </a:fld>
            <a:endParaRPr lang="en-US" dirty="0"/>
          </a:p>
        </p:txBody>
      </p:sp>
      <p:pic>
        <p:nvPicPr>
          <p:cNvPr id="10" name="Picture Placeholder 9" descr="A circle of light in the dark&#10;&#10;Description automatically generated">
            <a:extLst>
              <a:ext uri="{FF2B5EF4-FFF2-40B4-BE49-F238E27FC236}">
                <a16:creationId xmlns:a16="http://schemas.microsoft.com/office/drawing/2014/main" id="{6980EA15-C35D-868B-D0C8-88DB6D2FE24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833" r="20833"/>
          <a:stretch>
            <a:fillRect/>
          </a:stretch>
        </p:blipFill>
        <p:spPr/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77BC4F-C05E-5528-4A83-8E4A8ED1521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Physical Attacks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3EA5FE-CBCE-8213-D246-893C49CB10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Evaluating the controls</a:t>
            </a:r>
          </a:p>
          <a:p>
            <a:pPr lvl="1"/>
            <a:r>
              <a:rPr lang="en-US" dirty="0"/>
              <a:t>NOT police response time</a:t>
            </a:r>
          </a:p>
          <a:p>
            <a:r>
              <a:rPr lang="en-US" dirty="0"/>
              <a:t>Scope is the MOST critical</a:t>
            </a:r>
          </a:p>
          <a:p>
            <a:pPr lvl="1"/>
            <a:r>
              <a:rPr lang="en-US" dirty="0"/>
              <a:t>An escort is awesome</a:t>
            </a:r>
          </a:p>
          <a:p>
            <a:r>
              <a:rPr lang="en-US" dirty="0"/>
              <a:t>Story time:</a:t>
            </a:r>
          </a:p>
          <a:p>
            <a:pPr lvl="1"/>
            <a:r>
              <a:rPr lang="en-US" dirty="0"/>
              <a:t>Hospital offices</a:t>
            </a:r>
          </a:p>
          <a:p>
            <a:pPr lvl="2"/>
            <a:r>
              <a:rPr lang="en-US" dirty="0"/>
              <a:t>Data was used in calls</a:t>
            </a:r>
            <a:br>
              <a:rPr lang="en-US" dirty="0"/>
            </a:br>
            <a:r>
              <a:rPr lang="en-US" dirty="0"/>
              <a:t> to the helpdesk</a:t>
            </a:r>
          </a:p>
          <a:p>
            <a:pPr lvl="1"/>
            <a:r>
              <a:rPr lang="en-US" dirty="0"/>
              <a:t>Bank data center</a:t>
            </a:r>
          </a:p>
          <a:p>
            <a:pPr lvl="2"/>
            <a:r>
              <a:rPr lang="en-US" dirty="0"/>
              <a:t>Accessed via weak </a:t>
            </a:r>
            <a:br>
              <a:rPr lang="en-US" dirty="0"/>
            </a:br>
            <a:r>
              <a:rPr lang="en-US" dirty="0"/>
              <a:t>door controls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59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3D6EE1-816A-614A-B3D5-DE22A7527F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29EF79-3602-B446-940A-22066DE9E158}" type="slidenum">
              <a:rPr lang="en-US" smtClean="0"/>
              <a:t>6</a:t>
            </a:fld>
            <a:endParaRPr lang="en-US" dirty="0"/>
          </a:p>
        </p:txBody>
      </p:sp>
      <p:pic>
        <p:nvPicPr>
          <p:cNvPr id="13" name="Picture Placeholder 12" descr="A colorful light burst&#10;&#10;Description automatically generated with medium confidence">
            <a:extLst>
              <a:ext uri="{FF2B5EF4-FFF2-40B4-BE49-F238E27FC236}">
                <a16:creationId xmlns:a16="http://schemas.microsoft.com/office/drawing/2014/main" id="{26E4CE68-7C10-2F47-2ABD-3799434C88D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7187" r="17187"/>
          <a:stretch>
            <a:fillRect/>
          </a:stretch>
        </p:blipFill>
        <p:spPr/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FA5B81-9EA9-A0BA-CCB8-0747B87FF77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Attacking the Defenders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AFF25F-1F82-0D6C-D3C3-9B0F619DCA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Security is often the weakest link</a:t>
            </a:r>
          </a:p>
          <a:p>
            <a:pPr lvl="1"/>
            <a:r>
              <a:rPr lang="en-US" dirty="0"/>
              <a:t>We know better</a:t>
            </a:r>
          </a:p>
          <a:p>
            <a:r>
              <a:rPr lang="en-US" dirty="0"/>
              <a:t>Story Time</a:t>
            </a:r>
          </a:p>
          <a:p>
            <a:pPr lvl="1"/>
            <a:r>
              <a:rPr lang="en-US" dirty="0"/>
              <a:t>Automated Tools and Scanners</a:t>
            </a:r>
          </a:p>
          <a:p>
            <a:pPr lvl="2"/>
            <a:r>
              <a:rPr lang="en-US" dirty="0"/>
              <a:t>Domain Admin Credentials</a:t>
            </a:r>
          </a:p>
          <a:p>
            <a:pPr lvl="1"/>
            <a:r>
              <a:rPr lang="en-US" dirty="0"/>
              <a:t>Over-confident Staff</a:t>
            </a:r>
          </a:p>
          <a:p>
            <a:pPr lvl="2"/>
            <a:r>
              <a:rPr lang="en-US" dirty="0"/>
              <a:t>Passwords and resets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02963F-DDE2-5CA0-04B1-03386AF7A724}"/>
              </a:ext>
            </a:extLst>
          </p:cNvPr>
          <p:cNvSpPr txBox="1"/>
          <p:nvPr/>
        </p:nvSpPr>
        <p:spPr>
          <a:xfrm>
            <a:off x="6191250" y="6857999"/>
            <a:ext cx="60007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asphyxiate-stock.deviantart.com/art/Bursty-Sparkly-Texture-6-136482337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3028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3F509C-E335-5FE2-8E3C-E0707CBFD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A29EF79-3602-B446-940A-22066DE9E158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11" name="Picture Placeholder 10" descr="People holding sparklers on beach">
            <a:extLst>
              <a:ext uri="{FF2B5EF4-FFF2-40B4-BE49-F238E27FC236}">
                <a16:creationId xmlns:a16="http://schemas.microsoft.com/office/drawing/2014/main" id="{A66CD06D-9C8F-ADB7-FD59-9513A325836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2185" r="32185"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84134AE-5DFE-7391-297E-46F71BA5028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Wrapping it Up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DD7BC4-B177-1041-E735-75A84385C4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anchor="t">
            <a:normAutofit/>
          </a:bodyPr>
          <a:lstStyle/>
          <a:p>
            <a:r>
              <a:rPr lang="en-US" dirty="0"/>
              <a:t>We must light the way</a:t>
            </a:r>
          </a:p>
          <a:p>
            <a:pPr lvl="1"/>
            <a:r>
              <a:rPr lang="en-US" dirty="0"/>
              <a:t>We support our orgs and people</a:t>
            </a:r>
          </a:p>
          <a:p>
            <a:r>
              <a:rPr lang="en-US" dirty="0"/>
              <a:t>Do the right things</a:t>
            </a:r>
          </a:p>
          <a:p>
            <a:pPr lvl="1"/>
            <a:r>
              <a:rPr lang="en-US" dirty="0"/>
              <a:t>Not just what you want</a:t>
            </a:r>
          </a:p>
          <a:p>
            <a:r>
              <a:rPr lang="en-US" dirty="0"/>
              <a:t>Learn constantly</a:t>
            </a:r>
          </a:p>
          <a:p>
            <a:pPr lvl="1"/>
            <a:r>
              <a:rPr lang="en-US" dirty="0"/>
              <a:t>Adjust your beliefs </a:t>
            </a:r>
            <a:r>
              <a:rPr lang="en-US"/>
              <a:t>and knowledge</a:t>
            </a:r>
          </a:p>
        </p:txBody>
      </p:sp>
    </p:spTree>
    <p:extLst>
      <p:ext uri="{BB962C8B-B14F-4D97-AF65-F5344CB8AC3E}">
        <p14:creationId xmlns:p14="http://schemas.microsoft.com/office/powerpoint/2010/main" val="3354244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B65FA9-A511-45E0-8A5D-C665C43354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28236-1F15-4757-8A3A-D12D5E61A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29EF79-3602-B446-940A-22066DE9E158}" type="slidenum">
              <a:rPr lang="en-US" smtClean="0"/>
              <a:t>8</a:t>
            </a:fld>
            <a:endParaRPr lang="en-US" dirty="0"/>
          </a:p>
        </p:txBody>
      </p:sp>
      <p:pic>
        <p:nvPicPr>
          <p:cNvPr id="2" name="Picture 1" descr="A colorful nebula in space&#10;&#10;Description automatically generated">
            <a:extLst>
              <a:ext uri="{FF2B5EF4-FFF2-40B4-BE49-F238E27FC236}">
                <a16:creationId xmlns:a16="http://schemas.microsoft.com/office/drawing/2014/main" id="{6145BF6D-3586-6177-A8E0-05330DAD2E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100943"/>
            <a:ext cx="12627429" cy="1262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56987"/>
      </p:ext>
    </p:extLst>
  </p:cSld>
  <p:clrMapOvr>
    <a:masterClrMapping/>
  </p:clrMapOvr>
</p:sld>
</file>

<file path=ppt/theme/theme1.xml><?xml version="1.0" encoding="utf-8"?>
<a:theme xmlns:a="http://schemas.openxmlformats.org/drawingml/2006/main" name="SI Title">
  <a:themeElements>
    <a:clrScheme name="Secure Ideas">
      <a:dk1>
        <a:srgbClr val="D32027"/>
      </a:dk1>
      <a:lt1>
        <a:srgbClr val="FFFFFF"/>
      </a:lt1>
      <a:dk2>
        <a:srgbClr val="000000"/>
      </a:dk2>
      <a:lt2>
        <a:srgbClr val="FFFFFF"/>
      </a:lt2>
      <a:accent1>
        <a:srgbClr val="D32027"/>
      </a:accent1>
      <a:accent2>
        <a:srgbClr val="ED8E94"/>
      </a:accent2>
      <a:accent3>
        <a:srgbClr val="105B87"/>
      </a:accent3>
      <a:accent4>
        <a:srgbClr val="0D8843"/>
      </a:accent4>
      <a:accent5>
        <a:srgbClr val="871719"/>
      </a:accent5>
      <a:accent6>
        <a:srgbClr val="EEEEEE"/>
      </a:accent6>
      <a:hlink>
        <a:srgbClr val="D32027"/>
      </a:hlink>
      <a:folHlink>
        <a:srgbClr val="E1595E"/>
      </a:folHlink>
    </a:clrScheme>
    <a:fontScheme name="Secure Ideas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sz="1600" b="1" dirty="0" smtClean="0">
            <a:solidFill>
              <a:schemeClr val="tx1"/>
            </a:solidFill>
            <a:latin typeface="Lato" panose="020F050202020403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3 Courseware Template - Wide Screen" id="{3D6CEC10-1E67-4702-9970-2E5E7698AF0D}" vid="{CD594639-8AF4-444E-A801-0FDF5907CE7C}"/>
    </a:ext>
  </a:extLst>
</a:theme>
</file>

<file path=ppt/theme/theme2.xml><?xml version="1.0" encoding="utf-8"?>
<a:theme xmlns:a="http://schemas.openxmlformats.org/drawingml/2006/main" name="SI White">
  <a:themeElements>
    <a:clrScheme name="Secure Ideas">
      <a:dk1>
        <a:srgbClr val="D32027"/>
      </a:dk1>
      <a:lt1>
        <a:srgbClr val="FFFFFF"/>
      </a:lt1>
      <a:dk2>
        <a:srgbClr val="000000"/>
      </a:dk2>
      <a:lt2>
        <a:srgbClr val="FFFFFF"/>
      </a:lt2>
      <a:accent1>
        <a:srgbClr val="D32027"/>
      </a:accent1>
      <a:accent2>
        <a:srgbClr val="ED8E94"/>
      </a:accent2>
      <a:accent3>
        <a:srgbClr val="105B87"/>
      </a:accent3>
      <a:accent4>
        <a:srgbClr val="0D8843"/>
      </a:accent4>
      <a:accent5>
        <a:srgbClr val="871719"/>
      </a:accent5>
      <a:accent6>
        <a:srgbClr val="EEEEEE"/>
      </a:accent6>
      <a:hlink>
        <a:srgbClr val="D32027"/>
      </a:hlink>
      <a:folHlink>
        <a:srgbClr val="E1595E"/>
      </a:folHlink>
    </a:clrScheme>
    <a:fontScheme name="Secure Ideas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sz="1600" b="1" dirty="0" smtClean="0">
            <a:solidFill>
              <a:schemeClr val="tx1"/>
            </a:solidFill>
            <a:latin typeface="Lato" panose="020F050202020403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3 Courseware Template - Wide Screen" id="{3D6CEC10-1E67-4702-9970-2E5E7698AF0D}" vid="{AF35763D-2796-4A5D-BEA5-DB63CA69A9DA}"/>
    </a:ext>
  </a:extLst>
</a:theme>
</file>

<file path=ppt/theme/theme3.xml><?xml version="1.0" encoding="utf-8"?>
<a:theme xmlns:a="http://schemas.openxmlformats.org/drawingml/2006/main" name="SI White &amp; Red">
  <a:themeElements>
    <a:clrScheme name="Secure Ideas">
      <a:dk1>
        <a:srgbClr val="D32027"/>
      </a:dk1>
      <a:lt1>
        <a:srgbClr val="FFFFFF"/>
      </a:lt1>
      <a:dk2>
        <a:srgbClr val="000000"/>
      </a:dk2>
      <a:lt2>
        <a:srgbClr val="FFFFFF"/>
      </a:lt2>
      <a:accent1>
        <a:srgbClr val="D32027"/>
      </a:accent1>
      <a:accent2>
        <a:srgbClr val="ED8E94"/>
      </a:accent2>
      <a:accent3>
        <a:srgbClr val="105B87"/>
      </a:accent3>
      <a:accent4>
        <a:srgbClr val="0D8843"/>
      </a:accent4>
      <a:accent5>
        <a:srgbClr val="871719"/>
      </a:accent5>
      <a:accent6>
        <a:srgbClr val="EEEEEE"/>
      </a:accent6>
      <a:hlink>
        <a:srgbClr val="D32027"/>
      </a:hlink>
      <a:folHlink>
        <a:srgbClr val="E1595E"/>
      </a:folHlink>
    </a:clrScheme>
    <a:fontScheme name="Secure Ideas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 Courseware Template - Wide Screen" id="{3D6CEC10-1E67-4702-9970-2E5E7698AF0D}" vid="{6F55F567-F107-44D9-860D-1EA542F30D3A}"/>
    </a:ext>
  </a:extLst>
</a:theme>
</file>

<file path=ppt/theme/theme4.xml><?xml version="1.0" encoding="utf-8"?>
<a:theme xmlns:a="http://schemas.openxmlformats.org/drawingml/2006/main" name="SI Red">
  <a:themeElements>
    <a:clrScheme name="Secure Ideas">
      <a:dk1>
        <a:srgbClr val="D32027"/>
      </a:dk1>
      <a:lt1>
        <a:srgbClr val="FFFFFF"/>
      </a:lt1>
      <a:dk2>
        <a:srgbClr val="000000"/>
      </a:dk2>
      <a:lt2>
        <a:srgbClr val="FFFFFF"/>
      </a:lt2>
      <a:accent1>
        <a:srgbClr val="D32027"/>
      </a:accent1>
      <a:accent2>
        <a:srgbClr val="ED8E94"/>
      </a:accent2>
      <a:accent3>
        <a:srgbClr val="105B87"/>
      </a:accent3>
      <a:accent4>
        <a:srgbClr val="0D8843"/>
      </a:accent4>
      <a:accent5>
        <a:srgbClr val="871719"/>
      </a:accent5>
      <a:accent6>
        <a:srgbClr val="EEEEEE"/>
      </a:accent6>
      <a:hlink>
        <a:srgbClr val="D32027"/>
      </a:hlink>
      <a:folHlink>
        <a:srgbClr val="E1595E"/>
      </a:folHlink>
    </a:clrScheme>
    <a:fontScheme name="Secure Ideas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 Courseware Template - Wide Screen" id="{3D6CEC10-1E67-4702-9970-2E5E7698AF0D}" vid="{B0ADD7F1-E96F-4247-AE53-7F7972DA67A5}"/>
    </a:ext>
  </a:extLst>
</a:theme>
</file>

<file path=ppt/theme/theme5.xml><?xml version="1.0" encoding="utf-8"?>
<a:theme xmlns:a="http://schemas.openxmlformats.org/drawingml/2006/main" name="SI Red - No Logos">
  <a:themeElements>
    <a:clrScheme name="Secure Ideas">
      <a:dk1>
        <a:srgbClr val="D32027"/>
      </a:dk1>
      <a:lt1>
        <a:srgbClr val="FFFFFF"/>
      </a:lt1>
      <a:dk2>
        <a:srgbClr val="000000"/>
      </a:dk2>
      <a:lt2>
        <a:srgbClr val="FFFFFF"/>
      </a:lt2>
      <a:accent1>
        <a:srgbClr val="D32027"/>
      </a:accent1>
      <a:accent2>
        <a:srgbClr val="ED8E94"/>
      </a:accent2>
      <a:accent3>
        <a:srgbClr val="105B87"/>
      </a:accent3>
      <a:accent4>
        <a:srgbClr val="0D8843"/>
      </a:accent4>
      <a:accent5>
        <a:srgbClr val="871719"/>
      </a:accent5>
      <a:accent6>
        <a:srgbClr val="EEEEEE"/>
      </a:accent6>
      <a:hlink>
        <a:srgbClr val="D32027"/>
      </a:hlink>
      <a:folHlink>
        <a:srgbClr val="E1595E"/>
      </a:folHlink>
    </a:clrScheme>
    <a:fontScheme name="Secure Ideas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 Courseware Template - Wide Screen" id="{3D6CEC10-1E67-4702-9970-2E5E7698AF0D}" vid="{1E8403CE-FE1B-4B06-AC8C-2283506F895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20B69876C05841A21263AB2C35AE42" ma:contentTypeVersion="8" ma:contentTypeDescription="Create a new document." ma:contentTypeScope="" ma:versionID="3922fd3edae6fdb52914ece08faf276e">
  <xsd:schema xmlns:xsd="http://www.w3.org/2001/XMLSchema" xmlns:xs="http://www.w3.org/2001/XMLSchema" xmlns:p="http://schemas.microsoft.com/office/2006/metadata/properties" xmlns:ns2="e4f4ea1e-867c-4d83-b95d-24a20dda1590" xmlns:ns3="f243a360-a168-47d0-b46d-1036409bea77" targetNamespace="http://schemas.microsoft.com/office/2006/metadata/properties" ma:root="true" ma:fieldsID="37bf2dbab2871b91d4f7994220432788" ns2:_="" ns3:_="">
    <xsd:import namespace="e4f4ea1e-867c-4d83-b95d-24a20dda1590"/>
    <xsd:import namespace="f243a360-a168-47d0-b46d-1036409be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f4ea1e-867c-4d83-b95d-24a20dda15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3a360-a168-47d0-b46d-1036409be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243a360-a168-47d0-b46d-1036409bea77">
      <UserInfo>
        <DisplayName>Jennifer Shannon</DisplayName>
        <AccountId>201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342BC33-BCB2-4A90-B3C1-8BA2A69DFA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058C56-BAF6-4E2B-AA14-BFE7759032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f4ea1e-867c-4d83-b95d-24a20dda1590"/>
    <ds:schemaRef ds:uri="f243a360-a168-47d0-b46d-1036409be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7DA487-2D6D-44BF-9DF9-8478F75089C4}">
  <ds:schemaRefs>
    <ds:schemaRef ds:uri="http://www.w3.org/XML/1998/namespace"/>
    <ds:schemaRef ds:uri="http://purl.org/dc/dcmitype/"/>
    <ds:schemaRef ds:uri="f243a360-a168-47d0-b46d-1036409bea77"/>
    <ds:schemaRef ds:uri="http://schemas.microsoft.com/office/2006/documentManagement/types"/>
    <ds:schemaRef ds:uri="e4f4ea1e-867c-4d83-b95d-24a20dda1590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2023 Courseware Template - Wide Screen</Template>
  <TotalTime>20491</TotalTime>
  <Words>278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Lato</vt:lpstr>
      <vt:lpstr>Lato Light</vt:lpstr>
      <vt:lpstr>Open Sans Light</vt:lpstr>
      <vt:lpstr>SI Title</vt:lpstr>
      <vt:lpstr>SI White</vt:lpstr>
      <vt:lpstr>SI White &amp; Red</vt:lpstr>
      <vt:lpstr>SI Red</vt:lpstr>
      <vt:lpstr>SI Red - No Logos</vt:lpstr>
      <vt:lpstr>Orion’s Quest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>Kevin Johnson</dc:creator>
  <cp:keywords/>
  <dc:description/>
  <cp:lastModifiedBy>Kevin Johnson</cp:lastModifiedBy>
  <cp:revision>25</cp:revision>
  <dcterms:created xsi:type="dcterms:W3CDTF">2022-10-11T13:05:06Z</dcterms:created>
  <dcterms:modified xsi:type="dcterms:W3CDTF">2024-06-04T14:16:37Z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0x010100F320B69876C05841A21263AB2C35AE42</vt:lpwstr>
  </property>
</Properties>
</file>